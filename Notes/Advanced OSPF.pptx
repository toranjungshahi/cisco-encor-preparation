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9848D9-30CF-37D1-0AF5-EEFD4955BB3C}" v="86" dt="2026-06-16T02:37:05.922"/>
    <p1510:client id="{85AB2504-B5A0-2EC7-814E-4688DD850921}" v="1437" dt="2026-06-14T09:09:23.879"/>
    <p1510:client id="{B6351197-D94A-48E2-E691-F8B2F3D2DFEC}" v="1592" dt="2026-06-15T08:05:53.910"/>
    <p1510:client id="{E0DBB6F0-C2F4-741B-155D-ABCC38401E88}" v="1083" dt="2026-06-14T10:38:25.2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ran Shahi" userId="9e80e87edecd0726" providerId="Windows Live" clId="Web-{E0DBB6F0-C2F4-741B-155D-ABCC38401E88}"/>
    <pc:docChg chg="addSld modSld">
      <pc:chgData name="Toran Shahi" userId="9e80e87edecd0726" providerId="Windows Live" clId="Web-{E0DBB6F0-C2F4-741B-155D-ABCC38401E88}" dt="2026-06-14T10:38:25.205" v="1089" actId="20577"/>
      <pc:docMkLst>
        <pc:docMk/>
      </pc:docMkLst>
      <pc:sldChg chg="modSp">
        <pc:chgData name="Toran Shahi" userId="9e80e87edecd0726" providerId="Windows Live" clId="Web-{E0DBB6F0-C2F4-741B-155D-ABCC38401E88}" dt="2026-06-14T09:22:14.469" v="345" actId="14100"/>
        <pc:sldMkLst>
          <pc:docMk/>
          <pc:sldMk cId="1185778637" sldId="265"/>
        </pc:sldMkLst>
        <pc:spChg chg="mod">
          <ac:chgData name="Toran Shahi" userId="9e80e87edecd0726" providerId="Windows Live" clId="Web-{E0DBB6F0-C2F4-741B-155D-ABCC38401E88}" dt="2026-06-14T09:22:14.469" v="345" actId="14100"/>
          <ac:spMkLst>
            <pc:docMk/>
            <pc:sldMk cId="1185778637" sldId="265"/>
            <ac:spMk id="3" creationId="{4EDCA78D-B93F-AC9C-8C45-108E0009706B}"/>
          </ac:spMkLst>
        </pc:spChg>
        <pc:picChg chg="mod">
          <ac:chgData name="Toran Shahi" userId="9e80e87edecd0726" providerId="Windows Live" clId="Web-{E0DBB6F0-C2F4-741B-155D-ABCC38401E88}" dt="2026-06-14T09:10:12.682" v="3" actId="1076"/>
          <ac:picMkLst>
            <pc:docMk/>
            <pc:sldMk cId="1185778637" sldId="265"/>
            <ac:picMk id="4" creationId="{3739D767-F48D-391D-DCFC-7991ECE15C51}"/>
          </ac:picMkLst>
        </pc:picChg>
      </pc:sldChg>
      <pc:sldChg chg="addSp delSp modSp add replId modNotes">
        <pc:chgData name="Toran Shahi" userId="9e80e87edecd0726" providerId="Windows Live" clId="Web-{E0DBB6F0-C2F4-741B-155D-ABCC38401E88}" dt="2026-06-14T10:17:27.704" v="885" actId="14100"/>
        <pc:sldMkLst>
          <pc:docMk/>
          <pc:sldMk cId="766637452" sldId="266"/>
        </pc:sldMkLst>
        <pc:spChg chg="mod">
          <ac:chgData name="Toran Shahi" userId="9e80e87edecd0726" providerId="Windows Live" clId="Web-{E0DBB6F0-C2F4-741B-155D-ABCC38401E88}" dt="2026-06-14T10:17:27.704" v="885" actId="14100"/>
          <ac:spMkLst>
            <pc:docMk/>
            <pc:sldMk cId="766637452" sldId="266"/>
            <ac:spMk id="2" creationId="{3FE3BEA3-8A07-09FC-B457-BCF802AEA090}"/>
          </ac:spMkLst>
        </pc:spChg>
        <pc:spChg chg="mod">
          <ac:chgData name="Toran Shahi" userId="9e80e87edecd0726" providerId="Windows Live" clId="Web-{E0DBB6F0-C2F4-741B-155D-ABCC38401E88}" dt="2026-06-14T10:17:25.095" v="884" actId="1076"/>
          <ac:spMkLst>
            <pc:docMk/>
            <pc:sldMk cId="766637452" sldId="266"/>
            <ac:spMk id="3" creationId="{4E8AED84-55BE-5ED3-92F4-9506A8AE857C}"/>
          </ac:spMkLst>
        </pc:spChg>
        <pc:spChg chg="add mod">
          <ac:chgData name="Toran Shahi" userId="9e80e87edecd0726" providerId="Windows Live" clId="Web-{E0DBB6F0-C2F4-741B-155D-ABCC38401E88}" dt="2026-06-14T10:15:20.527" v="805" actId="20577"/>
          <ac:spMkLst>
            <pc:docMk/>
            <pc:sldMk cId="766637452" sldId="266"/>
            <ac:spMk id="6" creationId="{CEB7847D-B9E5-AF2A-1F31-8B1CF072E43F}"/>
          </ac:spMkLst>
        </pc:spChg>
      </pc:sldChg>
      <pc:sldChg chg="delSp modSp add replId">
        <pc:chgData name="Toran Shahi" userId="9e80e87edecd0726" providerId="Windows Live" clId="Web-{E0DBB6F0-C2F4-741B-155D-ABCC38401E88}" dt="2026-06-14T10:38:25.205" v="1089" actId="20577"/>
        <pc:sldMkLst>
          <pc:docMk/>
          <pc:sldMk cId="467866429" sldId="267"/>
        </pc:sldMkLst>
        <pc:spChg chg="mod">
          <ac:chgData name="Toran Shahi" userId="9e80e87edecd0726" providerId="Windows Live" clId="Web-{E0DBB6F0-C2F4-741B-155D-ABCC38401E88}" dt="2026-06-14T10:18:47.958" v="898" actId="20577"/>
          <ac:spMkLst>
            <pc:docMk/>
            <pc:sldMk cId="467866429" sldId="267"/>
            <ac:spMk id="2" creationId="{FE80021A-7268-9427-C83D-2E5160301911}"/>
          </ac:spMkLst>
        </pc:spChg>
        <pc:spChg chg="mod">
          <ac:chgData name="Toran Shahi" userId="9e80e87edecd0726" providerId="Windows Live" clId="Web-{E0DBB6F0-C2F4-741B-155D-ABCC38401E88}" dt="2026-06-14T10:38:25.205" v="1089" actId="20577"/>
          <ac:spMkLst>
            <pc:docMk/>
            <pc:sldMk cId="467866429" sldId="267"/>
            <ac:spMk id="3" creationId="{D699C369-627E-B9BE-F7D7-32D70CB74F1D}"/>
          </ac:spMkLst>
        </pc:spChg>
      </pc:sldChg>
    </pc:docChg>
  </pc:docChgLst>
  <pc:docChgLst>
    <pc:chgData name="Toran Shahi" userId="9e80e87edecd0726" providerId="Windows Live" clId="Web-{B6351197-D94A-48E2-E691-F8B2F3D2DFEC}"/>
    <pc:docChg chg="addSld modSld">
      <pc:chgData name="Toran Shahi" userId="9e80e87edecd0726" providerId="Windows Live" clId="Web-{B6351197-D94A-48E2-E691-F8B2F3D2DFEC}" dt="2026-06-15T08:05:15.924" v="1230" actId="20577"/>
      <pc:docMkLst>
        <pc:docMk/>
      </pc:docMkLst>
      <pc:sldChg chg="modSp">
        <pc:chgData name="Toran Shahi" userId="9e80e87edecd0726" providerId="Windows Live" clId="Web-{B6351197-D94A-48E2-E691-F8B2F3D2DFEC}" dt="2026-06-15T01:55:19.571" v="596" actId="20577"/>
        <pc:sldMkLst>
          <pc:docMk/>
          <pc:sldMk cId="1358405843" sldId="263"/>
        </pc:sldMkLst>
        <pc:spChg chg="mod">
          <ac:chgData name="Toran Shahi" userId="9e80e87edecd0726" providerId="Windows Live" clId="Web-{B6351197-D94A-48E2-E691-F8B2F3D2DFEC}" dt="2026-06-15T01:55:19.571" v="596" actId="20577"/>
          <ac:spMkLst>
            <pc:docMk/>
            <pc:sldMk cId="1358405843" sldId="263"/>
            <ac:spMk id="3" creationId="{629EEAB3-62C1-6F17-9581-1F408ABEC3E5}"/>
          </ac:spMkLst>
        </pc:spChg>
      </pc:sldChg>
      <pc:sldChg chg="modSp">
        <pc:chgData name="Toran Shahi" userId="9e80e87edecd0726" providerId="Windows Live" clId="Web-{B6351197-D94A-48E2-E691-F8B2F3D2DFEC}" dt="2026-06-15T02:49:35.708" v="1216" actId="20577"/>
        <pc:sldMkLst>
          <pc:docMk/>
          <pc:sldMk cId="766637452" sldId="266"/>
        </pc:sldMkLst>
        <pc:spChg chg="mod">
          <ac:chgData name="Toran Shahi" userId="9e80e87edecd0726" providerId="Windows Live" clId="Web-{B6351197-D94A-48E2-E691-F8B2F3D2DFEC}" dt="2026-06-15T02:49:35.708" v="1216" actId="20577"/>
          <ac:spMkLst>
            <pc:docMk/>
            <pc:sldMk cId="766637452" sldId="266"/>
            <ac:spMk id="6" creationId="{CEB7847D-B9E5-AF2A-1F31-8B1CF072E43F}"/>
          </ac:spMkLst>
        </pc:spChg>
      </pc:sldChg>
      <pc:sldChg chg="addSp delSp modSp">
        <pc:chgData name="Toran Shahi" userId="9e80e87edecd0726" providerId="Windows Live" clId="Web-{B6351197-D94A-48E2-E691-F8B2F3D2DFEC}" dt="2026-06-15T03:08:54.604" v="1222" actId="20577"/>
        <pc:sldMkLst>
          <pc:docMk/>
          <pc:sldMk cId="467866429" sldId="267"/>
        </pc:sldMkLst>
        <pc:spChg chg="mod">
          <ac:chgData name="Toran Shahi" userId="9e80e87edecd0726" providerId="Windows Live" clId="Web-{B6351197-D94A-48E2-E691-F8B2F3D2DFEC}" dt="2026-06-15T03:08:54.604" v="1222" actId="20577"/>
          <ac:spMkLst>
            <pc:docMk/>
            <pc:sldMk cId="467866429" sldId="267"/>
            <ac:spMk id="3" creationId="{D699C369-627E-B9BE-F7D7-32D70CB74F1D}"/>
          </ac:spMkLst>
        </pc:spChg>
        <pc:spChg chg="add del mod">
          <ac:chgData name="Toran Shahi" userId="9e80e87edecd0726" providerId="Windows Live" clId="Web-{B6351197-D94A-48E2-E691-F8B2F3D2DFEC}" dt="2026-06-15T01:40:58.510" v="403"/>
          <ac:spMkLst>
            <pc:docMk/>
            <pc:sldMk cId="467866429" sldId="267"/>
            <ac:spMk id="7" creationId="{D40CBC47-0721-3F1E-2163-F33AACD0BCCA}"/>
          </ac:spMkLst>
        </pc:spChg>
        <pc:spChg chg="add mod">
          <ac:chgData name="Toran Shahi" userId="9e80e87edecd0726" providerId="Windows Live" clId="Web-{B6351197-D94A-48E2-E691-F8B2F3D2DFEC}" dt="2026-06-15T02:46:13.718" v="1129" actId="20577"/>
          <ac:spMkLst>
            <pc:docMk/>
            <pc:sldMk cId="467866429" sldId="267"/>
            <ac:spMk id="8" creationId="{5B5661F2-863E-CDE2-7C7F-DEF3EFD6CB2A}"/>
          </ac:spMkLst>
        </pc:spChg>
        <pc:picChg chg="add mod">
          <ac:chgData name="Toran Shahi" userId="9e80e87edecd0726" providerId="Windows Live" clId="Web-{B6351197-D94A-48E2-E691-F8B2F3D2DFEC}" dt="2026-06-15T01:45:59.864" v="530" actId="1076"/>
          <ac:picMkLst>
            <pc:docMk/>
            <pc:sldMk cId="467866429" sldId="267"/>
            <ac:picMk id="4" creationId="{20FF7E45-F0C3-9A50-E1FC-DFE2634125C4}"/>
          </ac:picMkLst>
        </pc:picChg>
        <pc:picChg chg="add del mod">
          <ac:chgData name="Toran Shahi" userId="9e80e87edecd0726" providerId="Windows Live" clId="Web-{B6351197-D94A-48E2-E691-F8B2F3D2DFEC}" dt="2026-06-15T01:13:46.130" v="199"/>
          <ac:picMkLst>
            <pc:docMk/>
            <pc:sldMk cId="467866429" sldId="267"/>
            <ac:picMk id="5" creationId="{48507518-ADCD-DE5F-D481-1B68A68717ED}"/>
          </ac:picMkLst>
        </pc:picChg>
        <pc:picChg chg="add del mod">
          <ac:chgData name="Toran Shahi" userId="9e80e87edecd0726" providerId="Windows Live" clId="Web-{B6351197-D94A-48E2-E691-F8B2F3D2DFEC}" dt="2026-06-15T01:40:34.854" v="396"/>
          <ac:picMkLst>
            <pc:docMk/>
            <pc:sldMk cId="467866429" sldId="267"/>
            <ac:picMk id="6" creationId="{05F6CB6C-C14D-CE25-D1FF-43AA1D80061E}"/>
          </ac:picMkLst>
        </pc:picChg>
      </pc:sldChg>
      <pc:sldChg chg="addSp delSp modSp add replId">
        <pc:chgData name="Toran Shahi" userId="9e80e87edecd0726" providerId="Windows Live" clId="Web-{B6351197-D94A-48E2-E691-F8B2F3D2DFEC}" dt="2026-06-15T08:05:15.924" v="1230" actId="20577"/>
        <pc:sldMkLst>
          <pc:docMk/>
          <pc:sldMk cId="1572120972" sldId="268"/>
        </pc:sldMkLst>
        <pc:spChg chg="mod">
          <ac:chgData name="Toran Shahi" userId="9e80e87edecd0726" providerId="Windows Live" clId="Web-{B6351197-D94A-48E2-E691-F8B2F3D2DFEC}" dt="2026-06-15T01:40:02.853" v="388" actId="14100"/>
          <ac:spMkLst>
            <pc:docMk/>
            <pc:sldMk cId="1572120972" sldId="268"/>
            <ac:spMk id="2" creationId="{85EADF01-FE73-23AC-8C10-7F8AC098342D}"/>
          </ac:spMkLst>
        </pc:spChg>
        <pc:spChg chg="mod">
          <ac:chgData name="Toran Shahi" userId="9e80e87edecd0726" providerId="Windows Live" clId="Web-{B6351197-D94A-48E2-E691-F8B2F3D2DFEC}" dt="2026-06-15T02:50:24.147" v="1217" actId="14100"/>
          <ac:spMkLst>
            <pc:docMk/>
            <pc:sldMk cId="1572120972" sldId="268"/>
            <ac:spMk id="3" creationId="{4EA3725C-47AF-01C2-0CF9-7410E8C9A430}"/>
          </ac:spMkLst>
        </pc:spChg>
        <pc:spChg chg="del mod">
          <ac:chgData name="Toran Shahi" userId="9e80e87edecd0726" providerId="Windows Live" clId="Web-{B6351197-D94A-48E2-E691-F8B2F3D2DFEC}" dt="2026-06-15T01:49:24.857" v="544"/>
          <ac:spMkLst>
            <pc:docMk/>
            <pc:sldMk cId="1572120972" sldId="268"/>
            <ac:spMk id="7" creationId="{43737506-41A7-C6DC-1EB1-009CC4EF3520}"/>
          </ac:spMkLst>
        </pc:spChg>
        <pc:spChg chg="del mod">
          <ac:chgData name="Toran Shahi" userId="9e80e87edecd0726" providerId="Windows Live" clId="Web-{B6351197-D94A-48E2-E691-F8B2F3D2DFEC}" dt="2026-06-15T02:09:20.333" v="703"/>
          <ac:spMkLst>
            <pc:docMk/>
            <pc:sldMk cId="1572120972" sldId="268"/>
            <ac:spMk id="8" creationId="{F2057873-3F60-FBE8-70F0-1FBEC5AA4910}"/>
          </ac:spMkLst>
        </pc:spChg>
        <pc:spChg chg="add mod">
          <ac:chgData name="Toran Shahi" userId="9e80e87edecd0726" providerId="Windows Live" clId="Web-{B6351197-D94A-48E2-E691-F8B2F3D2DFEC}" dt="2026-06-15T08:05:15.924" v="1230" actId="20577"/>
          <ac:spMkLst>
            <pc:docMk/>
            <pc:sldMk cId="1572120972" sldId="268"/>
            <ac:spMk id="9" creationId="{CFBE159D-F36A-98A4-D90C-A59BB887977F}"/>
          </ac:spMkLst>
        </pc:spChg>
        <pc:picChg chg="del">
          <ac:chgData name="Toran Shahi" userId="9e80e87edecd0726" providerId="Windows Live" clId="Web-{B6351197-D94A-48E2-E691-F8B2F3D2DFEC}" dt="2026-06-15T01:39:35.102" v="376"/>
          <ac:picMkLst>
            <pc:docMk/>
            <pc:sldMk cId="1572120972" sldId="268"/>
            <ac:picMk id="4" creationId="{B183634F-3F14-CBA1-5486-BD21E5CE7DDA}"/>
          </ac:picMkLst>
        </pc:picChg>
        <pc:picChg chg="mod">
          <ac:chgData name="Toran Shahi" userId="9e80e87edecd0726" providerId="Windows Live" clId="Web-{B6351197-D94A-48E2-E691-F8B2F3D2DFEC}" dt="2026-06-15T02:32:35.346" v="1037" actId="1076"/>
          <ac:picMkLst>
            <pc:docMk/>
            <pc:sldMk cId="1572120972" sldId="268"/>
            <ac:picMk id="6" creationId="{EF61DB86-A0E8-EDC2-36BA-10A6F00705A9}"/>
          </ac:picMkLst>
        </pc:picChg>
      </pc:sldChg>
    </pc:docChg>
  </pc:docChgLst>
  <pc:docChgLst>
    <pc:chgData name="Toran Shahi" userId="9e80e87edecd0726" providerId="Windows Live" clId="Web-{E5FD54AD-F574-61AF-698E-58698A3E8EEF}"/>
    <pc:docChg chg="addSld modSld">
      <pc:chgData name="Toran Shahi" userId="9e80e87edecd0726" providerId="Windows Live" clId="Web-{E5FD54AD-F574-61AF-698E-58698A3E8EEF}" dt="2026-06-12T23:22:56.240" v="953"/>
      <pc:docMkLst>
        <pc:docMk/>
      </pc:docMkLst>
      <pc:sldChg chg="modSp">
        <pc:chgData name="Toran Shahi" userId="9e80e87edecd0726" providerId="Windows Live" clId="Web-{E5FD54AD-F574-61AF-698E-58698A3E8EEF}" dt="2026-06-11T21:21:44.852" v="385" actId="20577"/>
        <pc:sldMkLst>
          <pc:docMk/>
          <pc:sldMk cId="1516740404" sldId="258"/>
        </pc:sldMkLst>
        <pc:spChg chg="mod">
          <ac:chgData name="Toran Shahi" userId="9e80e87edecd0726" providerId="Windows Live" clId="Web-{E5FD54AD-F574-61AF-698E-58698A3E8EEF}" dt="2026-06-11T21:21:44.852" v="385" actId="20577"/>
          <ac:spMkLst>
            <pc:docMk/>
            <pc:sldMk cId="1516740404" sldId="258"/>
            <ac:spMk id="2" creationId="{8254306B-2FA9-DBD0-4879-2F0F9F640255}"/>
          </ac:spMkLst>
        </pc:spChg>
      </pc:sldChg>
      <pc:sldChg chg="modSp">
        <pc:chgData name="Toran Shahi" userId="9e80e87edecd0726" providerId="Windows Live" clId="Web-{E5FD54AD-F574-61AF-698E-58698A3E8EEF}" dt="2026-06-11T21:43:47.837" v="513" actId="20577"/>
        <pc:sldMkLst>
          <pc:docMk/>
          <pc:sldMk cId="2825433724" sldId="259"/>
        </pc:sldMkLst>
        <pc:spChg chg="mod">
          <ac:chgData name="Toran Shahi" userId="9e80e87edecd0726" providerId="Windows Live" clId="Web-{E5FD54AD-F574-61AF-698E-58698A3E8EEF}" dt="2026-06-11T21:22:19.855" v="390" actId="14100"/>
          <ac:spMkLst>
            <pc:docMk/>
            <pc:sldMk cId="2825433724" sldId="259"/>
            <ac:spMk id="2" creationId="{C8278B8A-1E64-8C9E-B4E7-8DF2B223E937}"/>
          </ac:spMkLst>
        </pc:spChg>
        <pc:spChg chg="mod">
          <ac:chgData name="Toran Shahi" userId="9e80e87edecd0726" providerId="Windows Live" clId="Web-{E5FD54AD-F574-61AF-698E-58698A3E8EEF}" dt="2026-06-11T21:43:47.837" v="513" actId="20577"/>
          <ac:spMkLst>
            <pc:docMk/>
            <pc:sldMk cId="2825433724" sldId="259"/>
            <ac:spMk id="3" creationId="{BCFF8CB7-6557-5214-6F23-B91B68EDDC9D}"/>
          </ac:spMkLst>
        </pc:spChg>
      </pc:sldChg>
      <pc:sldChg chg="addSp modSp add replId">
        <pc:chgData name="Toran Shahi" userId="9e80e87edecd0726" providerId="Windows Live" clId="Web-{E5FD54AD-F574-61AF-698E-58698A3E8EEF}" dt="2026-06-12T23:22:56.240" v="953"/>
        <pc:sldMkLst>
          <pc:docMk/>
          <pc:sldMk cId="2424294949" sldId="260"/>
        </pc:sldMkLst>
        <pc:spChg chg="mod">
          <ac:chgData name="Toran Shahi" userId="9e80e87edecd0726" providerId="Windows Live" clId="Web-{E5FD54AD-F574-61AF-698E-58698A3E8EEF}" dt="2026-06-12T23:22:21.442" v="950" actId="14100"/>
          <ac:spMkLst>
            <pc:docMk/>
            <pc:sldMk cId="2424294949" sldId="260"/>
            <ac:spMk id="3" creationId="{5143EC6C-E6AB-4A9B-B0CD-3AF6A9D87CD4}"/>
          </ac:spMkLst>
        </pc:spChg>
        <pc:graphicFrameChg chg="add mod modGraphic">
          <ac:chgData name="Toran Shahi" userId="9e80e87edecd0726" providerId="Windows Live" clId="Web-{E5FD54AD-F574-61AF-698E-58698A3E8EEF}" dt="2026-06-12T23:22:56.240" v="953"/>
          <ac:graphicFrameMkLst>
            <pc:docMk/>
            <pc:sldMk cId="2424294949" sldId="260"/>
            <ac:graphicFrameMk id="5" creationId="{7F0D6350-5B9C-9CBB-9D1D-98FD217C422F}"/>
          </ac:graphicFrameMkLst>
        </pc:graphicFrameChg>
      </pc:sldChg>
      <pc:sldChg chg="modSp add replId">
        <pc:chgData name="Toran Shahi" userId="9e80e87edecd0726" providerId="Windows Live" clId="Web-{E5FD54AD-F574-61AF-698E-58698A3E8EEF}" dt="2026-06-12T22:20:30.148" v="948" actId="20577"/>
        <pc:sldMkLst>
          <pc:docMk/>
          <pc:sldMk cId="2393457542" sldId="261"/>
        </pc:sldMkLst>
        <pc:spChg chg="mod">
          <ac:chgData name="Toran Shahi" userId="9e80e87edecd0726" providerId="Windows Live" clId="Web-{E5FD54AD-F574-61AF-698E-58698A3E8EEF}" dt="2026-06-12T22:20:30.148" v="948" actId="20577"/>
          <ac:spMkLst>
            <pc:docMk/>
            <pc:sldMk cId="2393457542" sldId="261"/>
            <ac:spMk id="3" creationId="{2DBC6295-E573-176C-AB48-4D3ABF9B5F3E}"/>
          </ac:spMkLst>
        </pc:spChg>
      </pc:sldChg>
    </pc:docChg>
  </pc:docChgLst>
  <pc:docChgLst>
    <pc:chgData name="Toran Shahi" userId="9e80e87edecd0726" providerId="Windows Live" clId="Web-{C0BA159D-B138-4837-AD70-7A6320FCDFCF}"/>
    <pc:docChg chg="addSld modSld">
      <pc:chgData name="Toran Shahi" userId="9e80e87edecd0726" providerId="Windows Live" clId="Web-{C0BA159D-B138-4837-AD70-7A6320FCDFCF}" dt="2026-06-13T03:40:53.892" v="129" actId="14100"/>
      <pc:docMkLst>
        <pc:docMk/>
      </pc:docMkLst>
      <pc:sldChg chg="modSp">
        <pc:chgData name="Toran Shahi" userId="9e80e87edecd0726" providerId="Windows Live" clId="Web-{C0BA159D-B138-4837-AD70-7A6320FCDFCF}" dt="2026-06-13T03:14:48.526" v="66" actId="20577"/>
        <pc:sldMkLst>
          <pc:docMk/>
          <pc:sldMk cId="2424294949" sldId="260"/>
        </pc:sldMkLst>
        <pc:spChg chg="mod">
          <ac:chgData name="Toran Shahi" userId="9e80e87edecd0726" providerId="Windows Live" clId="Web-{C0BA159D-B138-4837-AD70-7A6320FCDFCF}" dt="2026-06-13T03:10:52.643" v="4" actId="14100"/>
          <ac:spMkLst>
            <pc:docMk/>
            <pc:sldMk cId="2424294949" sldId="260"/>
            <ac:spMk id="2" creationId="{53E482D3-6A4F-5627-867F-7DA25082190E}"/>
          </ac:spMkLst>
        </pc:spChg>
        <pc:spChg chg="mod">
          <ac:chgData name="Toran Shahi" userId="9e80e87edecd0726" providerId="Windows Live" clId="Web-{C0BA159D-B138-4837-AD70-7A6320FCDFCF}" dt="2026-06-13T03:14:48.526" v="66" actId="20577"/>
          <ac:spMkLst>
            <pc:docMk/>
            <pc:sldMk cId="2424294949" sldId="260"/>
            <ac:spMk id="3" creationId="{5143EC6C-E6AB-4A9B-B0CD-3AF6A9D87CD4}"/>
          </ac:spMkLst>
        </pc:spChg>
        <pc:graphicFrameChg chg="mod modGraphic">
          <ac:chgData name="Toran Shahi" userId="9e80e87edecd0726" providerId="Windows Live" clId="Web-{C0BA159D-B138-4837-AD70-7A6320FCDFCF}" dt="2026-06-13T03:14:06.212" v="49"/>
          <ac:graphicFrameMkLst>
            <pc:docMk/>
            <pc:sldMk cId="2424294949" sldId="260"/>
            <ac:graphicFrameMk id="5" creationId="{7F0D6350-5B9C-9CBB-9D1D-98FD217C422F}"/>
          </ac:graphicFrameMkLst>
        </pc:graphicFrameChg>
      </pc:sldChg>
      <pc:sldChg chg="modSp">
        <pc:chgData name="Toran Shahi" userId="9e80e87edecd0726" providerId="Windows Live" clId="Web-{C0BA159D-B138-4837-AD70-7A6320FCDFCF}" dt="2026-06-13T03:40:53.892" v="129" actId="14100"/>
        <pc:sldMkLst>
          <pc:docMk/>
          <pc:sldMk cId="2393457542" sldId="261"/>
        </pc:sldMkLst>
        <pc:spChg chg="mod">
          <ac:chgData name="Toran Shahi" userId="9e80e87edecd0726" providerId="Windows Live" clId="Web-{C0BA159D-B138-4837-AD70-7A6320FCDFCF}" dt="2026-06-13T03:40:53.892" v="129" actId="14100"/>
          <ac:spMkLst>
            <pc:docMk/>
            <pc:sldMk cId="2393457542" sldId="261"/>
            <ac:spMk id="3" creationId="{2DBC6295-E573-176C-AB48-4D3ABF9B5F3E}"/>
          </ac:spMkLst>
        </pc:spChg>
      </pc:sldChg>
      <pc:sldChg chg="add replId">
        <pc:chgData name="Toran Shahi" userId="9e80e87edecd0726" providerId="Windows Live" clId="Web-{C0BA159D-B138-4837-AD70-7A6320FCDFCF}" dt="2026-06-13T03:32:19.992" v="67"/>
        <pc:sldMkLst>
          <pc:docMk/>
          <pc:sldMk cId="543723856" sldId="262"/>
        </pc:sldMkLst>
      </pc:sldChg>
    </pc:docChg>
  </pc:docChgLst>
  <pc:docChgLst>
    <pc:chgData name="Toran Shahi" userId="9e80e87edecd0726" providerId="Windows Live" clId="Web-{85AB2504-B5A0-2EC7-814E-4688DD850921}"/>
    <pc:docChg chg="addSld modSld sldOrd">
      <pc:chgData name="Toran Shahi" userId="9e80e87edecd0726" providerId="Windows Live" clId="Web-{85AB2504-B5A0-2EC7-814E-4688DD850921}" dt="2026-06-14T09:09:23.879" v="1340" actId="20577"/>
      <pc:docMkLst>
        <pc:docMk/>
      </pc:docMkLst>
      <pc:sldChg chg="modSp">
        <pc:chgData name="Toran Shahi" userId="9e80e87edecd0726" providerId="Windows Live" clId="Web-{85AB2504-B5A0-2EC7-814E-4688DD850921}" dt="2026-06-14T08:20:31.271" v="667" actId="20577"/>
        <pc:sldMkLst>
          <pc:docMk/>
          <pc:sldMk cId="1925575984" sldId="257"/>
        </pc:sldMkLst>
        <pc:spChg chg="mod">
          <ac:chgData name="Toran Shahi" userId="9e80e87edecd0726" providerId="Windows Live" clId="Web-{85AB2504-B5A0-2EC7-814E-4688DD850921}" dt="2026-06-14T08:20:31.271" v="667" actId="20577"/>
          <ac:spMkLst>
            <pc:docMk/>
            <pc:sldMk cId="1925575984" sldId="257"/>
            <ac:spMk id="3" creationId="{ADCEFB9A-B525-9C48-9429-9E97E3B8A1DA}"/>
          </ac:spMkLst>
        </pc:spChg>
      </pc:sldChg>
      <pc:sldChg chg="addSp modSp">
        <pc:chgData name="Toran Shahi" userId="9e80e87edecd0726" providerId="Windows Live" clId="Web-{85AB2504-B5A0-2EC7-814E-4688DD850921}" dt="2026-06-14T00:24:30.968" v="97" actId="20577"/>
        <pc:sldMkLst>
          <pc:docMk/>
          <pc:sldMk cId="2424294949" sldId="260"/>
        </pc:sldMkLst>
        <pc:spChg chg="mod">
          <ac:chgData name="Toran Shahi" userId="9e80e87edecd0726" providerId="Windows Live" clId="Web-{85AB2504-B5A0-2EC7-814E-4688DD850921}" dt="2026-06-14T00:24:30.968" v="97" actId="20577"/>
          <ac:spMkLst>
            <pc:docMk/>
            <pc:sldMk cId="2424294949" sldId="260"/>
            <ac:spMk id="3" creationId="{5143EC6C-E6AB-4A9B-B0CD-3AF6A9D87CD4}"/>
          </ac:spMkLst>
        </pc:spChg>
        <pc:graphicFrameChg chg="mod modGraphic">
          <ac:chgData name="Toran Shahi" userId="9e80e87edecd0726" providerId="Windows Live" clId="Web-{85AB2504-B5A0-2EC7-814E-4688DD850921}" dt="2026-06-14T00:24:09.810" v="94" actId="1076"/>
          <ac:graphicFrameMkLst>
            <pc:docMk/>
            <pc:sldMk cId="2424294949" sldId="260"/>
            <ac:graphicFrameMk id="5" creationId="{7F0D6350-5B9C-9CBB-9D1D-98FD217C422F}"/>
          </ac:graphicFrameMkLst>
        </pc:graphicFrameChg>
        <pc:picChg chg="add mod">
          <ac:chgData name="Toran Shahi" userId="9e80e87edecd0726" providerId="Windows Live" clId="Web-{85AB2504-B5A0-2EC7-814E-4688DD850921}" dt="2026-06-14T00:23:58.637" v="93" actId="14100"/>
          <ac:picMkLst>
            <pc:docMk/>
            <pc:sldMk cId="2424294949" sldId="260"/>
            <ac:picMk id="4" creationId="{E7398253-C58D-1794-05C0-FA42938EFD18}"/>
          </ac:picMkLst>
        </pc:picChg>
      </pc:sldChg>
      <pc:sldChg chg="addSp modSp">
        <pc:chgData name="Toran Shahi" userId="9e80e87edecd0726" providerId="Windows Live" clId="Web-{85AB2504-B5A0-2EC7-814E-4688DD850921}" dt="2026-06-14T00:28:19.656" v="187" actId="14100"/>
        <pc:sldMkLst>
          <pc:docMk/>
          <pc:sldMk cId="2393457542" sldId="261"/>
        </pc:sldMkLst>
        <pc:spChg chg="mod">
          <ac:chgData name="Toran Shahi" userId="9e80e87edecd0726" providerId="Windows Live" clId="Web-{85AB2504-B5A0-2EC7-814E-4688DD850921}" dt="2026-06-14T00:28:14.656" v="186" actId="20577"/>
          <ac:spMkLst>
            <pc:docMk/>
            <pc:sldMk cId="2393457542" sldId="261"/>
            <ac:spMk id="3" creationId="{2DBC6295-E573-176C-AB48-4D3ABF9B5F3E}"/>
          </ac:spMkLst>
        </pc:spChg>
        <pc:picChg chg="add mod">
          <ac:chgData name="Toran Shahi" userId="9e80e87edecd0726" providerId="Windows Live" clId="Web-{85AB2504-B5A0-2EC7-814E-4688DD850921}" dt="2026-06-14T00:28:19.656" v="187" actId="14100"/>
          <ac:picMkLst>
            <pc:docMk/>
            <pc:sldMk cId="2393457542" sldId="261"/>
            <ac:picMk id="4" creationId="{51C5FE9E-B338-9EB2-DB9E-96B1A6C2C73B}"/>
          </ac:picMkLst>
        </pc:picChg>
      </pc:sldChg>
      <pc:sldChg chg="addSp modSp">
        <pc:chgData name="Toran Shahi" userId="9e80e87edecd0726" providerId="Windows Live" clId="Web-{85AB2504-B5A0-2EC7-814E-4688DD850921}" dt="2026-06-14T07:34:43.426" v="664"/>
        <pc:sldMkLst>
          <pc:docMk/>
          <pc:sldMk cId="543723856" sldId="262"/>
        </pc:sldMkLst>
        <pc:spChg chg="mod">
          <ac:chgData name="Toran Shahi" userId="9e80e87edecd0726" providerId="Windows Live" clId="Web-{85AB2504-B5A0-2EC7-814E-4688DD850921}" dt="2026-06-14T00:54:24.215" v="394" actId="14100"/>
          <ac:spMkLst>
            <pc:docMk/>
            <pc:sldMk cId="543723856" sldId="262"/>
            <ac:spMk id="2" creationId="{F1809B4B-4900-F430-C872-EE8A56805D5E}"/>
          </ac:spMkLst>
        </pc:spChg>
        <pc:spChg chg="mod">
          <ac:chgData name="Toran Shahi" userId="9e80e87edecd0726" providerId="Windows Live" clId="Web-{85AB2504-B5A0-2EC7-814E-4688DD850921}" dt="2026-06-14T03:11:52.186" v="652" actId="14100"/>
          <ac:spMkLst>
            <pc:docMk/>
            <pc:sldMk cId="543723856" sldId="262"/>
            <ac:spMk id="3" creationId="{77ED995A-0E9E-C739-C918-DAEF8FBAA5A2}"/>
          </ac:spMkLst>
        </pc:spChg>
        <pc:picChg chg="add mod">
          <ac:chgData name="Toran Shahi" userId="9e80e87edecd0726" providerId="Windows Live" clId="Web-{85AB2504-B5A0-2EC7-814E-4688DD850921}" dt="2026-06-14T07:34:43.426" v="664"/>
          <ac:picMkLst>
            <pc:docMk/>
            <pc:sldMk cId="543723856" sldId="262"/>
            <ac:picMk id="4" creationId="{7D76D744-5C5A-B27D-B2F8-CCBF87C5A66B}"/>
          </ac:picMkLst>
        </pc:picChg>
        <pc:picChg chg="add mod">
          <ac:chgData name="Toran Shahi" userId="9e80e87edecd0726" providerId="Windows Live" clId="Web-{85AB2504-B5A0-2EC7-814E-4688DD850921}" dt="2026-06-14T07:31:57.774" v="663" actId="1076"/>
          <ac:picMkLst>
            <pc:docMk/>
            <pc:sldMk cId="543723856" sldId="262"/>
            <ac:picMk id="5" creationId="{3E333DA1-3E7F-5D08-61B7-6AF9D086377C}"/>
          </ac:picMkLst>
        </pc:picChg>
      </pc:sldChg>
      <pc:sldChg chg="addSp modSp add ord replId">
        <pc:chgData name="Toran Shahi" userId="9e80e87edecd0726" providerId="Windows Live" clId="Web-{85AB2504-B5A0-2EC7-814E-4688DD850921}" dt="2026-06-14T08:19:45.082" v="666"/>
        <pc:sldMkLst>
          <pc:docMk/>
          <pc:sldMk cId="1358405843" sldId="263"/>
        </pc:sldMkLst>
        <pc:spChg chg="mod">
          <ac:chgData name="Toran Shahi" userId="9e80e87edecd0726" providerId="Windows Live" clId="Web-{85AB2504-B5A0-2EC7-814E-4688DD850921}" dt="2026-06-14T02:55:16.798" v="646" actId="20577"/>
          <ac:spMkLst>
            <pc:docMk/>
            <pc:sldMk cId="1358405843" sldId="263"/>
            <ac:spMk id="3" creationId="{629EEAB3-62C1-6F17-9581-1F408ABEC3E5}"/>
          </ac:spMkLst>
        </pc:spChg>
        <pc:picChg chg="add mod">
          <ac:chgData name="Toran Shahi" userId="9e80e87edecd0726" providerId="Windows Live" clId="Web-{85AB2504-B5A0-2EC7-814E-4688DD850921}" dt="2026-06-14T02:55:25.110" v="647" actId="1076"/>
          <ac:picMkLst>
            <pc:docMk/>
            <pc:sldMk cId="1358405843" sldId="263"/>
            <ac:picMk id="4" creationId="{6CB30779-2749-1D3B-87DC-B9A1B677E816}"/>
          </ac:picMkLst>
        </pc:picChg>
      </pc:sldChg>
      <pc:sldChg chg="delSp modSp add replId modNotes">
        <pc:chgData name="Toran Shahi" userId="9e80e87edecd0726" providerId="Windows Live" clId="Web-{85AB2504-B5A0-2EC7-814E-4688DD850921}" dt="2026-06-14T08:48:30.209" v="959" actId="20577"/>
        <pc:sldMkLst>
          <pc:docMk/>
          <pc:sldMk cId="4002155435" sldId="264"/>
        </pc:sldMkLst>
        <pc:spChg chg="mod">
          <ac:chgData name="Toran Shahi" userId="9e80e87edecd0726" providerId="Windows Live" clId="Web-{85AB2504-B5A0-2EC7-814E-4688DD850921}" dt="2026-06-14T08:47:01.316" v="935" actId="20577"/>
          <ac:spMkLst>
            <pc:docMk/>
            <pc:sldMk cId="4002155435" sldId="264"/>
            <ac:spMk id="2" creationId="{2D938E5D-77AE-FB41-B51C-E2244BB12EEC}"/>
          </ac:spMkLst>
        </pc:spChg>
        <pc:spChg chg="mod">
          <ac:chgData name="Toran Shahi" userId="9e80e87edecd0726" providerId="Windows Live" clId="Web-{85AB2504-B5A0-2EC7-814E-4688DD850921}" dt="2026-06-14T08:48:30.209" v="959" actId="20577"/>
          <ac:spMkLst>
            <pc:docMk/>
            <pc:sldMk cId="4002155435" sldId="264"/>
            <ac:spMk id="3" creationId="{D0701F96-4D27-DAA6-E98D-24A653AB4CB1}"/>
          </ac:spMkLst>
        </pc:spChg>
      </pc:sldChg>
      <pc:sldChg chg="addSp delSp modSp add replId">
        <pc:chgData name="Toran Shahi" userId="9e80e87edecd0726" providerId="Windows Live" clId="Web-{85AB2504-B5A0-2EC7-814E-4688DD850921}" dt="2026-06-14T09:09:23.879" v="1340" actId="20577"/>
        <pc:sldMkLst>
          <pc:docMk/>
          <pc:sldMk cId="1185778637" sldId="265"/>
        </pc:sldMkLst>
        <pc:spChg chg="mod">
          <ac:chgData name="Toran Shahi" userId="9e80e87edecd0726" providerId="Windows Live" clId="Web-{85AB2504-B5A0-2EC7-814E-4688DD850921}" dt="2026-06-14T08:58:40.972" v="1083" actId="14100"/>
          <ac:spMkLst>
            <pc:docMk/>
            <pc:sldMk cId="1185778637" sldId="265"/>
            <ac:spMk id="2" creationId="{D5BEF921-85BB-79F7-54CD-13A57875CCC3}"/>
          </ac:spMkLst>
        </pc:spChg>
        <pc:spChg chg="mod">
          <ac:chgData name="Toran Shahi" userId="9e80e87edecd0726" providerId="Windows Live" clId="Web-{85AB2504-B5A0-2EC7-814E-4688DD850921}" dt="2026-06-14T09:09:23.879" v="1340" actId="20577"/>
          <ac:spMkLst>
            <pc:docMk/>
            <pc:sldMk cId="1185778637" sldId="265"/>
            <ac:spMk id="3" creationId="{4EDCA78D-B93F-AC9C-8C45-108E0009706B}"/>
          </ac:spMkLst>
        </pc:spChg>
        <pc:picChg chg="add mod">
          <ac:chgData name="Toran Shahi" userId="9e80e87edecd0726" providerId="Windows Live" clId="Web-{85AB2504-B5A0-2EC7-814E-4688DD850921}" dt="2026-06-14T09:08:53.675" v="1324" actId="1076"/>
          <ac:picMkLst>
            <pc:docMk/>
            <pc:sldMk cId="1185778637" sldId="265"/>
            <ac:picMk id="4" creationId="{3739D767-F48D-391D-DCFC-7991ECE15C51}"/>
          </ac:picMkLst>
        </pc:picChg>
      </pc:sldChg>
    </pc:docChg>
  </pc:docChgLst>
  <pc:docChgLst>
    <pc:chgData name="Toran Shahi" userId="9e80e87edecd0726" providerId="Windows Live" clId="Web-{6C9BC709-A00F-B7FB-826B-8CD524C78167}"/>
    <pc:docChg chg="addSld delSld modSld">
      <pc:chgData name="Toran Shahi" userId="9e80e87edecd0726" providerId="Windows Live" clId="Web-{6C9BC709-A00F-B7FB-826B-8CD524C78167}" dt="2026-06-11T09:03:45.501" v="535"/>
      <pc:docMkLst>
        <pc:docMk/>
      </pc:docMkLst>
      <pc:sldChg chg="modSp add">
        <pc:chgData name="Toran Shahi" userId="9e80e87edecd0726" providerId="Windows Live" clId="Web-{6C9BC709-A00F-B7FB-826B-8CD524C78167}" dt="2026-06-11T08:08:00.651" v="73" actId="20577"/>
        <pc:sldMkLst>
          <pc:docMk/>
          <pc:sldMk cId="1925575984" sldId="257"/>
        </pc:sldMkLst>
        <pc:spChg chg="mod">
          <ac:chgData name="Toran Shahi" userId="9e80e87edecd0726" providerId="Windows Live" clId="Web-{6C9BC709-A00F-B7FB-826B-8CD524C78167}" dt="2026-06-11T07:53:24.212" v="3" actId="20577"/>
          <ac:spMkLst>
            <pc:docMk/>
            <pc:sldMk cId="1925575984" sldId="257"/>
            <ac:spMk id="2" creationId="{F8A9D056-447F-6ED8-B0BE-0A69C4FA16E6}"/>
          </ac:spMkLst>
        </pc:spChg>
        <pc:spChg chg="mod">
          <ac:chgData name="Toran Shahi" userId="9e80e87edecd0726" providerId="Windows Live" clId="Web-{6C9BC709-A00F-B7FB-826B-8CD524C78167}" dt="2026-06-11T08:08:00.651" v="73" actId="20577"/>
          <ac:spMkLst>
            <pc:docMk/>
            <pc:sldMk cId="1925575984" sldId="257"/>
            <ac:spMk id="3" creationId="{ADCEFB9A-B525-9C48-9429-9E97E3B8A1DA}"/>
          </ac:spMkLst>
        </pc:spChg>
      </pc:sldChg>
      <pc:sldChg chg="addSp delSp modSp add">
        <pc:chgData name="Toran Shahi" userId="9e80e87edecd0726" providerId="Windows Live" clId="Web-{6C9BC709-A00F-B7FB-826B-8CD524C78167}" dt="2026-06-11T08:56:11.469" v="497" actId="20577"/>
        <pc:sldMkLst>
          <pc:docMk/>
          <pc:sldMk cId="1516740404" sldId="258"/>
        </pc:sldMkLst>
        <pc:spChg chg="mod">
          <ac:chgData name="Toran Shahi" userId="9e80e87edecd0726" providerId="Windows Live" clId="Web-{6C9BC709-A00F-B7FB-826B-8CD524C78167}" dt="2026-06-11T08:26:03.776" v="402" actId="14100"/>
          <ac:spMkLst>
            <pc:docMk/>
            <pc:sldMk cId="1516740404" sldId="258"/>
            <ac:spMk id="2" creationId="{8254306B-2FA9-DBD0-4879-2F0F9F640255}"/>
          </ac:spMkLst>
        </pc:spChg>
        <pc:spChg chg="mod">
          <ac:chgData name="Toran Shahi" userId="9e80e87edecd0726" providerId="Windows Live" clId="Web-{6C9BC709-A00F-B7FB-826B-8CD524C78167}" dt="2026-06-11T08:56:11.469" v="497" actId="20577"/>
          <ac:spMkLst>
            <pc:docMk/>
            <pc:sldMk cId="1516740404" sldId="258"/>
            <ac:spMk id="3" creationId="{19642708-C46C-0C1F-6CBC-B422CA064D0D}"/>
          </ac:spMkLst>
        </pc:spChg>
        <pc:spChg chg="add mod">
          <ac:chgData name="Toran Shahi" userId="9e80e87edecd0726" providerId="Windows Live" clId="Web-{6C9BC709-A00F-B7FB-826B-8CD524C78167}" dt="2026-06-11T08:28:44.118" v="444" actId="1076"/>
          <ac:spMkLst>
            <pc:docMk/>
            <pc:sldMk cId="1516740404" sldId="258"/>
            <ac:spMk id="6" creationId="{0846591E-C0AB-1FCC-5912-3E7EC667C32E}"/>
          </ac:spMkLst>
        </pc:spChg>
        <pc:picChg chg="add mod">
          <ac:chgData name="Toran Shahi" userId="9e80e87edecd0726" providerId="Windows Live" clId="Web-{6C9BC709-A00F-B7FB-826B-8CD524C78167}" dt="2026-06-11T08:27:47.331" v="410" actId="14100"/>
          <ac:picMkLst>
            <pc:docMk/>
            <pc:sldMk cId="1516740404" sldId="258"/>
            <ac:picMk id="4" creationId="{3B9809EF-4BAE-D124-8492-77989B310C18}"/>
          </ac:picMkLst>
        </pc:picChg>
      </pc:sldChg>
      <pc:sldChg chg="delSp modSp add replId">
        <pc:chgData name="Toran Shahi" userId="9e80e87edecd0726" providerId="Windows Live" clId="Web-{6C9BC709-A00F-B7FB-826B-8CD524C78167}" dt="2026-06-11T09:03:45.501" v="535"/>
        <pc:sldMkLst>
          <pc:docMk/>
          <pc:sldMk cId="2825433724" sldId="259"/>
        </pc:sldMkLst>
        <pc:spChg chg="mod">
          <ac:chgData name="Toran Shahi" userId="9e80e87edecd0726" providerId="Windows Live" clId="Web-{6C9BC709-A00F-B7FB-826B-8CD524C78167}" dt="2026-06-11T09:02:59.155" v="510" actId="20577"/>
          <ac:spMkLst>
            <pc:docMk/>
            <pc:sldMk cId="2825433724" sldId="259"/>
            <ac:spMk id="2" creationId="{C8278B8A-1E64-8C9E-B4E7-8DF2B223E937}"/>
          </ac:spMkLst>
        </pc:spChg>
        <pc:spChg chg="mod">
          <ac:chgData name="Toran Shahi" userId="9e80e87edecd0726" providerId="Windows Live" clId="Web-{6C9BC709-A00F-B7FB-826B-8CD524C78167}" dt="2026-06-11T09:03:20.906" v="531" actId="20577"/>
          <ac:spMkLst>
            <pc:docMk/>
            <pc:sldMk cId="2825433724" sldId="259"/>
            <ac:spMk id="3" creationId="{BCFF8CB7-6557-5214-6F23-B91B68EDDC9D}"/>
          </ac:spMkLst>
        </pc:spChg>
      </pc:sldChg>
    </pc:docChg>
  </pc:docChgLst>
  <pc:docChgLst>
    <pc:chgData name="Toran Shahi" userId="9e80e87edecd0726" providerId="Windows Live" clId="Web-{009848D9-30CF-37D1-0AF5-EEFD4955BB3C}"/>
    <pc:docChg chg="modSld">
      <pc:chgData name="Toran Shahi" userId="9e80e87edecd0726" providerId="Windows Live" clId="Web-{009848D9-30CF-37D1-0AF5-EEFD4955BB3C}" dt="2026-06-16T02:37:05.922" v="89" actId="14100"/>
      <pc:docMkLst>
        <pc:docMk/>
      </pc:docMkLst>
      <pc:sldChg chg="modSp">
        <pc:chgData name="Toran Shahi" userId="9e80e87edecd0726" providerId="Windows Live" clId="Web-{009848D9-30CF-37D1-0AF5-EEFD4955BB3C}" dt="2026-06-16T01:52:48.121" v="71" actId="20577"/>
        <pc:sldMkLst>
          <pc:docMk/>
          <pc:sldMk cId="1185778637" sldId="265"/>
        </pc:sldMkLst>
        <pc:spChg chg="mod">
          <ac:chgData name="Toran Shahi" userId="9e80e87edecd0726" providerId="Windows Live" clId="Web-{009848D9-30CF-37D1-0AF5-EEFD4955BB3C}" dt="2026-06-16T01:52:48.121" v="71" actId="20577"/>
          <ac:spMkLst>
            <pc:docMk/>
            <pc:sldMk cId="1185778637" sldId="265"/>
            <ac:spMk id="3" creationId="{4EDCA78D-B93F-AC9C-8C45-108E0009706B}"/>
          </ac:spMkLst>
        </pc:spChg>
      </pc:sldChg>
      <pc:sldChg chg="modSp">
        <pc:chgData name="Toran Shahi" userId="9e80e87edecd0726" providerId="Windows Live" clId="Web-{009848D9-30CF-37D1-0AF5-EEFD4955BB3C}" dt="2026-06-16T02:37:05.922" v="89" actId="14100"/>
        <pc:sldMkLst>
          <pc:docMk/>
          <pc:sldMk cId="467866429" sldId="267"/>
        </pc:sldMkLst>
        <pc:spChg chg="mod">
          <ac:chgData name="Toran Shahi" userId="9e80e87edecd0726" providerId="Windows Live" clId="Web-{009848D9-30CF-37D1-0AF5-EEFD4955BB3C}" dt="2026-06-16T02:37:05.922" v="89" actId="14100"/>
          <ac:spMkLst>
            <pc:docMk/>
            <pc:sldMk cId="467866429" sldId="267"/>
            <ac:spMk id="3" creationId="{D699C369-627E-B9BE-F7D7-32D70CB74F1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E0C7DE-ADB0-4D70-8912-4493BE048156}" type="datetimeFigureOut">
              <a:t>6/15/2026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59FD8C-DAF7-4F20-9AE3-8839BFF6712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3172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88557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B8514-BF7C-7781-CBDF-EA98625C0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C03CE-FBF4-7993-A356-F9C298B082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538EE-E9B8-36F8-79AC-D21987F0C6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D6015-D65D-BD85-2048-17ED248669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23355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53894-A45F-5CDE-61CC-A5E588587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02F0E2-FE85-C7EA-EA06-003CE36809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0C7048-85CF-3B8A-3FC1-1B275455D9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57B4A-1285-8175-6550-36C157D6C0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64717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82B99-846C-6137-6289-31EB7C2AA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59D794-4BBB-8B9B-08DE-72DEA833CE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6DCA4C-3295-D915-0557-EED8F37B34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44A50-F8E8-1B8B-C6AD-69C2313BFB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285328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241EB-79BD-2924-7BDB-145D906BC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A3B85-EA41-DAFE-6268-98BDFE537D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63D9E4-61A9-F41B-32FC-418271B155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FEFF6-6C47-612C-9251-9424582B65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492110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34C5C-0B31-A1E3-40E6-D5AE6E05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D93F1-C87C-434C-2020-A16C7F6EDB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3D02C2-59B6-5060-7755-80ED99CCC8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D01F1-1F24-56EA-A105-6D63506111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3351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2D5EE-E83D-E15A-0C89-D5548972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C3FFFD-5659-CA5B-FF49-DAD6E23AF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1C02DB-6996-5FD5-EDB1-0F63F5D6F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2200" dirty="0">
                <a:solidFill>
                  <a:srgbClr val="C00000"/>
                </a:solidFill>
                <a:ea typeface="+mn-lt"/>
                <a:cs typeface="+mn-lt"/>
              </a:rPr>
              <a:t>Red keyw</a:t>
            </a:r>
            <a:r>
              <a:rPr lang="en-AU" sz="2200">
                <a:solidFill>
                  <a:srgbClr val="C00000"/>
                </a:solidFill>
                <a:ea typeface="+mn-lt"/>
                <a:cs typeface="+mn-lt"/>
              </a:rPr>
              <a:t>ords</a:t>
            </a:r>
            <a:r>
              <a:rPr lang="en-AU">
                <a:ea typeface="Calibri"/>
                <a:cs typeface="Calibri"/>
              </a:rPr>
              <a:t> , </a:t>
            </a:r>
            <a:r>
              <a:rPr lang="en-AU" sz="2200">
                <a:solidFill>
                  <a:schemeClr val="accent1"/>
                </a:solidFill>
                <a:ea typeface="+mn-lt"/>
                <a:cs typeface="+mn-lt"/>
              </a:rPr>
              <a:t>blue values</a:t>
            </a:r>
            <a:endParaRPr lang="en-AU" sz="2200" dirty="0">
              <a:solidFill>
                <a:schemeClr val="accent1"/>
              </a:solidFill>
              <a:ea typeface="+mn-lt"/>
              <a:cs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72845-A865-F33C-E023-CFF25055ED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6446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27A0D-3479-AE80-A07E-186E9F52B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BE7D50-843A-12B7-88C5-62ECA728D0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4C6597-3163-4BF9-5D14-F37F2C54E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2200" dirty="0">
                <a:solidFill>
                  <a:srgbClr val="C00000"/>
                </a:solidFill>
                <a:ea typeface="+mn-lt"/>
                <a:cs typeface="+mn-lt"/>
              </a:rPr>
              <a:t>Red keyw</a:t>
            </a:r>
            <a:r>
              <a:rPr lang="en-AU" sz="2200">
                <a:solidFill>
                  <a:srgbClr val="C00000"/>
                </a:solidFill>
                <a:ea typeface="+mn-lt"/>
                <a:cs typeface="+mn-lt"/>
              </a:rPr>
              <a:t>ords</a:t>
            </a:r>
            <a:r>
              <a:rPr lang="en-AU">
                <a:ea typeface="Calibri"/>
                <a:cs typeface="Calibri"/>
              </a:rPr>
              <a:t> , </a:t>
            </a:r>
            <a:r>
              <a:rPr lang="en-AU" sz="2200">
                <a:solidFill>
                  <a:schemeClr val="accent1"/>
                </a:solidFill>
                <a:ea typeface="+mn-lt"/>
                <a:cs typeface="+mn-lt"/>
              </a:rPr>
              <a:t>blue values</a:t>
            </a:r>
            <a:endParaRPr lang="en-AU" sz="2200" dirty="0">
              <a:solidFill>
                <a:schemeClr val="accent1"/>
              </a:solidFill>
              <a:ea typeface="+mn-lt"/>
              <a:cs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B50DB-5F36-4444-8860-FB7BBE18BD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330129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740BF-8968-0339-AD24-EBF4D83E1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194EDA-65A9-D151-0825-0E9FC0341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539332-78EB-3F4D-B5FA-4ED0FE6AB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2200" dirty="0">
                <a:solidFill>
                  <a:srgbClr val="C00000"/>
                </a:solidFill>
                <a:ea typeface="+mn-lt"/>
                <a:cs typeface="+mn-lt"/>
              </a:rPr>
              <a:t>Red keywords</a:t>
            </a:r>
            <a:r>
              <a:rPr lang="en-AU" dirty="0">
                <a:ea typeface="Calibri"/>
                <a:cs typeface="Calibri"/>
              </a:rPr>
              <a:t> , </a:t>
            </a:r>
            <a:r>
              <a:rPr lang="en-AU" sz="2200" dirty="0">
                <a:solidFill>
                  <a:schemeClr val="accent1"/>
                </a:solidFill>
                <a:ea typeface="+mn-lt"/>
                <a:cs typeface="+mn-lt"/>
              </a:rPr>
              <a:t>blue values, </a:t>
            </a:r>
            <a:r>
              <a:rPr lang="en-AU" sz="2600" dirty="0">
                <a:solidFill>
                  <a:srgbClr val="4EA72E"/>
                </a:solidFill>
                <a:latin typeface="Aptos"/>
                <a:cs typeface="Arial"/>
              </a:rPr>
              <a:t>[Opt</a:t>
            </a:r>
            <a:r>
              <a:rPr lang="en-AU" sz="2600">
                <a:solidFill>
                  <a:srgbClr val="4EA72E"/>
                </a:solidFill>
                <a:latin typeface="Aptos"/>
                <a:cs typeface="Arial"/>
              </a:rPr>
              <a:t>ions]</a:t>
            </a:r>
            <a:endParaRPr lang="en-AU" sz="2600" dirty="0">
              <a:solidFill>
                <a:srgbClr val="4EA72E"/>
              </a:solidFill>
              <a:latin typeface="Aptos"/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D836B1-B26E-2153-1EF1-16113992BB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40957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5248A-246A-9C2A-8ABA-D3C1F6749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A32D3-8A1B-632B-D953-ECE96DCBEB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F416E-0E70-E956-1837-78C575523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2200" dirty="0">
                <a:solidFill>
                  <a:srgbClr val="C00000"/>
                </a:solidFill>
                <a:ea typeface="+mn-lt"/>
                <a:cs typeface="+mn-lt"/>
              </a:rPr>
              <a:t>Red keywords</a:t>
            </a:r>
            <a:r>
              <a:rPr lang="en-AU" dirty="0">
                <a:ea typeface="Calibri"/>
                <a:cs typeface="Calibri"/>
              </a:rPr>
              <a:t> , </a:t>
            </a:r>
            <a:r>
              <a:rPr lang="en-AU" sz="2200" dirty="0">
                <a:solidFill>
                  <a:schemeClr val="accent1"/>
                </a:solidFill>
                <a:ea typeface="+mn-lt"/>
                <a:cs typeface="+mn-lt"/>
              </a:rPr>
              <a:t>blue values, </a:t>
            </a:r>
            <a:r>
              <a:rPr lang="en-AU" sz="2600" dirty="0">
                <a:solidFill>
                  <a:srgbClr val="4EA72E"/>
                </a:solidFill>
                <a:latin typeface="Aptos"/>
                <a:cs typeface="Arial"/>
              </a:rPr>
              <a:t>[Opt</a:t>
            </a:r>
            <a:r>
              <a:rPr lang="en-AU" sz="2600">
                <a:solidFill>
                  <a:srgbClr val="4EA72E"/>
                </a:solidFill>
                <a:latin typeface="Aptos"/>
                <a:cs typeface="Arial"/>
              </a:rPr>
              <a:t>ions]</a:t>
            </a:r>
            <a:endParaRPr lang="en-AU" sz="2600" dirty="0">
              <a:solidFill>
                <a:srgbClr val="4EA72E"/>
              </a:solidFill>
              <a:latin typeface="Aptos"/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CF37B-5C4C-30C7-06D9-566852D707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089560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6EFB7-9E21-92E6-B8DC-BEEB479C2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A82535-57D0-D576-DD26-808C5DA544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CD2D2-058C-8472-FB3B-0CAC447416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2200" dirty="0">
                <a:solidFill>
                  <a:srgbClr val="C00000"/>
                </a:solidFill>
                <a:ea typeface="+mn-lt"/>
                <a:cs typeface="+mn-lt"/>
              </a:rPr>
              <a:t>Red keywords</a:t>
            </a:r>
            <a:r>
              <a:rPr lang="en-AU" dirty="0">
                <a:ea typeface="Calibri"/>
                <a:cs typeface="Calibri"/>
              </a:rPr>
              <a:t> , </a:t>
            </a:r>
            <a:r>
              <a:rPr lang="en-AU" sz="2200" dirty="0">
                <a:solidFill>
                  <a:schemeClr val="accent1"/>
                </a:solidFill>
                <a:ea typeface="+mn-lt"/>
                <a:cs typeface="+mn-lt"/>
              </a:rPr>
              <a:t>blue values, </a:t>
            </a:r>
            <a:r>
              <a:rPr lang="en-AU" sz="2600" dirty="0">
                <a:solidFill>
                  <a:srgbClr val="4EA72E"/>
                </a:solidFill>
                <a:latin typeface="Aptos"/>
                <a:cs typeface="Arial"/>
              </a:rPr>
              <a:t>[Opt</a:t>
            </a:r>
            <a:r>
              <a:rPr lang="en-AU" sz="2600">
                <a:solidFill>
                  <a:srgbClr val="4EA72E"/>
                </a:solidFill>
                <a:latin typeface="Aptos"/>
                <a:cs typeface="Arial"/>
              </a:rPr>
              <a:t>ions]</a:t>
            </a:r>
            <a:endParaRPr lang="en-AU" sz="2600" dirty="0">
              <a:solidFill>
                <a:srgbClr val="4EA72E"/>
              </a:solidFill>
              <a:latin typeface="Aptos"/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5F9FB1-3935-2A58-EE69-3064DE220F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7993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9D056-447F-6ED8-B0BE-0A69C4FA16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8" y="548640"/>
            <a:ext cx="3273552" cy="54315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5400">
                <a:solidFill>
                  <a:srgbClr val="C00000"/>
                </a:solidFill>
              </a:rPr>
              <a:t>Advanced Open Shortest Path First </a:t>
            </a:r>
            <a:br>
              <a:rPr lang="en-US" sz="5400" dirty="0">
                <a:solidFill>
                  <a:srgbClr val="C00000"/>
                </a:solidFill>
              </a:rPr>
            </a:br>
            <a:r>
              <a:rPr lang="en-US" sz="5400" dirty="0">
                <a:solidFill>
                  <a:srgbClr val="C00000"/>
                </a:solidFill>
              </a:rPr>
              <a:t>(OSPF)</a:t>
            </a:r>
            <a:endParaRPr lang="en-US" sz="5400" kern="1200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CEFB9A-B525-9C48-9429-9E97E3B8A1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93408" y="337458"/>
            <a:ext cx="7126014" cy="6281056"/>
          </a:xfrm>
        </p:spPr>
        <p:txBody>
          <a:bodyPr vert="horz" lIns="91440" tIns="45720" rIns="91440" bIns="45720" rtlCol="0" anchor="ctr">
            <a:no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800" b="1" dirty="0"/>
              <a:t>Learning Outcomes:</a:t>
            </a:r>
          </a:p>
          <a:p>
            <a:pPr marL="1200150" lvl="1" indent="-457200" algn="l">
              <a:buFont typeface="+mj-lt"/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Areas</a:t>
            </a:r>
            <a:endParaRPr lang="en-US">
              <a:solidFill>
                <a:schemeClr val="accent6"/>
              </a:solidFill>
            </a:endParaRP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Link State Advertisement (LSA)</a:t>
            </a:r>
            <a:endParaRPr lang="en-US" sz="2800" b="1" dirty="0">
              <a:solidFill>
                <a:schemeClr val="accent6"/>
              </a:solidFill>
            </a:endParaRPr>
          </a:p>
          <a:p>
            <a:pPr marL="1200150" lvl="1" indent="-457200" algn="l">
              <a:buAutoNum type="arabicPeriod"/>
            </a:pPr>
            <a:r>
              <a:rPr lang="en-US" sz="2800" b="1" dirty="0">
                <a:solidFill>
                  <a:schemeClr val="accent6"/>
                </a:solidFill>
              </a:rPr>
              <a:t>Discontiguous Networks</a:t>
            </a: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OSPF Path Selection</a:t>
            </a:r>
            <a:endParaRPr lang="en-US" sz="2800" b="1" dirty="0">
              <a:solidFill>
                <a:schemeClr val="accent6"/>
              </a:solidFill>
            </a:endParaRP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Summarization</a:t>
            </a:r>
            <a:endParaRPr lang="en-US" sz="2800" b="1" dirty="0">
              <a:solidFill>
                <a:schemeClr val="accent6"/>
              </a:solidFill>
            </a:endParaRP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Route Filtering</a:t>
            </a:r>
            <a:endParaRPr lang="en-US" sz="2800" b="1" dirty="0">
              <a:solidFill>
                <a:schemeClr val="accent6"/>
              </a:solidFill>
            </a:endParaRPr>
          </a:p>
          <a:p>
            <a:pPr marL="1200150" lvl="1" indent="-457200" algn="l">
              <a:buAutoNum type="arabicPeriod"/>
            </a:pPr>
            <a:endParaRPr lang="en-US" sz="28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5575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4306B-2FA9-DBD0-4879-2F0F9F640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9293"/>
            <a:ext cx="4280474" cy="1709854"/>
          </a:xfrm>
          <a:solidFill>
            <a:schemeClr val="accent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1. Areas 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642708-C46C-0C1F-6CBC-B422CA064D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63762" y="492843"/>
            <a:ext cx="7189083" cy="5938019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/>
              <a:t>Logical partition of AS or grouping </a:t>
            </a:r>
            <a:r>
              <a:rPr lang="en-US"/>
              <a:t>of router</a:t>
            </a:r>
            <a:r>
              <a:rPr lang="en-US" dirty="0"/>
              <a:t> interfaces.</a:t>
            </a:r>
          </a:p>
          <a:p>
            <a:r>
              <a:rPr lang="en-US" dirty="0"/>
              <a:t>Floods and calculation of </a:t>
            </a:r>
            <a:r>
              <a:rPr lang="en-US" dirty="0" err="1"/>
              <a:t>Dijsktra's</a:t>
            </a:r>
            <a:r>
              <a:rPr lang="en-US" dirty="0"/>
              <a:t> algorithm is limited by area.</a:t>
            </a:r>
          </a:p>
          <a:p>
            <a:r>
              <a:rPr lang="en-US"/>
              <a:t>Every router in an area has exact same LSDB</a:t>
            </a:r>
          </a:p>
          <a:p>
            <a:r>
              <a:rPr lang="en-US" dirty="0"/>
              <a:t>To prevent overflooding, Dijsk</a:t>
            </a:r>
            <a:r>
              <a:rPr lang="en-US"/>
              <a:t>tra's algorithm run and limit size of LSDB, multiple area are needed.</a:t>
            </a:r>
            <a:endParaRPr lang="en-US" dirty="0"/>
          </a:p>
          <a:p>
            <a:r>
              <a:rPr lang="en-US" dirty="0"/>
              <a:t>Routes from one area to another are </a:t>
            </a:r>
            <a:r>
              <a:rPr lang="en-US"/>
              <a:t>only injected via area 0 (backbone area).</a:t>
            </a:r>
            <a:endParaRPr lang="en-US" dirty="0"/>
          </a:p>
          <a:p>
            <a:r>
              <a:rPr lang="en-US" dirty="0"/>
              <a:t>Routers connecting </a:t>
            </a:r>
            <a:r>
              <a:rPr lang="en-US"/>
              <a:t>area 0 to other areas (can be connected to multiple) are called Area Border Router (ABR).</a:t>
            </a:r>
            <a:endParaRPr lang="en-US" dirty="0"/>
          </a:p>
          <a:p>
            <a:r>
              <a:rPr lang="en-US"/>
              <a:t>Area ID can be in decimal format or dotted decimal format. Such as 0 or 0.0.0.0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  <p:pic>
        <p:nvPicPr>
          <p:cNvPr id="4" name="Picture 3" descr="A diagram of a area&#10;&#10;AI-generated content may be incorrect.">
            <a:extLst>
              <a:ext uri="{FF2B5EF4-FFF2-40B4-BE49-F238E27FC236}">
                <a16:creationId xmlns:a16="http://schemas.microsoft.com/office/drawing/2014/main" id="{3B9809EF-4BAE-D124-8492-77989B310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813" y="3247792"/>
            <a:ext cx="4379642" cy="23417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46591E-C0AB-1FCC-5912-3E7EC667C32E}"/>
              </a:ext>
            </a:extLst>
          </p:cNvPr>
          <p:cNvSpPr txBox="1"/>
          <p:nvPr/>
        </p:nvSpPr>
        <p:spPr>
          <a:xfrm>
            <a:off x="178277" y="2501304"/>
            <a:ext cx="401929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ABR R1 has interfaces in Area 0,1 and 2</a:t>
            </a:r>
          </a:p>
        </p:txBody>
      </p:sp>
    </p:spTree>
    <p:extLst>
      <p:ext uri="{BB962C8B-B14F-4D97-AF65-F5344CB8AC3E}">
        <p14:creationId xmlns:p14="http://schemas.microsoft.com/office/powerpoint/2010/main" val="1516740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A3AC8-1524-A1A7-4C40-B8AC136FD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78B8A-1E64-8C9E-B4E7-8DF2B223E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0"/>
            <a:ext cx="3880889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2. Link State Advertisement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F8CB7-6557-5214-6F23-B91B68EDDC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0738" y="260526"/>
            <a:ext cx="7514326" cy="631901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/>
              <a:t>Six Types of LSA used for IPv4</a:t>
            </a:r>
          </a:p>
          <a:p>
            <a:pPr lvl="1"/>
            <a:r>
              <a:rPr lang="en-US"/>
              <a:t>Type 1 Router Link: Each router in OSPF area</a:t>
            </a:r>
          </a:p>
          <a:p>
            <a:pPr lvl="1"/>
            <a:r>
              <a:rPr lang="en-US"/>
              <a:t>Type 2 Network Link: DR in multi-access (broadcast) segment</a:t>
            </a:r>
          </a:p>
          <a:p>
            <a:pPr lvl="1"/>
            <a:r>
              <a:rPr lang="en-US"/>
              <a:t>Type 3 Network Summary: ABR originated for inter area link advertisement.</a:t>
            </a:r>
          </a:p>
          <a:p>
            <a:pPr lvl="1"/>
            <a:r>
              <a:rPr lang="en-US"/>
              <a:t>Type 4 ASBR: Summary LSA for specific ASBR</a:t>
            </a:r>
            <a:r>
              <a:rPr lang="en-US" dirty="0"/>
              <a:t> </a:t>
            </a:r>
          </a:p>
          <a:p>
            <a:pPr lvl="1"/>
            <a:r>
              <a:rPr lang="en-US"/>
              <a:t>Type 5 AS External: External redistributed route</a:t>
            </a:r>
          </a:p>
          <a:p>
            <a:pPr lvl="1"/>
            <a:r>
              <a:rPr lang="en-US"/>
              <a:t>Type 7 External NSSA: Advertises redistributed routes to </a:t>
            </a:r>
            <a:r>
              <a:rPr lang="en-US" dirty="0"/>
              <a:t>NSSA.</a:t>
            </a:r>
          </a:p>
          <a:p>
            <a:r>
              <a:rPr lang="en-US"/>
              <a:t>External routes are learned from outside of OSPF domain and are injected through redistribution.</a:t>
            </a:r>
            <a:endParaRPr lang="en-US" dirty="0"/>
          </a:p>
          <a:p>
            <a:r>
              <a:rPr lang="en-US"/>
              <a:t>Type 1,2 and 3 are used to create SPT for intra-area and inter-area communication.</a:t>
            </a:r>
          </a:p>
          <a:p>
            <a:pPr marL="0" indent="0">
              <a:buNone/>
            </a:pPr>
            <a:endParaRPr lang="en-US" dirty="0"/>
          </a:p>
          <a:p>
            <a:pPr marL="914400" lvl="1" indent="-457200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25433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151D8-648B-8AB4-B857-E202CA3A4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482D3-6A4F-5627-867F-7DA250821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0"/>
            <a:ext cx="4159669" cy="1719147"/>
          </a:xfrm>
          <a:solidFill>
            <a:schemeClr val="accent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2. Link State Advertisement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3EC6C-E6AB-4A9B-B0CD-3AF6A9D87C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1836" y="241940"/>
            <a:ext cx="7077570" cy="2128020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b="1"/>
              <a:t>Type 1: Router Link LSA</a:t>
            </a:r>
            <a:endParaRPr lang="en-US"/>
          </a:p>
          <a:p>
            <a:r>
              <a:rPr lang="en-US" dirty="0"/>
              <a:t>Exists for each OSPF enabled </a:t>
            </a:r>
            <a:r>
              <a:rPr lang="en-US"/>
              <a:t>links</a:t>
            </a:r>
            <a:endParaRPr lang="en-US" dirty="0"/>
          </a:p>
          <a:p>
            <a:r>
              <a:rPr lang="en-US" dirty="0"/>
              <a:t>All links in same area of a router is advertised in a single Type 1 LSA identified by Link ID/RID.</a:t>
            </a:r>
          </a:p>
          <a:p>
            <a:r>
              <a:rPr lang="en-US" dirty="0"/>
              <a:t>Each link defined in Type 1 LSA has type of link (</a:t>
            </a:r>
            <a:r>
              <a:rPr lang="en-US"/>
              <a:t>Stub, Transit</a:t>
            </a:r>
            <a:r>
              <a:rPr lang="en-US" dirty="0"/>
              <a:t>, P2P), Link ID, Link Data and Metrics.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914400" lvl="1" indent="-457200">
              <a:buAutoNum type="arabicPeriod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F0D6350-5B9C-9CBB-9D1D-98FD217C42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6209169"/>
              </p:ext>
            </p:extLst>
          </p:nvPr>
        </p:nvGraphicFramePr>
        <p:xfrm>
          <a:off x="5027341" y="2694878"/>
          <a:ext cx="6906410" cy="37580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198">
                  <a:extLst>
                    <a:ext uri="{9D8B030D-6E8A-4147-A177-3AD203B41FA5}">
                      <a16:colId xmlns:a16="http://schemas.microsoft.com/office/drawing/2014/main" val="2472318105"/>
                    </a:ext>
                  </a:extLst>
                </a:gridCol>
                <a:gridCol w="4523212">
                  <a:extLst>
                    <a:ext uri="{9D8B030D-6E8A-4147-A177-3AD203B41FA5}">
                      <a16:colId xmlns:a16="http://schemas.microsoft.com/office/drawing/2014/main" val="4235754748"/>
                    </a:ext>
                  </a:extLst>
                </a:gridCol>
              </a:tblGrid>
              <a:tr h="371303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0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ptos" panose="020B0004020202020204" pitchFamily="34" charset="0"/>
                        </a:rPr>
                        <a:t>Field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0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ptos" panose="020B0004020202020204" pitchFamily="34" charset="0"/>
                        </a:rPr>
                        <a:t>Description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565114"/>
                  </a:ext>
                </a:extLst>
              </a:tr>
              <a:tr h="652594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0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Age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00"/>
                        </a:lnSpc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LSA age since LSA was generated. Discarded after max age time. 3600 Sec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0248239"/>
                  </a:ext>
                </a:extLst>
              </a:tr>
              <a:tr h="652595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0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Link  State ID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00"/>
                        </a:lnSpc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LSA ID, usually same as RID of advertising router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3523446"/>
                  </a:ext>
                </a:extLst>
              </a:tr>
              <a:tr h="416311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0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ADV Router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00"/>
                        </a:lnSpc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RID of the advertising router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8815318"/>
                  </a:ext>
                </a:extLst>
              </a:tr>
              <a:tr h="652595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0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Seq#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00"/>
                        </a:lnSpc>
                        <a:buNone/>
                      </a:pP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LSA seq# to identify old/stale and new LSA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6808551"/>
                  </a:ext>
                </a:extLst>
              </a:tr>
              <a:tr h="360052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0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Checksum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00"/>
                        </a:lnSpc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LSA Fletcher checksum 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0397524"/>
                  </a:ext>
                </a:extLst>
              </a:tr>
              <a:tr h="652595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0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Link Count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00"/>
                        </a:lnSpc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Number of links connected to advertising router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4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7145122"/>
                  </a:ext>
                </a:extLst>
              </a:tr>
            </a:tbl>
          </a:graphicData>
        </a:graphic>
      </p:graphicFrame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E7398253-C58D-1794-05C0-FA42938EFD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10" y="1887576"/>
            <a:ext cx="4537850" cy="4829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4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1E889-CB25-67B6-9514-DE5877E52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FFAB-DA05-A869-0643-64CD287EC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0"/>
            <a:ext cx="3880889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2. Link State Advertisement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C6295-E573-176C-AB48-4D3ABF9B5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2861" y="241940"/>
            <a:ext cx="7616545" cy="2555482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b="1"/>
              <a:t>Type 2: Network Link LSA</a:t>
            </a:r>
            <a:endParaRPr lang="en-US"/>
          </a:p>
          <a:p>
            <a:r>
              <a:rPr lang="en-US"/>
              <a:t>Every DR on a broadcast network segment in an area sends type 2 LSA.</a:t>
            </a:r>
          </a:p>
          <a:p>
            <a:r>
              <a:rPr lang="en-US"/>
              <a:t>Link State ID is the Designated Router interface IP in the segment.</a:t>
            </a:r>
            <a:endParaRPr lang="en-US" dirty="0"/>
          </a:p>
          <a:p>
            <a:r>
              <a:rPr lang="en-US" dirty="0"/>
              <a:t>Type 2 LSA contains network mask of the segment and the routers(RID) connected in the segment.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914400" lvl="1" indent="-457200">
              <a:buAutoNum type="arabicPeriod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  <p:pic>
        <p:nvPicPr>
          <p:cNvPr id="4" name="Picture 3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51C5FE9E-B338-9EB2-DB9E-96B1A6C2C7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0644" y="2904196"/>
            <a:ext cx="7380711" cy="3716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457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56204-6AFE-832F-9352-E7F3DEF5F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09B4B-4900-F430-C872-EE8A56805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0"/>
            <a:ext cx="4464999" cy="1607635"/>
          </a:xfrm>
          <a:solidFill>
            <a:schemeClr val="accent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2. Link State Advertisement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D995A-0E9E-C739-C918-DAEF8FBAA5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9640" y="241940"/>
            <a:ext cx="7309766" cy="4255199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r>
              <a:rPr lang="en-US" b="1"/>
              <a:t>Type 3: Summary LSA</a:t>
            </a:r>
            <a:endParaRPr lang="en-US"/>
          </a:p>
          <a:p>
            <a:r>
              <a:rPr lang="en-US" dirty="0"/>
              <a:t>Every ABR constructs Type 3 LSA from received </a:t>
            </a:r>
            <a:r>
              <a:rPr lang="en-US"/>
              <a:t>Type 1 LSA for an area and forwards </a:t>
            </a:r>
            <a:r>
              <a:rPr lang="en-US" dirty="0"/>
              <a:t>them to area 0 to make sure that the networks in </a:t>
            </a:r>
            <a:r>
              <a:rPr lang="en-US"/>
              <a:t>non-backbone area is reachable.</a:t>
            </a:r>
          </a:p>
          <a:p>
            <a:r>
              <a:rPr lang="en-US"/>
              <a:t>If an ABR receives Type 3 LSA from area 0(reference), it constructs new Type 3 LSA for non-backbone area.</a:t>
            </a:r>
          </a:p>
          <a:p>
            <a:r>
              <a:rPr lang="en-US"/>
              <a:t>Thus, Type 3 LSAs are generated by ABR only.</a:t>
            </a:r>
            <a:endParaRPr lang="en-US" dirty="0"/>
          </a:p>
          <a:p>
            <a:r>
              <a:rPr lang="en-US" dirty="0"/>
              <a:t>Cost metric in Type 3 LSA is the total of cost metric in original LSA (Type 1 or Type 3) plus the metric to reach the Type 1 or Type 3 originat</a:t>
            </a:r>
            <a:r>
              <a:rPr lang="en-US"/>
              <a:t>ing router.</a:t>
            </a:r>
            <a:endParaRPr lang="en-US" dirty="0"/>
          </a:p>
          <a:p>
            <a:r>
              <a:rPr lang="en-US" dirty="0"/>
              <a:t>The cost metric for inter area prefix will be calculated at a non-backbone router as cost to reach the ABR generating Type 3 LSA plus metric in </a:t>
            </a:r>
            <a:r>
              <a:rPr lang="en-US"/>
              <a:t>received Type 3 LSA.</a:t>
            </a:r>
          </a:p>
          <a:p>
            <a:r>
              <a:rPr lang="en-US"/>
              <a:t>ABR uses best path metric while constructing Type 3 LSA to the prefix even if it has multiple path to reach the prefix. 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914400" lvl="1" indent="-457200">
              <a:buAutoNum type="arabicPeriod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D76D744-5C5A-B27D-B2F8-CCBF87C5A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739" y="4266449"/>
            <a:ext cx="4295775" cy="2486024"/>
          </a:xfrm>
          <a:prstGeom prst="rect">
            <a:avLst/>
          </a:prstGeom>
        </p:spPr>
      </p:pic>
      <p:pic>
        <p:nvPicPr>
          <p:cNvPr id="5" name="Picture 4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3E333DA1-3E7F-5D08-61B7-6AF9D08637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123" y="1714751"/>
            <a:ext cx="3803612" cy="50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723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13C77-1D8A-FFB2-709D-697447F5C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3940C-7508-DA29-4996-6B263466C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0"/>
            <a:ext cx="4464999" cy="1607635"/>
          </a:xfrm>
          <a:solidFill>
            <a:schemeClr val="accent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2. Link State Advertisement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EEAB3-62C1-6F17-9581-1F408ABEC3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9640" y="241940"/>
            <a:ext cx="7181116" cy="1899145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r>
              <a:rPr lang="en-US" b="1"/>
              <a:t>Type 3: Summary LSA Construction and Flow</a:t>
            </a:r>
          </a:p>
          <a:p>
            <a:r>
              <a:rPr lang="en-US" dirty="0"/>
              <a:t>Each </a:t>
            </a:r>
            <a:r>
              <a:rPr lang="en-US"/>
              <a:t>link is Ethernet link and has metric 1.</a:t>
            </a:r>
            <a:endParaRPr lang="en-US" dirty="0"/>
          </a:p>
          <a:p>
            <a:r>
              <a:rPr lang="en-US" dirty="0"/>
              <a:t>What other LSA flow in this </a:t>
            </a:r>
            <a:r>
              <a:rPr lang="en-US"/>
              <a:t>network?</a:t>
            </a:r>
            <a:endParaRPr lang="en-US" dirty="0"/>
          </a:p>
          <a:p>
            <a:r>
              <a:rPr lang="en-US"/>
              <a:t>Between which routers?</a:t>
            </a:r>
            <a:endParaRPr lang="en-US" dirty="0"/>
          </a:p>
          <a:p>
            <a:endParaRPr lang="en-AU" dirty="0"/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6CB30779-2749-1D3B-87DC-B9A1B677E8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068" y="2501447"/>
            <a:ext cx="9630096" cy="4355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405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BC24D-6B8A-485E-1CA5-15F6A9A69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38E5D-77AE-FB41-B51C-E2244BB12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0"/>
            <a:ext cx="3598224" cy="6855910"/>
          </a:xfrm>
          <a:solidFill>
            <a:schemeClr val="accent2"/>
          </a:solidFill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 </a:t>
            </a:r>
            <a:r>
              <a:rPr lang="en-US" b="1" dirty="0" err="1">
                <a:solidFill>
                  <a:schemeClr val="bg1"/>
                </a:solidFill>
              </a:rPr>
              <a:t>Discontiguous</a:t>
            </a:r>
            <a:r>
              <a:rPr lang="en-US" b="1" dirty="0">
                <a:solidFill>
                  <a:schemeClr val="bg1"/>
                </a:solidFill>
              </a:rPr>
              <a:t>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01F96-4D27-DAA6-E98D-24A653AB4C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6215" y="241940"/>
            <a:ext cx="8043191" cy="5893499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/>
              <a:t>Every non-backbone area needs to have an ABR that has </a:t>
            </a:r>
            <a:r>
              <a:rPr lang="en-US"/>
              <a:t>at least</a:t>
            </a:r>
            <a:r>
              <a:rPr lang="en-US" dirty="0"/>
              <a:t> one interface in backbone area (area 0).</a:t>
            </a:r>
          </a:p>
          <a:p>
            <a:r>
              <a:rPr lang="en-US" dirty="0"/>
              <a:t>If not, the network is considered as </a:t>
            </a:r>
            <a:r>
              <a:rPr lang="en-US" dirty="0" err="1"/>
              <a:t>discontiguous</a:t>
            </a:r>
            <a:r>
              <a:rPr lang="en-US" dirty="0"/>
              <a:t> that affects inter-area communication.</a:t>
            </a:r>
          </a:p>
          <a:p>
            <a:r>
              <a:rPr lang="en-US"/>
              <a:t>The non-backbone area must be connected to backbone area physically or virtually.</a:t>
            </a:r>
            <a:endParaRPr lang="en-US" dirty="0"/>
          </a:p>
          <a:p>
            <a:r>
              <a:rPr lang="en-US" dirty="0"/>
              <a:t>Virtual links can be configured in non-backbone transit area to connect distant non-</a:t>
            </a:r>
            <a:r>
              <a:rPr lang="en-US"/>
              <a:t>backbone area</a:t>
            </a:r>
            <a:r>
              <a:rPr lang="en-US" dirty="0"/>
              <a:t> to backbone area.</a:t>
            </a:r>
          </a:p>
          <a:p>
            <a:endParaRPr lang="en-US" dirty="0">
              <a:ea typeface="+mn-lt"/>
              <a:cs typeface="+mn-lt"/>
            </a:endParaRPr>
          </a:p>
          <a:p>
            <a:pPr marL="457200" lvl="1" indent="0">
              <a:buNone/>
            </a:pPr>
            <a:r>
              <a:rPr lang="en-US" b="1" dirty="0">
                <a:ea typeface="+mn-lt"/>
                <a:cs typeface="+mn-lt"/>
              </a:rPr>
              <a:t>R1</a:t>
            </a:r>
            <a:r>
              <a:rPr lang="en-US" dirty="0">
                <a:ea typeface="+mn-lt"/>
                <a:cs typeface="+mn-lt"/>
              </a:rPr>
              <a:t>(config)# </a:t>
            </a:r>
            <a:r>
              <a:rPr lang="en-US" dirty="0">
                <a:solidFill>
                  <a:srgbClr val="C00000"/>
                </a:solidFill>
                <a:ea typeface="+mn-lt"/>
                <a:cs typeface="+mn-lt"/>
              </a:rPr>
              <a:t>router </a:t>
            </a:r>
            <a:r>
              <a:rPr lang="en-US" dirty="0" err="1">
                <a:solidFill>
                  <a:srgbClr val="C00000"/>
                </a:solidFill>
                <a:ea typeface="+mn-lt"/>
                <a:cs typeface="+mn-lt"/>
              </a:rPr>
              <a:t>ospf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>
                <a:solidFill>
                  <a:schemeClr val="accent1"/>
                </a:solidFill>
                <a:ea typeface="+mn-lt"/>
                <a:cs typeface="+mn-lt"/>
              </a:rPr>
              <a:t>1</a:t>
            </a:r>
            <a:endParaRPr lang="en-US">
              <a:solidFill>
                <a:schemeClr val="accent1"/>
              </a:solidFill>
            </a:endParaRPr>
          </a:p>
          <a:p>
            <a:pPr marL="457200" lvl="1" indent="0">
              <a:buNone/>
            </a:pPr>
            <a:r>
              <a:rPr lang="en-US" b="1">
                <a:ea typeface="+mn-lt"/>
                <a:cs typeface="+mn-lt"/>
              </a:rPr>
              <a:t>R1</a:t>
            </a:r>
            <a:r>
              <a:rPr lang="en-US">
                <a:ea typeface="+mn-lt"/>
                <a:cs typeface="+mn-lt"/>
              </a:rPr>
              <a:t>(config-router)# </a:t>
            </a:r>
            <a:r>
              <a:rPr lang="en-US">
                <a:solidFill>
                  <a:srgbClr val="C00000"/>
                </a:solidFill>
                <a:ea typeface="+mn-lt"/>
                <a:cs typeface="+mn-lt"/>
              </a:rPr>
              <a:t>area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>
                <a:solidFill>
                  <a:schemeClr val="accent1"/>
                </a:solidFill>
                <a:ea typeface="+mn-lt"/>
                <a:cs typeface="+mn-lt"/>
              </a:rPr>
              <a:t>3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>
                <a:solidFill>
                  <a:srgbClr val="C00000"/>
                </a:solidFill>
                <a:ea typeface="+mn-lt"/>
                <a:cs typeface="+mn-lt"/>
              </a:rPr>
              <a:t>virtual-link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>
                <a:solidFill>
                  <a:schemeClr val="accent1"/>
                </a:solidFill>
                <a:ea typeface="+mn-lt"/>
                <a:cs typeface="+mn-lt"/>
              </a:rPr>
              <a:t>3.3.3.3</a:t>
            </a:r>
            <a:endParaRPr lang="en-US">
              <a:solidFill>
                <a:schemeClr val="accent1"/>
              </a:solidFill>
            </a:endParaRPr>
          </a:p>
          <a:p>
            <a:pPr marL="457200" lvl="1" indent="0">
              <a:buNone/>
            </a:pPr>
            <a:endParaRPr lang="en-US" dirty="0">
              <a:ea typeface="+mn-lt"/>
              <a:cs typeface="+mn-lt"/>
            </a:endParaRPr>
          </a:p>
          <a:p>
            <a:pPr marL="457200" lvl="1" indent="0">
              <a:buNone/>
            </a:pPr>
            <a:r>
              <a:rPr lang="en-US" b="1" dirty="0">
                <a:ea typeface="+mn-lt"/>
                <a:cs typeface="+mn-lt"/>
              </a:rPr>
              <a:t>R3</a:t>
            </a:r>
            <a:r>
              <a:rPr lang="en-US" dirty="0">
                <a:ea typeface="+mn-lt"/>
                <a:cs typeface="+mn-lt"/>
              </a:rPr>
              <a:t>(config)# </a:t>
            </a:r>
            <a:r>
              <a:rPr lang="en-US" dirty="0">
                <a:solidFill>
                  <a:srgbClr val="C00000"/>
                </a:solidFill>
                <a:ea typeface="+mn-lt"/>
                <a:cs typeface="+mn-lt"/>
              </a:rPr>
              <a:t>router </a:t>
            </a:r>
            <a:r>
              <a:rPr lang="en-US" dirty="0" err="1">
                <a:solidFill>
                  <a:srgbClr val="C00000"/>
                </a:solidFill>
                <a:ea typeface="+mn-lt"/>
                <a:cs typeface="+mn-lt"/>
              </a:rPr>
              <a:t>ospf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>
                <a:solidFill>
                  <a:schemeClr val="accent1"/>
                </a:solidFill>
                <a:ea typeface="+mn-lt"/>
                <a:cs typeface="+mn-lt"/>
              </a:rPr>
              <a:t>1</a:t>
            </a:r>
            <a:endParaRPr lang="en-US">
              <a:solidFill>
                <a:schemeClr val="accent1"/>
              </a:solidFill>
            </a:endParaRPr>
          </a:p>
          <a:p>
            <a:pPr marL="457200" lvl="1" indent="0">
              <a:buNone/>
            </a:pPr>
            <a:r>
              <a:rPr lang="en-US" b="1">
                <a:ea typeface="+mn-lt"/>
                <a:cs typeface="+mn-lt"/>
              </a:rPr>
              <a:t>R3</a:t>
            </a:r>
            <a:r>
              <a:rPr lang="en-US">
                <a:ea typeface="+mn-lt"/>
                <a:cs typeface="+mn-lt"/>
              </a:rPr>
              <a:t>(config-router)# </a:t>
            </a:r>
            <a:r>
              <a:rPr lang="en-US">
                <a:solidFill>
                  <a:srgbClr val="C00000"/>
                </a:solidFill>
                <a:ea typeface="+mn-lt"/>
                <a:cs typeface="+mn-lt"/>
              </a:rPr>
              <a:t>area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>
                <a:solidFill>
                  <a:schemeClr val="accent1"/>
                </a:solidFill>
                <a:ea typeface="+mn-lt"/>
                <a:cs typeface="+mn-lt"/>
              </a:rPr>
              <a:t>3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>
                <a:solidFill>
                  <a:srgbClr val="C00000"/>
                </a:solidFill>
                <a:ea typeface="+mn-lt"/>
                <a:cs typeface="+mn-lt"/>
              </a:rPr>
              <a:t>virtual-link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>
                <a:solidFill>
                  <a:schemeClr val="accent1"/>
                </a:solidFill>
                <a:ea typeface="+mn-lt"/>
                <a:cs typeface="+mn-lt"/>
              </a:rPr>
              <a:t>1.1.1.1</a:t>
            </a:r>
            <a:endParaRPr lang="en-US">
              <a:solidFill>
                <a:schemeClr val="accent1"/>
              </a:solidFill>
            </a:endParaRP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914400" lvl="1" indent="-457200">
              <a:buAutoNum type="arabicPeriod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021554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44E32-4E4E-CE21-6CD3-ECA15C9E3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EF921-85BB-79F7-54CD-13A57875C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0"/>
            <a:ext cx="3732764" cy="1819276"/>
          </a:xfrm>
          <a:solidFill>
            <a:schemeClr val="accent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4. OSPF Path Selection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CA78D-B93F-AC9C-8C45-108E000970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77534" y="241940"/>
            <a:ext cx="7751872" cy="6312564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/>
              <a:t>Multi-area path selection preference:</a:t>
            </a:r>
          </a:p>
          <a:p>
            <a:pPr lvl="1">
              <a:buAutoNum type="arabicPeriod"/>
            </a:pPr>
            <a:r>
              <a:rPr lang="en-US"/>
              <a:t>Intra-area (O)</a:t>
            </a:r>
            <a:endParaRPr lang="en-US" dirty="0"/>
          </a:p>
          <a:p>
            <a:pPr lvl="1">
              <a:buAutoNum type="arabicPeriod"/>
            </a:pPr>
            <a:r>
              <a:rPr lang="en-US">
                <a:solidFill>
                  <a:srgbClr val="000000"/>
                </a:solidFill>
                <a:latin typeface="Aptos"/>
                <a:cs typeface="Arial"/>
              </a:rPr>
              <a:t>Inter-area (O IA)</a:t>
            </a:r>
            <a:endParaRPr lang="en-US" dirty="0">
              <a:solidFill>
                <a:srgbClr val="000000"/>
              </a:solidFill>
              <a:latin typeface="Aptos"/>
              <a:cs typeface="Arial"/>
            </a:endParaRPr>
          </a:p>
          <a:p>
            <a:pPr lvl="1">
              <a:buAutoNum type="arabicPeriod"/>
            </a:pPr>
            <a:r>
              <a:rPr lang="en-US">
                <a:solidFill>
                  <a:srgbClr val="000000"/>
                </a:solidFill>
                <a:latin typeface="Aptos"/>
                <a:cs typeface="Arial"/>
              </a:rPr>
              <a:t>External Type 1 (O E1): Internal + external cost</a:t>
            </a:r>
            <a:endParaRPr lang="en-US" dirty="0">
              <a:solidFill>
                <a:srgbClr val="000000"/>
              </a:solidFill>
              <a:latin typeface="Aptos"/>
              <a:cs typeface="Arial"/>
            </a:endParaRPr>
          </a:p>
          <a:p>
            <a:pPr lvl="1">
              <a:buAutoNum type="arabicPeriod"/>
            </a:pPr>
            <a:r>
              <a:rPr lang="en-US" dirty="0">
                <a:solidFill>
                  <a:srgbClr val="000000"/>
                </a:solidFill>
                <a:latin typeface="Aptos"/>
                <a:cs typeface="Arial"/>
              </a:rPr>
              <a:t>External Type 2 (O E2): External cost only (redistrib</a:t>
            </a:r>
            <a:r>
              <a:rPr lang="en-US">
                <a:solidFill>
                  <a:srgbClr val="000000"/>
                </a:solidFill>
                <a:latin typeface="Aptos"/>
                <a:cs typeface="Arial"/>
              </a:rPr>
              <a:t>ution)</a:t>
            </a:r>
            <a:endParaRPr lang="en-US" dirty="0">
              <a:solidFill>
                <a:srgbClr val="000000"/>
              </a:solidFill>
              <a:latin typeface="Aptos"/>
              <a:cs typeface="Arial"/>
            </a:endParaRPr>
          </a:p>
          <a:p>
            <a:r>
              <a:rPr lang="en-US" dirty="0">
                <a:solidFill>
                  <a:srgbClr val="000000"/>
                </a:solidFill>
                <a:latin typeface="Aptos"/>
                <a:cs typeface="Arial"/>
              </a:rPr>
              <a:t>If multiple intra-area paths to a </a:t>
            </a:r>
            <a:r>
              <a:rPr lang="en-US">
                <a:solidFill>
                  <a:srgbClr val="000000"/>
                </a:solidFill>
                <a:latin typeface="Aptos"/>
                <a:cs typeface="Arial"/>
              </a:rPr>
              <a:t>prefix,</a:t>
            </a:r>
            <a:r>
              <a:rPr lang="en-US" dirty="0">
                <a:solidFill>
                  <a:srgbClr val="000000"/>
                </a:solidFill>
                <a:latin typeface="Aptos"/>
                <a:cs typeface="Arial"/>
              </a:rPr>
              <a:t> then path with least path metric.</a:t>
            </a:r>
          </a:p>
          <a:p>
            <a:r>
              <a:rPr lang="en-US" dirty="0">
                <a:cs typeface="Arial"/>
              </a:rPr>
              <a:t>If there is tie in path metric, then all the paths with equal cost is </a:t>
            </a:r>
            <a:r>
              <a:rPr lang="en-US">
                <a:cs typeface="Arial"/>
              </a:rPr>
              <a:t>installed into RIB.</a:t>
            </a:r>
            <a:endParaRPr lang="en-US" dirty="0">
              <a:cs typeface="Arial"/>
            </a:endParaRPr>
          </a:p>
          <a:p>
            <a:r>
              <a:rPr lang="en-US" dirty="0">
                <a:cs typeface="Arial"/>
              </a:rPr>
              <a:t>By default, OSPF installs </a:t>
            </a:r>
            <a:r>
              <a:rPr lang="en-US" dirty="0" err="1">
                <a:cs typeface="Arial"/>
              </a:rPr>
              <a:t>upto</a:t>
            </a:r>
            <a:r>
              <a:rPr lang="en-US" dirty="0">
                <a:cs typeface="Arial"/>
              </a:rPr>
              <a:t> 4 equal cost paths (ECMP) into RIB.</a:t>
            </a:r>
          </a:p>
          <a:p>
            <a:r>
              <a:rPr lang="en-US" dirty="0">
                <a:cs typeface="Arial"/>
              </a:rPr>
              <a:t>Default value can be changed with </a:t>
            </a:r>
            <a:r>
              <a:rPr lang="en-US" dirty="0">
                <a:solidFill>
                  <a:srgbClr val="C00000"/>
                </a:solidFill>
                <a:cs typeface="Arial"/>
              </a:rPr>
              <a:t>maximum-paths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solidFill>
                  <a:schemeClr val="accent1"/>
                </a:solidFill>
                <a:cs typeface="Arial"/>
              </a:rPr>
              <a:t>maximum-paths</a:t>
            </a:r>
            <a:r>
              <a:rPr lang="en-US" dirty="0">
                <a:cs typeface="Arial"/>
              </a:rPr>
              <a:t> command under </a:t>
            </a:r>
            <a:r>
              <a:rPr lang="en-US" dirty="0" err="1">
                <a:cs typeface="Arial"/>
              </a:rPr>
              <a:t>ospf</a:t>
            </a:r>
            <a:r>
              <a:rPr lang="en-US" dirty="0">
                <a:cs typeface="Arial"/>
              </a:rPr>
              <a:t> process.</a:t>
            </a:r>
          </a:p>
          <a:p>
            <a:r>
              <a:rPr lang="en-US">
                <a:cs typeface="Arial"/>
              </a:rPr>
              <a:t>For any inter-area path to be installed in RIB, it must traverse through backbone area (area 0).</a:t>
            </a:r>
          </a:p>
          <a:p>
            <a:r>
              <a:rPr lang="en-US" sz="2600">
                <a:cs typeface="Arial"/>
              </a:rPr>
              <a:t>For R1 to reach prefix 10.4.4.0/24:</a:t>
            </a:r>
            <a:endParaRPr lang="en-US" dirty="0">
              <a:cs typeface="Arial"/>
            </a:endParaRPr>
          </a:p>
          <a:p>
            <a:pPr marL="914400" lvl="2">
              <a:buNone/>
            </a:pPr>
            <a:r>
              <a:rPr lang="en-US" sz="1800">
                <a:cs typeface="Arial"/>
              </a:rPr>
              <a:t>Path-1:R1-R3-R4, metric 111, intra-area</a:t>
            </a:r>
          </a:p>
          <a:p>
            <a:pPr marL="914400" lvl="2">
              <a:buNone/>
            </a:pPr>
            <a:r>
              <a:rPr lang="en-US" sz="1800">
                <a:cs typeface="Arial"/>
              </a:rPr>
              <a:t>Path-2:R1-R2-R4, metric 12, inter-area </a:t>
            </a:r>
          </a:p>
          <a:p>
            <a:r>
              <a:rPr lang="en-US" sz="2600">
                <a:cs typeface="Arial"/>
              </a:rPr>
              <a:t>R1 selects Path-1 as it is intra-area</a:t>
            </a:r>
            <a:endParaRPr lang="en-US" sz="260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914400" lvl="1" indent="-457200">
              <a:buAutoNum type="arabicPeriod"/>
            </a:pP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AU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</p:txBody>
      </p:sp>
      <p:pic>
        <p:nvPicPr>
          <p:cNvPr id="4" name="Picture 3" descr="A diagram of a cloud with blue circles and arrows&#10;&#10;AI-generated content may be incorrect.">
            <a:extLst>
              <a:ext uri="{FF2B5EF4-FFF2-40B4-BE49-F238E27FC236}">
                <a16:creationId xmlns:a16="http://schemas.microsoft.com/office/drawing/2014/main" id="{3739D767-F48D-391D-DCFC-7991ECE15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283578" y="2597494"/>
            <a:ext cx="4551431" cy="348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7786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7967D-0C29-30AE-FA10-96371574C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3BEA3-8A07-09FC-B457-BCF802AEA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0"/>
            <a:ext cx="3887372" cy="1819276"/>
          </a:xfrm>
          <a:solidFill>
            <a:schemeClr val="accent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5. Summarization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AED84-55BE-5ED3-92F4-9506A8AE8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490" y="429679"/>
            <a:ext cx="7796045" cy="5793521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/>
              <a:t>Summarization occurs in ABR</a:t>
            </a:r>
            <a:endParaRPr lang="en-US" dirty="0"/>
          </a:p>
          <a:p>
            <a:r>
              <a:rPr lang="en-US"/>
              <a:t>Without summarization, Type 3 LSA at ABR needs to be modified as per the changes inside an area.</a:t>
            </a:r>
            <a:endParaRPr lang="en-US" dirty="0"/>
          </a:p>
          <a:p>
            <a:r>
              <a:rPr lang="en-US" dirty="0"/>
              <a:t>Summarization suppresses Type 3 LSA for all subordinate routes and creates single su</a:t>
            </a:r>
            <a:r>
              <a:rPr lang="en-US"/>
              <a:t>mmary aggregate Type 3 LSA</a:t>
            </a:r>
            <a:endParaRPr lang="en-US" dirty="0"/>
          </a:p>
          <a:p>
            <a:r>
              <a:rPr lang="en-US"/>
              <a:t>Summariza</a:t>
            </a:r>
            <a:r>
              <a:rPr lang="en-US">
                <a:solidFill>
                  <a:srgbClr val="000000"/>
                </a:solidFill>
                <a:latin typeface="Aptos"/>
                <a:cs typeface="Arial"/>
              </a:rPr>
              <a:t>tion</a:t>
            </a:r>
            <a:r>
              <a:rPr lang="en-US"/>
              <a:t> helps to reduce the size of LSDB, number of SPF calculations and number of Link State Advertisements.</a:t>
            </a:r>
            <a:endParaRPr lang="en-US" dirty="0"/>
          </a:p>
          <a:p>
            <a:r>
              <a:rPr lang="en-US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The metric for summary LSA is the lowest metric of the subordinate </a:t>
            </a:r>
            <a:r>
              <a:rPr lang="en-US">
                <a:solidFill>
                  <a:srgbClr val="000000"/>
                </a:solidFill>
                <a:latin typeface="Aptos"/>
                <a:ea typeface="Arial"/>
                <a:cs typeface="Arial"/>
              </a:rPr>
              <a:t>prefixes.</a:t>
            </a: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r>
              <a:rPr lang="en-US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Change in subordinate prefix metrics needs to be reflected in summary LSA metric, thus explicitly setting summary metric LSA is </a:t>
            </a:r>
            <a:r>
              <a:rPr lang="en-US">
                <a:solidFill>
                  <a:srgbClr val="000000"/>
                </a:solidFill>
                <a:latin typeface="Aptos"/>
                <a:ea typeface="Arial"/>
                <a:cs typeface="Arial"/>
              </a:rPr>
              <a:t>preferred.</a:t>
            </a: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r>
              <a:rPr lang="en-US">
                <a:cs typeface="Arial"/>
              </a:rPr>
              <a:t>Summarization in OSPF creates a discard route to null0 interface on ABR to prevent routing loops.</a:t>
            </a:r>
            <a:endParaRPr lang="en-US" dirty="0">
              <a:cs typeface="Arial"/>
            </a:endParaRPr>
          </a:p>
          <a:p>
            <a:r>
              <a:rPr lang="en-US">
                <a:cs typeface="Arial"/>
              </a:rPr>
              <a:t>Such route has AD of 110 </a:t>
            </a:r>
            <a:endParaRPr lang="en-US" dirty="0"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914400" lvl="1" indent="-457200">
              <a:buAutoNum type="arabicPeriod"/>
            </a:pP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AU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B7847D-B9E5-AF2A-1F31-8B1CF072E43F}"/>
              </a:ext>
            </a:extLst>
          </p:cNvPr>
          <p:cNvSpPr txBox="1"/>
          <p:nvPr/>
        </p:nvSpPr>
        <p:spPr>
          <a:xfrm>
            <a:off x="118753" y="2078181"/>
            <a:ext cx="3889167" cy="36317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solidFill>
                  <a:srgbClr val="000000"/>
                </a:solidFill>
                <a:latin typeface="Aptos"/>
                <a:ea typeface="Arial"/>
                <a:cs typeface="Arial"/>
              </a:rPr>
              <a:t>Command:</a:t>
            </a:r>
          </a:p>
          <a:p>
            <a:pPr lvl="1"/>
            <a:r>
              <a:rPr lang="en-US" sz="2000">
                <a:solidFill>
                  <a:srgbClr val="C00000"/>
                </a:solidFill>
                <a:latin typeface="Aptos"/>
                <a:ea typeface="Arial"/>
                <a:cs typeface="Arial"/>
              </a:rPr>
              <a:t>area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 b="0" i="0" u="none" strike="noStrike" baseline="0" dirty="0">
                <a:solidFill>
                  <a:srgbClr val="156082"/>
                </a:solidFill>
                <a:latin typeface="Aptos"/>
                <a:ea typeface="Arial"/>
                <a:cs typeface="Arial"/>
              </a:rPr>
              <a:t>area-id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 b="0" i="0" u="none" strike="noStrike" baseline="0" dirty="0">
                <a:solidFill>
                  <a:srgbClr val="C00000"/>
                </a:solidFill>
                <a:latin typeface="Aptos"/>
                <a:ea typeface="Arial"/>
                <a:cs typeface="Arial"/>
              </a:rPr>
              <a:t>range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 b="0" i="0" u="none" strike="noStrike" baseline="0" dirty="0">
                <a:solidFill>
                  <a:srgbClr val="156082"/>
                </a:solidFill>
                <a:latin typeface="Aptos"/>
                <a:ea typeface="Arial"/>
                <a:cs typeface="Arial"/>
              </a:rPr>
              <a:t>network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 b="0" i="0" u="none" strike="noStrike" baseline="0" dirty="0">
                <a:solidFill>
                  <a:srgbClr val="156082"/>
                </a:solidFill>
                <a:latin typeface="Aptos"/>
                <a:ea typeface="Arial"/>
                <a:cs typeface="Arial"/>
              </a:rPr>
              <a:t>subnet-mask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 b="0" i="0" u="none" strike="noStrike" baseline="0" dirty="0">
                <a:solidFill>
                  <a:srgbClr val="4EA72E"/>
                </a:solidFill>
                <a:latin typeface="Aptos"/>
                <a:ea typeface="Arial"/>
                <a:cs typeface="Arial"/>
              </a:rPr>
              <a:t>[</a:t>
            </a:r>
            <a:r>
              <a:rPr lang="en-US" sz="2000" dirty="0">
                <a:solidFill>
                  <a:srgbClr val="C00000"/>
                </a:solidFill>
                <a:latin typeface="Aptos"/>
                <a:cs typeface="Arial"/>
              </a:rPr>
              <a:t>advertise</a:t>
            </a:r>
            <a:r>
              <a:rPr lang="en-US" sz="2000" b="0" i="0" u="none" strike="noStrike" baseline="0" dirty="0">
                <a:solidFill>
                  <a:srgbClr val="4EA72E"/>
                </a:solidFill>
                <a:latin typeface="Aptos"/>
                <a:ea typeface="Arial"/>
                <a:cs typeface="Arial"/>
              </a:rPr>
              <a:t> | </a:t>
            </a:r>
            <a:r>
              <a:rPr lang="en-US" sz="2000" dirty="0">
                <a:solidFill>
                  <a:srgbClr val="C00000"/>
                </a:solidFill>
                <a:latin typeface="Aptos"/>
                <a:cs typeface="Arial"/>
              </a:rPr>
              <a:t>not-advertise</a:t>
            </a:r>
            <a:r>
              <a:rPr lang="en-US" sz="2000" b="0" i="0" u="none" strike="noStrike" baseline="0" dirty="0">
                <a:solidFill>
                  <a:srgbClr val="4EA72E"/>
                </a:solidFill>
                <a:latin typeface="Aptos"/>
                <a:ea typeface="Arial"/>
                <a:cs typeface="Arial"/>
              </a:rPr>
              <a:t>] [</a:t>
            </a:r>
            <a:r>
              <a:rPr lang="en-US" sz="2000" dirty="0">
                <a:solidFill>
                  <a:srgbClr val="C00000"/>
                </a:solidFill>
                <a:latin typeface="Aptos"/>
                <a:cs typeface="Arial"/>
              </a:rPr>
              <a:t>cost</a:t>
            </a:r>
            <a:r>
              <a:rPr lang="en-US" sz="2000" b="0" i="0" u="none" strike="noStrike" baseline="0" dirty="0">
                <a:solidFill>
                  <a:srgbClr val="4EA72E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>
                <a:solidFill>
                  <a:srgbClr val="156082"/>
                </a:solidFill>
                <a:latin typeface="Aptos"/>
                <a:cs typeface="Arial"/>
              </a:rPr>
              <a:t>metric</a:t>
            </a:r>
            <a:r>
              <a:rPr lang="en-US" sz="2000" b="0" i="0" u="none" strike="noStrike" baseline="0">
                <a:solidFill>
                  <a:srgbClr val="4EA72E"/>
                </a:solidFill>
                <a:latin typeface="Aptos"/>
                <a:ea typeface="Arial"/>
                <a:cs typeface="Arial"/>
              </a:rPr>
              <a:t>]</a:t>
            </a:r>
            <a:r>
              <a:rPr lang="en-US" sz="2000" b="0" i="0" u="none" strike="noStrike" baseline="0">
                <a:solidFill>
                  <a:srgbClr val="000000"/>
                </a:solidFill>
                <a:latin typeface="Aptos"/>
                <a:ea typeface="Arial"/>
                <a:cs typeface="Arial"/>
              </a:rPr>
              <a:t> </a:t>
            </a:r>
          </a:p>
          <a:p>
            <a:pPr lvl="1"/>
            <a:endParaRPr lang="en-US" sz="2000" dirty="0">
              <a:solidFill>
                <a:srgbClr val="000000"/>
              </a:solidFill>
              <a:latin typeface="Aptos"/>
              <a:cs typeface="Arial"/>
            </a:endParaRPr>
          </a:p>
          <a:p>
            <a:r>
              <a:rPr lang="en-US" sz="2600" b="1">
                <a:solidFill>
                  <a:srgbClr val="000000"/>
                </a:solidFill>
                <a:latin typeface="Aptos"/>
                <a:cs typeface="Arial"/>
              </a:rPr>
              <a:t>Example: </a:t>
            </a:r>
            <a:r>
              <a:rPr lang="en-US" sz="2000" dirty="0">
                <a:solidFill>
                  <a:srgbClr val="000000"/>
                </a:solidFill>
                <a:latin typeface="Aptos"/>
                <a:cs typeface="Arial"/>
              </a:rPr>
              <a:t>Summarize </a:t>
            </a:r>
            <a:r>
              <a:rPr lang="en-US" sz="2000">
                <a:solidFill>
                  <a:srgbClr val="000000"/>
                </a:solidFill>
                <a:latin typeface="Aptos"/>
                <a:cs typeface="Arial"/>
              </a:rPr>
              <a:t>10.10.1.0/25 and 10.10.1.128/25 at R2</a:t>
            </a:r>
            <a:endParaRPr lang="en-US" sz="2000" dirty="0">
              <a:solidFill>
                <a:srgbClr val="000000"/>
              </a:solidFill>
              <a:latin typeface="Aptos"/>
              <a:cs typeface="Arial"/>
            </a:endParaRPr>
          </a:p>
          <a:p>
            <a:r>
              <a:rPr lang="en-US" sz="2000" dirty="0">
                <a:latin typeface="Aptos"/>
                <a:cs typeface="Arial"/>
              </a:rPr>
              <a:t>R2</a:t>
            </a:r>
            <a:r>
              <a:rPr lang="en-US" sz="2000" dirty="0">
                <a:solidFill>
                  <a:srgbClr val="000000"/>
                </a:solidFill>
                <a:latin typeface="Aptos"/>
                <a:cs typeface="Arial"/>
              </a:rPr>
              <a:t>(config)# </a:t>
            </a:r>
            <a:r>
              <a:rPr lang="en-US" sz="2000" dirty="0">
                <a:solidFill>
                  <a:srgbClr val="C00000"/>
                </a:solidFill>
                <a:latin typeface="Aptos"/>
                <a:cs typeface="Arial"/>
              </a:rPr>
              <a:t>router </a:t>
            </a:r>
            <a:r>
              <a:rPr lang="en-US" sz="2000" dirty="0" err="1">
                <a:solidFill>
                  <a:srgbClr val="C00000"/>
                </a:solidFill>
                <a:latin typeface="Aptos"/>
                <a:cs typeface="Arial"/>
              </a:rPr>
              <a:t>ospf</a:t>
            </a:r>
            <a:r>
              <a:rPr lang="en-US" sz="2000" dirty="0">
                <a:solidFill>
                  <a:srgbClr val="000000"/>
                </a:solidFill>
                <a:latin typeface="Aptos"/>
                <a:cs typeface="Arial"/>
              </a:rPr>
              <a:t> </a:t>
            </a:r>
            <a:r>
              <a:rPr lang="en-US" sz="2000" dirty="0">
                <a:solidFill>
                  <a:srgbClr val="156082"/>
                </a:solidFill>
                <a:latin typeface="Aptos"/>
                <a:cs typeface="Arial"/>
              </a:rPr>
              <a:t>1</a:t>
            </a:r>
          </a:p>
          <a:p>
            <a:r>
              <a:rPr lang="en-US" sz="2000" dirty="0">
                <a:latin typeface="Aptos"/>
                <a:cs typeface="Arial"/>
              </a:rPr>
              <a:t>R2(config-</a:t>
            </a:r>
            <a:r>
              <a:rPr lang="en-US" sz="2000">
                <a:latin typeface="Aptos"/>
                <a:cs typeface="Arial"/>
              </a:rPr>
              <a:t>router)#</a:t>
            </a:r>
            <a:r>
              <a:rPr lang="en-US" sz="2000" dirty="0">
                <a:solidFill>
                  <a:srgbClr val="C00000"/>
                </a:solidFill>
                <a:latin typeface="Aptos"/>
                <a:cs typeface="Arial"/>
              </a:rPr>
              <a:t> </a:t>
            </a:r>
            <a:r>
              <a:rPr lang="en-US" sz="2000">
                <a:solidFill>
                  <a:srgbClr val="C00000"/>
                </a:solidFill>
                <a:latin typeface="Aptos"/>
                <a:cs typeface="Arial"/>
              </a:rPr>
              <a:t>area</a:t>
            </a: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n-US" sz="2000" dirty="0">
                <a:solidFill>
                  <a:srgbClr val="156082"/>
                </a:solidFill>
                <a:latin typeface="Aptos"/>
                <a:cs typeface="Arial"/>
              </a:rPr>
              <a:t>1</a:t>
            </a:r>
            <a:r>
              <a:rPr lang="en-US" sz="2000" dirty="0">
                <a:solidFill>
                  <a:srgbClr val="156082"/>
                </a:solidFill>
                <a:ea typeface="+mn-lt"/>
                <a:cs typeface="Arial"/>
              </a:rPr>
              <a:t> </a:t>
            </a:r>
            <a:r>
              <a:rPr lang="en-US" sz="2000" dirty="0">
                <a:solidFill>
                  <a:srgbClr val="C00000"/>
                </a:solidFill>
                <a:latin typeface="Aptos"/>
                <a:cs typeface="Arial"/>
              </a:rPr>
              <a:t>range</a:t>
            </a: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000" dirty="0">
                <a:solidFill>
                  <a:srgbClr val="156082"/>
                </a:solidFill>
                <a:latin typeface="Aptos"/>
                <a:cs typeface="Arial"/>
              </a:rPr>
              <a:t>10.10.1.0 255.255.255.0</a:t>
            </a: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Aptos"/>
                <a:cs typeface="Arial"/>
              </a:rPr>
              <a:t>cost</a:t>
            </a: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n-US" sz="2000" dirty="0">
                <a:solidFill>
                  <a:srgbClr val="156082"/>
                </a:solidFill>
                <a:latin typeface="Aptos"/>
                <a:cs typeface="Arial"/>
              </a:rPr>
              <a:t>2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766637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95F37-A214-DA94-0BAF-2901B7959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0021A-7268-9427-C83D-2E516030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0"/>
            <a:ext cx="3887372" cy="1819276"/>
          </a:xfrm>
          <a:solidFill>
            <a:schemeClr val="accent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6. Route Filtering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9C369-627E-B9BE-F7D7-32D70CB74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43067" y="182544"/>
            <a:ext cx="7730511" cy="4577473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r>
              <a:rPr lang="en-US" sz="2600">
                <a:solidFill>
                  <a:srgbClr val="000000"/>
                </a:solidFill>
                <a:latin typeface="Aptos"/>
                <a:cs typeface="Arial"/>
              </a:rPr>
              <a:t>Manipulate traffic flows, reduce memory </a:t>
            </a:r>
            <a:r>
              <a:rPr lang="en-US" sz="2600" err="1">
                <a:solidFill>
                  <a:srgbClr val="000000"/>
                </a:solidFill>
                <a:latin typeface="Aptos"/>
                <a:cs typeface="Arial"/>
              </a:rPr>
              <a:t>utilization, or</a:t>
            </a:r>
            <a:r>
              <a:rPr lang="en-US" sz="2600" dirty="0">
                <a:solidFill>
                  <a:srgbClr val="000000"/>
                </a:solidFill>
                <a:latin typeface="Aptos"/>
                <a:cs typeface="Arial"/>
              </a:rPr>
              <a:t> </a:t>
            </a:r>
            <a:r>
              <a:rPr lang="en-US" sz="2600">
                <a:solidFill>
                  <a:srgbClr val="000000"/>
                </a:solidFill>
                <a:latin typeface="Aptos"/>
                <a:cs typeface="Arial"/>
              </a:rPr>
              <a:t>improve security.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600" b="1">
                <a:solidFill>
                  <a:srgbClr val="000000"/>
                </a:solidFill>
                <a:latin typeface="Aptos"/>
                <a:cs typeface="Arial"/>
              </a:rPr>
              <a:t>Filtering with Summarization:</a:t>
            </a:r>
            <a:endParaRPr lang="en-US" sz="2600" b="1" dirty="0">
              <a:solidFill>
                <a:srgbClr val="000000"/>
              </a:solidFill>
              <a:latin typeface="Aptos"/>
              <a:cs typeface="Arial"/>
            </a:endParaRPr>
          </a:p>
          <a:p>
            <a:pPr marL="914400" lvl="1" indent="-457200">
              <a:lnSpc>
                <a:spcPct val="100000"/>
              </a:lnSpc>
              <a:spcBef>
                <a:spcPts val="0"/>
              </a:spcBef>
            </a:pPr>
            <a:r>
              <a:rPr lang="en-US" sz="2600">
                <a:solidFill>
                  <a:srgbClr val="000000"/>
                </a:solidFill>
                <a:latin typeface="Aptos"/>
                <a:cs typeface="Arial"/>
              </a:rPr>
              <a:t>Example:</a:t>
            </a:r>
            <a:endParaRPr lang="en-AU">
              <a:solidFill>
                <a:srgbClr val="000000"/>
              </a:solidFill>
              <a:latin typeface="Aptos"/>
              <a:cs typeface="Arial"/>
            </a:endParaRPr>
          </a:p>
          <a:p>
            <a:pPr marL="1371600" lvl="3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C00000"/>
                </a:solidFill>
                <a:latin typeface="Aptos"/>
                <a:cs typeface="Arial"/>
              </a:rPr>
              <a:t>area</a:t>
            </a:r>
            <a:r>
              <a:rPr lang="en-US" sz="2600" dirty="0">
                <a:solidFill>
                  <a:srgbClr val="000000"/>
                </a:solidFill>
                <a:latin typeface="Aptos"/>
                <a:cs typeface="Arial"/>
              </a:rPr>
              <a:t> </a:t>
            </a:r>
            <a:r>
              <a:rPr lang="en-US" sz="2600" dirty="0">
                <a:solidFill>
                  <a:srgbClr val="156082"/>
                </a:solidFill>
                <a:latin typeface="Aptos"/>
                <a:cs typeface="Arial"/>
              </a:rPr>
              <a:t>1 </a:t>
            </a:r>
            <a:r>
              <a:rPr lang="en-US" sz="2600" dirty="0">
                <a:solidFill>
                  <a:srgbClr val="C00000"/>
                </a:solidFill>
                <a:latin typeface="Aptos"/>
                <a:cs typeface="Arial"/>
              </a:rPr>
              <a:t>range</a:t>
            </a:r>
            <a:r>
              <a:rPr lang="en-US" sz="2600" dirty="0">
                <a:solidFill>
                  <a:srgbClr val="000000"/>
                </a:solidFill>
                <a:latin typeface="Aptos"/>
                <a:cs typeface="Arial"/>
              </a:rPr>
              <a:t> </a:t>
            </a:r>
            <a:r>
              <a:rPr lang="en-US" sz="2600" dirty="0">
                <a:solidFill>
                  <a:srgbClr val="156082"/>
                </a:solidFill>
                <a:latin typeface="Aptos"/>
                <a:cs typeface="Arial"/>
              </a:rPr>
              <a:t>10.10.1.0 255.255.255.0</a:t>
            </a:r>
            <a:r>
              <a:rPr lang="en-US" sz="2600" dirty="0">
                <a:solidFill>
                  <a:srgbClr val="000000"/>
                </a:solidFill>
                <a:latin typeface="Aptos"/>
                <a:cs typeface="Arial"/>
              </a:rPr>
              <a:t> </a:t>
            </a:r>
            <a:r>
              <a:rPr lang="en-US" sz="2600">
                <a:solidFill>
                  <a:srgbClr val="C00000"/>
                </a:solidFill>
                <a:latin typeface="Aptos"/>
                <a:cs typeface="Arial"/>
              </a:rPr>
              <a:t>not-advertise</a:t>
            </a:r>
            <a:endParaRPr lang="en-US" sz="2600" dirty="0">
              <a:solidFill>
                <a:srgbClr val="000000"/>
              </a:solidFill>
              <a:latin typeface="Aptos"/>
              <a:cs typeface="Arial"/>
            </a:endParaRPr>
          </a:p>
          <a:p>
            <a:pPr marL="914400" lvl="1" indent="-457200">
              <a:lnSpc>
                <a:spcPct val="100000"/>
              </a:lnSpc>
              <a:spcBef>
                <a:spcPts val="0"/>
              </a:spcBef>
            </a:pPr>
            <a:r>
              <a:rPr lang="en-US" sz="2600" dirty="0">
                <a:solidFill>
                  <a:srgbClr val="000000"/>
                </a:solidFill>
                <a:latin typeface="Aptos"/>
                <a:cs typeface="Arial"/>
              </a:rPr>
              <a:t>Limited in capability as </a:t>
            </a:r>
            <a:r>
              <a:rPr lang="en-US" sz="2600" err="1">
                <a:solidFill>
                  <a:srgbClr val="000000"/>
                </a:solidFill>
                <a:latin typeface="Aptos"/>
                <a:cs typeface="Arial"/>
              </a:rPr>
              <a:t>it</a:t>
            </a:r>
            <a:r>
              <a:rPr lang="en-US" sz="2600" dirty="0">
                <a:solidFill>
                  <a:srgbClr val="000000"/>
                </a:solidFill>
                <a:latin typeface="Aptos"/>
                <a:cs typeface="Arial"/>
              </a:rPr>
              <a:t> can be applied at ABR </a:t>
            </a:r>
            <a:r>
              <a:rPr lang="en-US" sz="2600">
                <a:solidFill>
                  <a:srgbClr val="000000"/>
                </a:solidFill>
                <a:latin typeface="Aptos"/>
                <a:cs typeface="Arial"/>
              </a:rPr>
              <a:t>only.</a:t>
            </a:r>
            <a:endParaRPr lang="en-US" sz="2600" dirty="0">
              <a:solidFill>
                <a:srgbClr val="000000"/>
              </a:solidFill>
              <a:latin typeface="Aptos"/>
              <a:cs typeface="Arial"/>
            </a:endParaRPr>
          </a:p>
          <a:p>
            <a:pPr marL="914400" lvl="1" indent="-457200">
              <a:lnSpc>
                <a:spcPct val="100000"/>
              </a:lnSpc>
              <a:spcBef>
                <a:spcPts val="0"/>
              </a:spcBef>
            </a:pPr>
            <a:r>
              <a:rPr lang="en-US" sz="2600">
                <a:solidFill>
                  <a:srgbClr val="000000"/>
                </a:solidFill>
                <a:latin typeface="Aptos"/>
                <a:cs typeface="Arial"/>
              </a:rPr>
              <a:t>Prevents routes being advertised to backbone area as well.</a:t>
            </a:r>
            <a:endParaRPr lang="en-US" sz="2600" dirty="0">
              <a:solidFill>
                <a:srgbClr val="000000"/>
              </a:solidFill>
              <a:latin typeface="Aptos"/>
              <a:cs typeface="Arial"/>
            </a:endParaRPr>
          </a:p>
          <a:p>
            <a:r>
              <a:rPr lang="en-US" b="1">
                <a:solidFill>
                  <a:srgbClr val="000000"/>
                </a:solidFill>
                <a:latin typeface="Aptos"/>
                <a:cs typeface="Arial"/>
              </a:rPr>
              <a:t>Area Filtering: Filtering Type 3 LSA</a:t>
            </a:r>
            <a:r>
              <a:rPr lang="en-US" dirty="0">
                <a:solidFill>
                  <a:srgbClr val="000000"/>
                </a:solidFill>
                <a:latin typeface="Aptos"/>
                <a:cs typeface="Arial"/>
              </a:rPr>
              <a:t> </a:t>
            </a:r>
            <a:endParaRPr lang="en-AU" dirty="0">
              <a:solidFill>
                <a:srgbClr val="000000"/>
              </a:solidFill>
              <a:latin typeface="Aptos"/>
              <a:cs typeface="Arial"/>
            </a:endParaRPr>
          </a:p>
          <a:p>
            <a:pPr marL="800100" lvl="1" indent="-342900"/>
            <a:r>
              <a:rPr lang="en-US">
                <a:solidFill>
                  <a:srgbClr val="000000"/>
                </a:solidFill>
                <a:latin typeface="Aptos"/>
                <a:cs typeface="Arial"/>
              </a:rPr>
              <a:t>More flexible filtering </a:t>
            </a:r>
            <a:endParaRPr lang="en-US" dirty="0">
              <a:solidFill>
                <a:srgbClr val="000000"/>
              </a:solidFill>
              <a:latin typeface="Aptos"/>
              <a:cs typeface="Arial"/>
            </a:endParaRPr>
          </a:p>
          <a:p>
            <a:pPr marL="800100" lvl="1" indent="-342900"/>
            <a:r>
              <a:rPr lang="en-US" dirty="0">
                <a:solidFill>
                  <a:srgbClr val="000000"/>
                </a:solidFill>
                <a:latin typeface="Aptos"/>
                <a:cs typeface="Arial"/>
              </a:rPr>
              <a:t>Filter prefixes at ABR from entering(in) and leaving </a:t>
            </a:r>
            <a:r>
              <a:rPr lang="en-US">
                <a:solidFill>
                  <a:srgbClr val="000000"/>
                </a:solidFill>
                <a:latin typeface="Aptos"/>
                <a:cs typeface="Arial"/>
              </a:rPr>
              <a:t>(out) the area.</a:t>
            </a:r>
            <a:endParaRPr lang="en-US" dirty="0">
              <a:solidFill>
                <a:srgbClr val="000000"/>
              </a:solidFill>
              <a:latin typeface="Aptos"/>
              <a:cs typeface="Arial"/>
            </a:endParaRPr>
          </a:p>
          <a:p>
            <a:pPr marL="800100" lvl="1" indent="-342900"/>
            <a:r>
              <a:rPr lang="en-US">
                <a:solidFill>
                  <a:srgbClr val="000000"/>
                </a:solidFill>
                <a:latin typeface="Aptos"/>
                <a:cs typeface="Arial"/>
              </a:rPr>
              <a:t>Filtered during generation of Type 3 LSA</a:t>
            </a:r>
            <a:endParaRPr lang="en-US" dirty="0">
              <a:solidFill>
                <a:srgbClr val="000000"/>
              </a:solidFill>
              <a:latin typeface="Aptos"/>
              <a:cs typeface="Arial"/>
            </a:endParaRPr>
          </a:p>
          <a:p>
            <a:pPr marL="800100" lvl="1" indent="-342900"/>
            <a:r>
              <a:rPr lang="en-US">
                <a:solidFill>
                  <a:srgbClr val="000000"/>
                </a:solidFill>
                <a:latin typeface="Aptos"/>
                <a:cs typeface="Arial"/>
              </a:rPr>
              <a:t>Area Filtering order is shown below.</a:t>
            </a:r>
            <a:endParaRPr lang="en-US" dirty="0">
              <a:solidFill>
                <a:srgbClr val="000000"/>
              </a:solidFill>
              <a:latin typeface="Aptos"/>
              <a:cs typeface="Arial"/>
            </a:endParaRPr>
          </a:p>
          <a:p>
            <a:pPr marL="457200" lvl="1" indent="0">
              <a:buNone/>
            </a:pPr>
            <a:endParaRPr lang="en-US" dirty="0">
              <a:solidFill>
                <a:srgbClr val="000000"/>
              </a:solidFill>
              <a:latin typeface="Aptos"/>
              <a:cs typeface="Arial"/>
            </a:endParaRPr>
          </a:p>
          <a:p>
            <a:pPr marL="1371600" lvl="3">
              <a:buNone/>
            </a:pPr>
            <a:endParaRPr lang="en-US" dirty="0">
              <a:solidFill>
                <a:srgbClr val="4EA72E"/>
              </a:solidFill>
              <a:latin typeface="Aptos"/>
              <a:ea typeface="Arial"/>
              <a:cs typeface="Arial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914400" lvl="1" indent="-457200"/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AU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</p:txBody>
      </p:sp>
      <p:pic>
        <p:nvPicPr>
          <p:cNvPr id="4" name="Picture 3" descr="A diagram of a software process&#10;&#10;AI-generated content may be incorrect.">
            <a:extLst>
              <a:ext uri="{FF2B5EF4-FFF2-40B4-BE49-F238E27FC236}">
                <a16:creationId xmlns:a16="http://schemas.microsoft.com/office/drawing/2014/main" id="{20FF7E45-F0C3-9A50-E1FC-DFE263412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475" y="4951516"/>
            <a:ext cx="6285367" cy="17683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5661F2-863E-CDE2-7C7F-DEF3EFD6CB2A}"/>
              </a:ext>
            </a:extLst>
          </p:cNvPr>
          <p:cNvSpPr txBox="1"/>
          <p:nvPr/>
        </p:nvSpPr>
        <p:spPr>
          <a:xfrm>
            <a:off x="134607" y="2096042"/>
            <a:ext cx="4113994" cy="45073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500"/>
              </a:spcBef>
            </a:pPr>
            <a:r>
              <a:rPr lang="en-US" sz="2400" b="1"/>
              <a:t>Area Filtering Command:</a:t>
            </a:r>
            <a:endParaRPr lang="en-US" sz="2400" b="1" dirty="0"/>
          </a:p>
          <a:p>
            <a:pPr indent="-228600">
              <a:lnSpc>
                <a:spcPct val="90000"/>
              </a:lnSpc>
              <a:spcBef>
                <a:spcPts val="500"/>
              </a:spcBef>
            </a:pPr>
            <a:r>
              <a:rPr lang="en-US" sz="2000">
                <a:solidFill>
                  <a:srgbClr val="C00000"/>
                </a:solidFill>
              </a:rPr>
              <a:t>area</a:t>
            </a:r>
            <a:r>
              <a:rPr lang="en-US" dirty="0"/>
              <a:t> </a:t>
            </a:r>
            <a:r>
              <a:rPr lang="en-US" sz="2000">
                <a:solidFill>
                  <a:srgbClr val="156082"/>
                </a:solidFill>
              </a:rPr>
              <a:t>area-id</a:t>
            </a:r>
            <a:r>
              <a:rPr lang="en-US" dirty="0"/>
              <a:t> </a:t>
            </a:r>
            <a:r>
              <a:rPr lang="en-US" sz="2000">
                <a:solidFill>
                  <a:srgbClr val="C00000"/>
                </a:solidFill>
              </a:rPr>
              <a:t>filter-list prefix </a:t>
            </a:r>
            <a:r>
              <a:rPr lang="en-US" sz="2000">
                <a:solidFill>
                  <a:srgbClr val="156082"/>
                </a:solidFill>
              </a:rPr>
              <a:t>prefix-list-name</a:t>
            </a:r>
            <a:r>
              <a:rPr lang="en-US" dirty="0"/>
              <a:t> </a:t>
            </a:r>
            <a:r>
              <a:rPr lang="en-US">
                <a:solidFill>
                  <a:schemeClr val="accent6"/>
                </a:solidFill>
              </a:rPr>
              <a:t>{</a:t>
            </a:r>
            <a:r>
              <a:rPr lang="en-US">
                <a:solidFill>
                  <a:srgbClr val="C00000"/>
                </a:solidFill>
              </a:rPr>
              <a:t>in</a:t>
            </a:r>
            <a:r>
              <a:rPr lang="en-US">
                <a:solidFill>
                  <a:schemeClr val="accent6"/>
                </a:solidFill>
              </a:rPr>
              <a:t> | </a:t>
            </a:r>
            <a:r>
              <a:rPr lang="en-US">
                <a:solidFill>
                  <a:srgbClr val="C00000"/>
                </a:solidFill>
              </a:rPr>
              <a:t>out</a:t>
            </a:r>
            <a:r>
              <a:rPr lang="en-US">
                <a:solidFill>
                  <a:schemeClr val="accent6"/>
                </a:solidFill>
              </a:rPr>
              <a:t>}</a:t>
            </a:r>
          </a:p>
          <a:p>
            <a:pPr>
              <a:lnSpc>
                <a:spcPct val="90000"/>
              </a:lnSpc>
              <a:spcBef>
                <a:spcPts val="500"/>
              </a:spcBef>
            </a:pPr>
            <a:r>
              <a:rPr lang="en-US" sz="2400" b="1" dirty="0"/>
              <a:t>Example: </a:t>
            </a:r>
            <a:r>
              <a:rPr lang="en-US" dirty="0"/>
              <a:t>Filter prefixes of area 1, 10.10.1.0/24 from </a:t>
            </a:r>
            <a:r>
              <a:rPr lang="en-US"/>
              <a:t>entering</a:t>
            </a:r>
            <a:r>
              <a:rPr lang="en-US" dirty="0"/>
              <a:t> area 2 but not in area 0.</a:t>
            </a:r>
          </a:p>
          <a:p>
            <a:pPr>
              <a:lnSpc>
                <a:spcPct val="90000"/>
              </a:lnSpc>
              <a:spcBef>
                <a:spcPts val="500"/>
              </a:spcBef>
            </a:pPr>
            <a:r>
              <a:rPr lang="en-US" dirty="0"/>
              <a:t>R3(config)# </a:t>
            </a:r>
            <a:r>
              <a:rPr lang="en-US" sz="2100" dirty="0" err="1">
                <a:solidFill>
                  <a:srgbClr val="C00000"/>
                </a:solidFill>
              </a:rPr>
              <a:t>ip</a:t>
            </a:r>
            <a:r>
              <a:rPr lang="en-US" sz="2100" dirty="0">
                <a:solidFill>
                  <a:srgbClr val="C00000"/>
                </a:solidFill>
              </a:rPr>
              <a:t> prefix-list</a:t>
            </a:r>
            <a:r>
              <a:rPr lang="en-US" dirty="0"/>
              <a:t> </a:t>
            </a:r>
            <a:r>
              <a:rPr lang="en-US" sz="2100" dirty="0">
                <a:solidFill>
                  <a:srgbClr val="156082"/>
                </a:solidFill>
              </a:rPr>
              <a:t>AREA1-IN </a:t>
            </a:r>
            <a:r>
              <a:rPr lang="en-US" sz="2100" dirty="0">
                <a:solidFill>
                  <a:srgbClr val="C00000"/>
                </a:solidFill>
              </a:rPr>
              <a:t>seq</a:t>
            </a:r>
            <a:r>
              <a:rPr lang="en-US" sz="2100" dirty="0">
                <a:solidFill>
                  <a:srgbClr val="156082"/>
                </a:solidFill>
              </a:rPr>
              <a:t> 10 </a:t>
            </a:r>
            <a:r>
              <a:rPr lang="en-US" sz="2100" dirty="0">
                <a:solidFill>
                  <a:srgbClr val="C00000"/>
                </a:solidFill>
              </a:rPr>
              <a:t>deny </a:t>
            </a:r>
            <a:r>
              <a:rPr lang="en-US" sz="2100" dirty="0">
                <a:solidFill>
                  <a:srgbClr val="156082"/>
                </a:solidFill>
              </a:rPr>
              <a:t>10.10.1.0/24</a:t>
            </a:r>
          </a:p>
          <a:p>
            <a:pPr>
              <a:lnSpc>
                <a:spcPct val="90000"/>
              </a:lnSpc>
              <a:spcBef>
                <a:spcPts val="500"/>
              </a:spcBef>
            </a:pPr>
            <a:r>
              <a:rPr lang="en-US" dirty="0">
                <a:solidFill>
                  <a:srgbClr val="000000"/>
                </a:solidFill>
              </a:rPr>
              <a:t>R3(config)# </a:t>
            </a:r>
            <a:r>
              <a:rPr lang="en-US" sz="2100" dirty="0" err="1">
                <a:solidFill>
                  <a:srgbClr val="C00000"/>
                </a:solidFill>
              </a:rPr>
              <a:t>ip</a:t>
            </a:r>
            <a:r>
              <a:rPr lang="en-US" sz="2100" dirty="0">
                <a:solidFill>
                  <a:srgbClr val="C00000"/>
                </a:solidFill>
              </a:rPr>
              <a:t> prefix-list</a:t>
            </a:r>
            <a:r>
              <a:rPr lang="en-US" dirty="0">
                <a:solidFill>
                  <a:srgbClr val="000000"/>
                </a:solidFill>
              </a:rPr>
              <a:t> </a:t>
            </a:r>
            <a:r>
              <a:rPr lang="en-US" sz="2100" dirty="0">
                <a:solidFill>
                  <a:srgbClr val="156082"/>
                </a:solidFill>
              </a:rPr>
              <a:t>AREA1-IN </a:t>
            </a:r>
            <a:r>
              <a:rPr lang="en-US" sz="2100" dirty="0">
                <a:solidFill>
                  <a:srgbClr val="C00000"/>
                </a:solidFill>
              </a:rPr>
              <a:t>seq</a:t>
            </a:r>
            <a:r>
              <a:rPr lang="en-US" sz="2100" dirty="0">
                <a:solidFill>
                  <a:srgbClr val="156082"/>
                </a:solidFill>
              </a:rPr>
              <a:t> 20 </a:t>
            </a:r>
            <a:r>
              <a:rPr lang="en-US" sz="2100" dirty="0">
                <a:solidFill>
                  <a:srgbClr val="C00000"/>
                </a:solidFill>
              </a:rPr>
              <a:t>permit </a:t>
            </a:r>
            <a:r>
              <a:rPr lang="en-US" sz="2100" dirty="0">
                <a:solidFill>
                  <a:srgbClr val="156082"/>
                </a:solidFill>
              </a:rPr>
              <a:t>0.0.0.0 le 32</a:t>
            </a:r>
          </a:p>
          <a:p>
            <a:pPr>
              <a:lnSpc>
                <a:spcPct val="90000"/>
              </a:lnSpc>
              <a:spcBef>
                <a:spcPts val="500"/>
              </a:spcBef>
            </a:pPr>
            <a:r>
              <a:rPr lang="en-US" dirty="0">
                <a:solidFill>
                  <a:srgbClr val="000000"/>
                </a:solidFill>
              </a:rPr>
              <a:t>R3(config)# </a:t>
            </a:r>
            <a:r>
              <a:rPr lang="en-US" sz="2100" dirty="0">
                <a:solidFill>
                  <a:srgbClr val="C00000"/>
                </a:solidFill>
              </a:rPr>
              <a:t>router </a:t>
            </a:r>
            <a:r>
              <a:rPr lang="en-US" sz="2100" dirty="0" err="1">
                <a:solidFill>
                  <a:srgbClr val="C00000"/>
                </a:solidFill>
              </a:rPr>
              <a:t>ospf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sz="2100" dirty="0">
                <a:solidFill>
                  <a:srgbClr val="156082"/>
                </a:solidFill>
              </a:rPr>
              <a:t>1</a:t>
            </a:r>
          </a:p>
          <a:p>
            <a:pPr indent="-228600">
              <a:lnSpc>
                <a:spcPct val="90000"/>
              </a:lnSpc>
              <a:spcBef>
                <a:spcPts val="500"/>
              </a:spcBef>
            </a:pPr>
            <a:r>
              <a:rPr lang="en-US" dirty="0">
                <a:solidFill>
                  <a:srgbClr val="000000"/>
                </a:solidFill>
              </a:rPr>
              <a:t>R3(config-</a:t>
            </a:r>
            <a:r>
              <a:rPr lang="en-US">
                <a:solidFill>
                  <a:srgbClr val="000000"/>
                </a:solidFill>
              </a:rPr>
              <a:t>router)#</a:t>
            </a:r>
            <a:r>
              <a:rPr lang="en-US" sz="2100" dirty="0">
                <a:solidFill>
                  <a:srgbClr val="000000"/>
                </a:solidFill>
              </a:rPr>
              <a:t> </a:t>
            </a:r>
            <a:r>
              <a:rPr lang="en-US" sz="2100">
                <a:solidFill>
                  <a:srgbClr val="C00000"/>
                </a:solidFill>
              </a:rPr>
              <a:t>area</a:t>
            </a:r>
            <a:r>
              <a:rPr lang="en-US" dirty="0"/>
              <a:t> </a:t>
            </a:r>
            <a:r>
              <a:rPr lang="en-US" sz="2100" dirty="0">
                <a:solidFill>
                  <a:srgbClr val="156082"/>
                </a:solidFill>
              </a:rPr>
              <a:t>1 </a:t>
            </a:r>
            <a:r>
              <a:rPr lang="en-US" sz="2100" dirty="0">
                <a:solidFill>
                  <a:srgbClr val="C00000"/>
                </a:solidFill>
              </a:rPr>
              <a:t>filter-list </a:t>
            </a:r>
            <a:r>
              <a:rPr lang="en-US" sz="2100">
                <a:solidFill>
                  <a:srgbClr val="C00000"/>
                </a:solidFill>
              </a:rPr>
              <a:t>prefix </a:t>
            </a:r>
            <a:r>
              <a:rPr lang="en-US" sz="2100">
                <a:solidFill>
                  <a:srgbClr val="156082"/>
                </a:solidFill>
              </a:rPr>
              <a:t>AREA1-IN </a:t>
            </a:r>
            <a:r>
              <a:rPr lang="en-US">
                <a:solidFill>
                  <a:srgbClr val="C00000"/>
                </a:solidFill>
              </a:rPr>
              <a:t>in</a:t>
            </a:r>
            <a:endParaRPr lang="en-US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67866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1CEC9-50B2-8022-A4F8-049091288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ADF01-FE73-23AC-8C10-7F8AC0983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0"/>
            <a:ext cx="4384328" cy="1819276"/>
          </a:xfrm>
          <a:solidFill>
            <a:schemeClr val="accent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6. Route Filtering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3725C-47AF-01C2-0CF9-7410E8C9A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9556" y="182544"/>
            <a:ext cx="7222979" cy="4560828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457200" indent="-457200">
              <a:lnSpc>
                <a:spcPct val="100000"/>
              </a:lnSpc>
              <a:spcBef>
                <a:spcPts val="0"/>
              </a:spcBef>
            </a:pPr>
            <a:r>
              <a:rPr lang="en-US" b="1">
                <a:solidFill>
                  <a:srgbClr val="000000"/>
                </a:solidFill>
                <a:latin typeface="Aptos"/>
                <a:cs typeface="Arial"/>
              </a:rPr>
              <a:t>Local OSPF Filtering- Filtering with distribute list:</a:t>
            </a:r>
            <a:endParaRPr lang="en-AU" b="1"/>
          </a:p>
          <a:p>
            <a:pPr marL="914400" lvl="1" indent="-457200"/>
            <a:r>
              <a:rPr lang="en-US">
                <a:solidFill>
                  <a:srgbClr val="000000"/>
                </a:solidFill>
                <a:latin typeface="Aptos"/>
                <a:ea typeface="Arial"/>
                <a:cs typeface="Arial"/>
              </a:rPr>
              <a:t>Filter prefixes from installing into specific router RIB of an area.</a:t>
            </a: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914400" lvl="1" indent="-457200"/>
            <a:r>
              <a:rPr lang="en-US">
                <a:solidFill>
                  <a:srgbClr val="000000"/>
                </a:solidFill>
                <a:latin typeface="Aptos"/>
                <a:ea typeface="Arial"/>
                <a:cs typeface="Arial"/>
              </a:rPr>
              <a:t>Route exists in LSDB but not in routing table</a:t>
            </a: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914400" lvl="1" indent="-457200"/>
            <a:r>
              <a:rPr lang="en-US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Configuring distribute list on ABR prevents </a:t>
            </a:r>
            <a:r>
              <a:rPr lang="en-US">
                <a:solidFill>
                  <a:srgbClr val="000000"/>
                </a:solidFill>
                <a:latin typeface="Aptos"/>
                <a:ea typeface="Arial"/>
                <a:cs typeface="Arial"/>
              </a:rPr>
              <a:t>regeneration of Type 3 LSA coming from backbone area.</a:t>
            </a: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914400" lvl="1" indent="-457200"/>
            <a:r>
              <a:rPr lang="en-US">
                <a:solidFill>
                  <a:srgbClr val="000000"/>
                </a:solidFill>
                <a:latin typeface="Aptos"/>
                <a:ea typeface="Arial"/>
                <a:cs typeface="Arial"/>
              </a:rPr>
              <a:t>Because</a:t>
            </a:r>
            <a:r>
              <a:rPr lang="en-US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 this regeneration happens after processing distribute list.</a:t>
            </a:r>
          </a:p>
          <a:p>
            <a:pPr marL="914400" lvl="1" indent="-457200"/>
            <a:r>
              <a:rPr lang="en-US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Thus, using distribute list to filter inter ar</a:t>
            </a:r>
            <a:r>
              <a:rPr lang="en-US">
                <a:solidFill>
                  <a:srgbClr val="000000"/>
                </a:solidFill>
                <a:latin typeface="Aptos"/>
                <a:ea typeface="Arial"/>
                <a:cs typeface="Arial"/>
              </a:rPr>
              <a:t>ea prefixes is not recommended.</a:t>
            </a: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914400" lvl="1" indent="-457200"/>
            <a:r>
              <a:rPr lang="en-US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Below figure shows the order of Local OSPF filtering. With exception that Type 3 LSA regeneration from </a:t>
            </a:r>
            <a:r>
              <a:rPr lang="en-US">
                <a:solidFill>
                  <a:srgbClr val="000000"/>
                </a:solidFill>
                <a:latin typeface="Aptos"/>
                <a:ea typeface="Arial"/>
                <a:cs typeface="Arial"/>
              </a:rPr>
              <a:t>reference Type 3 LSA happens after distribute list.</a:t>
            </a: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914400" lvl="1" indent="-457200"/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US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endParaRPr lang="en-AU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</p:txBody>
      </p:sp>
      <p:pic>
        <p:nvPicPr>
          <p:cNvPr id="6" name="Picture 5" descr="A diagram of a process flow&#10;&#10;AI-generated content may be incorrect.">
            <a:extLst>
              <a:ext uri="{FF2B5EF4-FFF2-40B4-BE49-F238E27FC236}">
                <a16:creationId xmlns:a16="http://schemas.microsoft.com/office/drawing/2014/main" id="{EF61DB86-A0E8-EDC2-36BA-10A6F00705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5325" y="4855262"/>
            <a:ext cx="5879590" cy="16680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FBE159D-F36A-98A4-D90C-A59BB887977F}"/>
              </a:ext>
            </a:extLst>
          </p:cNvPr>
          <p:cNvSpPr txBox="1"/>
          <p:nvPr/>
        </p:nvSpPr>
        <p:spPr>
          <a:xfrm>
            <a:off x="233998" y="1930390"/>
            <a:ext cx="4500516" cy="50506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500"/>
              </a:spcBef>
            </a:pPr>
            <a:r>
              <a:rPr lang="en-US" sz="2400" b="1" dirty="0"/>
              <a:t> </a:t>
            </a:r>
            <a:r>
              <a:rPr lang="en-US" sz="2400" b="1"/>
              <a:t>Command:</a:t>
            </a:r>
          </a:p>
          <a:p>
            <a:r>
              <a:rPr lang="en-US" sz="2000">
                <a:solidFill>
                  <a:srgbClr val="C00000"/>
                </a:solidFill>
              </a:rPr>
              <a:t>distribute-list</a:t>
            </a:r>
            <a:endParaRPr lang="en-US" sz="2000" dirty="0">
              <a:solidFill>
                <a:srgbClr val="C00000"/>
              </a:solidFill>
            </a:endParaRPr>
          </a:p>
          <a:p>
            <a:pPr indent="-228600">
              <a:lnSpc>
                <a:spcPct val="90000"/>
              </a:lnSpc>
              <a:spcBef>
                <a:spcPts val="500"/>
              </a:spcBef>
            </a:pPr>
            <a:r>
              <a:rPr lang="en-US" sz="2000" dirty="0">
                <a:solidFill>
                  <a:schemeClr val="accent6"/>
                </a:solidFill>
                <a:ea typeface="+mn-lt"/>
                <a:cs typeface="+mn-lt"/>
              </a:rPr>
              <a:t>{</a:t>
            </a:r>
            <a:r>
              <a:rPr lang="en-US" sz="2000" dirty="0" err="1">
                <a:solidFill>
                  <a:srgbClr val="156082"/>
                </a:solidFill>
              </a:rPr>
              <a:t>acl</a:t>
            </a:r>
            <a:r>
              <a:rPr lang="en-US" sz="2000" dirty="0">
                <a:solidFill>
                  <a:srgbClr val="156082"/>
                </a:solidFill>
              </a:rPr>
              <a:t>-number</a:t>
            </a:r>
            <a:r>
              <a:rPr lang="en-US" sz="2000" dirty="0">
                <a:solidFill>
                  <a:schemeClr val="accent6"/>
                </a:solidFill>
                <a:ea typeface="+mn-lt"/>
                <a:cs typeface="+mn-lt"/>
              </a:rPr>
              <a:t> | </a:t>
            </a:r>
            <a:r>
              <a:rPr lang="en-US" sz="2000" dirty="0" err="1">
                <a:solidFill>
                  <a:srgbClr val="156082"/>
                </a:solidFill>
              </a:rPr>
              <a:t>acl</a:t>
            </a:r>
            <a:r>
              <a:rPr lang="en-US" sz="2000" dirty="0">
                <a:solidFill>
                  <a:srgbClr val="156082"/>
                </a:solidFill>
              </a:rPr>
              <a:t>-name</a:t>
            </a:r>
            <a:r>
              <a:rPr lang="en-US" sz="2000" dirty="0">
                <a:solidFill>
                  <a:schemeClr val="accent6"/>
                </a:solidFill>
                <a:ea typeface="+mn-lt"/>
                <a:cs typeface="+mn-lt"/>
              </a:rPr>
              <a:t> | </a:t>
            </a:r>
            <a:r>
              <a:rPr lang="en-US" sz="2000" dirty="0">
                <a:solidFill>
                  <a:srgbClr val="C00000"/>
                </a:solidFill>
              </a:rPr>
              <a:t>prefix</a:t>
            </a:r>
            <a:r>
              <a:rPr lang="en-US" sz="2000" dirty="0">
                <a:solidFill>
                  <a:schemeClr val="accent6"/>
                </a:solidFill>
                <a:ea typeface="+mn-lt"/>
                <a:cs typeface="+mn-lt"/>
              </a:rPr>
              <a:t> </a:t>
            </a:r>
            <a:r>
              <a:rPr lang="en-US" sz="2000" dirty="0">
                <a:solidFill>
                  <a:srgbClr val="156082"/>
                </a:solidFill>
              </a:rPr>
              <a:t>prefix-list-name</a:t>
            </a:r>
            <a:r>
              <a:rPr lang="en-US" sz="2000" dirty="0">
                <a:solidFill>
                  <a:schemeClr val="accent6"/>
                </a:solidFill>
                <a:ea typeface="+mn-lt"/>
                <a:cs typeface="+mn-lt"/>
              </a:rPr>
              <a:t> | </a:t>
            </a:r>
            <a:r>
              <a:rPr lang="en-US" sz="2000" dirty="0">
                <a:solidFill>
                  <a:srgbClr val="C00000"/>
                </a:solidFill>
              </a:rPr>
              <a:t>route-map</a:t>
            </a:r>
            <a:r>
              <a:rPr lang="en-US" sz="2000" dirty="0">
                <a:solidFill>
                  <a:schemeClr val="accent6"/>
                </a:solidFill>
                <a:ea typeface="+mn-lt"/>
                <a:cs typeface="+mn-lt"/>
              </a:rPr>
              <a:t> </a:t>
            </a:r>
            <a:r>
              <a:rPr lang="en-US" sz="2000" dirty="0">
                <a:solidFill>
                  <a:srgbClr val="156082"/>
                </a:solidFill>
              </a:rPr>
              <a:t>route-map-name</a:t>
            </a:r>
            <a:r>
              <a:rPr lang="en-US" sz="2000" dirty="0">
                <a:solidFill>
                  <a:schemeClr val="accent6"/>
                </a:solidFill>
                <a:ea typeface="+mn-lt"/>
                <a:cs typeface="+mn-lt"/>
              </a:rPr>
              <a:t>} </a:t>
            </a:r>
            <a:r>
              <a:rPr lang="en-US" sz="2000" dirty="0">
                <a:solidFill>
                  <a:srgbClr val="C00000"/>
                </a:solidFill>
              </a:rPr>
              <a:t>in</a:t>
            </a:r>
          </a:p>
          <a:p>
            <a:pPr>
              <a:lnSpc>
                <a:spcPct val="90000"/>
              </a:lnSpc>
              <a:spcBef>
                <a:spcPts val="500"/>
              </a:spcBef>
            </a:pPr>
            <a:r>
              <a:rPr lang="en-US" sz="2400" b="1" dirty="0"/>
              <a:t>Example: </a:t>
            </a:r>
            <a:r>
              <a:rPr lang="en-US" sz="2000"/>
              <a:t>Filter prefixes of area 2, 10.10.2.0/24 from installing into R4 </a:t>
            </a:r>
            <a:r>
              <a:rPr lang="en-US" sz="2000" dirty="0"/>
              <a:t>RIB.</a:t>
            </a:r>
          </a:p>
          <a:p>
            <a:pPr>
              <a:lnSpc>
                <a:spcPct val="90000"/>
              </a:lnSpc>
              <a:spcBef>
                <a:spcPts val="500"/>
              </a:spcBef>
            </a:pPr>
            <a:r>
              <a:rPr lang="en-US" sz="2000" dirty="0"/>
              <a:t>R4(config)# </a:t>
            </a:r>
            <a:r>
              <a:rPr lang="en-US" sz="2000" dirty="0" err="1">
                <a:solidFill>
                  <a:srgbClr val="C00000"/>
                </a:solidFill>
              </a:rPr>
              <a:t>ip</a:t>
            </a:r>
            <a:r>
              <a:rPr lang="en-US" sz="2000" dirty="0">
                <a:solidFill>
                  <a:srgbClr val="C00000"/>
                </a:solidFill>
              </a:rPr>
              <a:t> prefix-list</a:t>
            </a:r>
            <a:r>
              <a:rPr lang="en-US" sz="2000" dirty="0"/>
              <a:t> </a:t>
            </a:r>
            <a:r>
              <a:rPr lang="en-US" sz="2000" dirty="0">
                <a:solidFill>
                  <a:srgbClr val="156082"/>
                </a:solidFill>
              </a:rPr>
              <a:t>BLOCK-102 </a:t>
            </a:r>
            <a:r>
              <a:rPr lang="en-US" sz="2000" dirty="0">
                <a:solidFill>
                  <a:srgbClr val="C00000"/>
                </a:solidFill>
              </a:rPr>
              <a:t>seq</a:t>
            </a:r>
            <a:r>
              <a:rPr lang="en-US" sz="2000" dirty="0">
                <a:solidFill>
                  <a:srgbClr val="156082"/>
                </a:solidFill>
              </a:rPr>
              <a:t> 10 </a:t>
            </a:r>
            <a:r>
              <a:rPr lang="en-US" sz="2000" dirty="0">
                <a:solidFill>
                  <a:srgbClr val="C00000"/>
                </a:solidFill>
              </a:rPr>
              <a:t>deny </a:t>
            </a:r>
            <a:r>
              <a:rPr lang="en-US" sz="2000" dirty="0">
                <a:solidFill>
                  <a:srgbClr val="156082"/>
                </a:solidFill>
              </a:rPr>
              <a:t>10.10.2.0/24</a:t>
            </a:r>
          </a:p>
          <a:p>
            <a:pPr>
              <a:lnSpc>
                <a:spcPct val="90000"/>
              </a:lnSpc>
              <a:spcBef>
                <a:spcPts val="500"/>
              </a:spcBef>
            </a:pPr>
            <a:r>
              <a:rPr lang="en-US" sz="2000" dirty="0">
                <a:solidFill>
                  <a:srgbClr val="000000"/>
                </a:solidFill>
              </a:rPr>
              <a:t>R4(config)# </a:t>
            </a:r>
            <a:r>
              <a:rPr lang="en-US" sz="2000" dirty="0" err="1">
                <a:solidFill>
                  <a:srgbClr val="C00000"/>
                </a:solidFill>
              </a:rPr>
              <a:t>ip</a:t>
            </a:r>
            <a:r>
              <a:rPr lang="en-US" sz="2000" dirty="0">
                <a:solidFill>
                  <a:srgbClr val="C00000"/>
                </a:solidFill>
              </a:rPr>
              <a:t> prefix-list</a:t>
            </a:r>
            <a:r>
              <a:rPr lang="en-US" sz="2000" dirty="0">
                <a:solidFill>
                  <a:srgbClr val="000000"/>
                </a:solidFill>
              </a:rPr>
              <a:t> </a:t>
            </a:r>
            <a:r>
              <a:rPr lang="en-US" sz="2000" dirty="0">
                <a:solidFill>
                  <a:srgbClr val="156082"/>
                </a:solidFill>
              </a:rPr>
              <a:t>BLOCK-102 </a:t>
            </a:r>
            <a:r>
              <a:rPr lang="en-US" sz="2000" dirty="0">
                <a:solidFill>
                  <a:srgbClr val="C00000"/>
                </a:solidFill>
              </a:rPr>
              <a:t>seq</a:t>
            </a:r>
            <a:r>
              <a:rPr lang="en-US" sz="2000" dirty="0">
                <a:solidFill>
                  <a:srgbClr val="156082"/>
                </a:solidFill>
              </a:rPr>
              <a:t> 20 </a:t>
            </a:r>
            <a:r>
              <a:rPr lang="en-US" sz="2000" dirty="0">
                <a:solidFill>
                  <a:srgbClr val="C00000"/>
                </a:solidFill>
              </a:rPr>
              <a:t>permit </a:t>
            </a:r>
            <a:r>
              <a:rPr lang="en-US" sz="2000" dirty="0">
                <a:solidFill>
                  <a:srgbClr val="156082"/>
                </a:solidFill>
              </a:rPr>
              <a:t>0.0.0.0 le 32</a:t>
            </a:r>
          </a:p>
          <a:p>
            <a:pPr>
              <a:lnSpc>
                <a:spcPct val="90000"/>
              </a:lnSpc>
              <a:spcBef>
                <a:spcPts val="500"/>
              </a:spcBef>
            </a:pPr>
            <a:r>
              <a:rPr lang="en-US" sz="2000" dirty="0">
                <a:solidFill>
                  <a:srgbClr val="000000"/>
                </a:solidFill>
              </a:rPr>
              <a:t>R4(config)# </a:t>
            </a:r>
            <a:r>
              <a:rPr lang="en-US" sz="2000" dirty="0">
                <a:solidFill>
                  <a:srgbClr val="C00000"/>
                </a:solidFill>
              </a:rPr>
              <a:t>router </a:t>
            </a:r>
            <a:r>
              <a:rPr lang="en-US" sz="2000" dirty="0" err="1">
                <a:solidFill>
                  <a:srgbClr val="C00000"/>
                </a:solidFill>
              </a:rPr>
              <a:t>ospf</a:t>
            </a:r>
            <a:r>
              <a:rPr lang="en-US" sz="2000" dirty="0">
                <a:solidFill>
                  <a:srgbClr val="000000"/>
                </a:solidFill>
              </a:rPr>
              <a:t> </a:t>
            </a:r>
            <a:r>
              <a:rPr lang="en-US" sz="2000" dirty="0">
                <a:solidFill>
                  <a:srgbClr val="156082"/>
                </a:solidFill>
              </a:rPr>
              <a:t>1</a:t>
            </a:r>
          </a:p>
          <a:p>
            <a:pPr indent="-228600">
              <a:lnSpc>
                <a:spcPct val="90000"/>
              </a:lnSpc>
              <a:spcBef>
                <a:spcPts val="500"/>
              </a:spcBef>
            </a:pPr>
            <a:r>
              <a:rPr lang="en-US" sz="2000">
                <a:solidFill>
                  <a:srgbClr val="000000"/>
                </a:solidFill>
              </a:rPr>
              <a:t>R4(config-router)# </a:t>
            </a:r>
            <a:r>
              <a:rPr lang="en-US" sz="2000">
                <a:solidFill>
                  <a:srgbClr val="C00000"/>
                </a:solidFill>
              </a:rPr>
              <a:t>distribute-list prefix </a:t>
            </a:r>
            <a:r>
              <a:rPr lang="en-US" sz="2000">
                <a:solidFill>
                  <a:srgbClr val="156082"/>
                </a:solidFill>
              </a:rPr>
              <a:t>BLOCK-102 </a:t>
            </a:r>
            <a:r>
              <a:rPr lang="en-US" sz="2000">
                <a:solidFill>
                  <a:srgbClr val="C00000"/>
                </a:solidFill>
              </a:rPr>
              <a:t>in</a:t>
            </a:r>
            <a:endParaRPr lang="en-US" sz="200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5721209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12</Slides>
  <Notes>11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Advanced Open Shortest Path First  (OSPF)</vt:lpstr>
      <vt:lpstr>1. Areas  </vt:lpstr>
      <vt:lpstr>2. Link State Advertisement </vt:lpstr>
      <vt:lpstr>2. Link State Advertisement </vt:lpstr>
      <vt:lpstr>2. Link State Advertisement </vt:lpstr>
      <vt:lpstr>2. Link State Advertisement </vt:lpstr>
      <vt:lpstr>2. Link State Advertisement </vt:lpstr>
      <vt:lpstr>3. Discontiguous Network</vt:lpstr>
      <vt:lpstr>4. OSPF Path Selection</vt:lpstr>
      <vt:lpstr>5. Summarization</vt:lpstr>
      <vt:lpstr>6. Route Filtering</vt:lpstr>
      <vt:lpstr>6. Route Filtering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 </cp:lastModifiedBy>
  <cp:revision>1432</cp:revision>
  <dcterms:created xsi:type="dcterms:W3CDTF">2013-07-15T20:26:40Z</dcterms:created>
  <dcterms:modified xsi:type="dcterms:W3CDTF">2026-06-16T02:37:10Z</dcterms:modified>
</cp:coreProperties>
</file>