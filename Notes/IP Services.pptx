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pPr algn="ctr" defTabSz="914400">
              <a:lnSpc>
                <a:spcPct val="90000"/>
              </a:lnSpc>
            </a:pPr>
            <a:r>
              <a:rPr lang="en-US" sz="6000" b="0" u="none" strike="noStrike">
                <a:solidFill>
                  <a:schemeClr val="dk1"/>
                </a:solidFill>
                <a:effectLst/>
                <a:uFillTx/>
                <a:latin typeface="Aptos Display"/>
              </a:rPr>
              <a:t>Click to move the slide</a:t>
            </a:r>
            <a:endParaRPr lang="en-US" sz="6000" b="0" u="none" strike="noStrike">
              <a:solidFill>
                <a:schemeClr val="dk1"/>
              </a:solidFill>
              <a:effectLst/>
              <a:uFillTx/>
              <a:latin typeface="Aptos Display"/>
            </a:endParaRPr>
          </a:p>
        </p:txBody>
      </p:sp>
      <p:sp>
        <p:nvSpPr>
          <p:cNvPr id="6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AU" sz="2000" b="0" u="none" strike="noStrike">
                <a:solidFill>
                  <a:srgbClr val="000000"/>
                </a:solidFill>
                <a:effectLst/>
                <a:uFillTx/>
                <a:latin typeface="Arial"/>
              </a:rPr>
              <a:t>Click to edit the notes format</a:t>
            </a:r>
            <a:endParaRPr lang="en-AU" sz="2000" b="0" u="none" strike="noStrike">
              <a:solidFill>
                <a:srgbClr val="000000"/>
              </a:solidFill>
              <a:effectLst/>
              <a:uFillTx/>
              <a:latin typeface="Arial"/>
            </a:endParaRPr>
          </a:p>
        </p:txBody>
      </p:sp>
      <p:sp>
        <p:nvSpPr>
          <p:cNvPr id="62"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AU" sz="1400" b="0" u="none" strike="noStrike">
                <a:solidFill>
                  <a:srgbClr val="000000"/>
                </a:solidFill>
                <a:effectLst/>
                <a:uFillTx/>
                <a:latin typeface="Times New Roman"/>
              </a:rPr>
              <a:t>&lt;header&gt;</a:t>
            </a:r>
            <a:endParaRPr lang="en-AU" sz="1400" b="0" u="none" strike="noStrike">
              <a:solidFill>
                <a:srgbClr val="000000"/>
              </a:solidFill>
              <a:effectLst/>
              <a:uFillTx/>
              <a:latin typeface="Times New Roman"/>
            </a:endParaRPr>
          </a:p>
        </p:txBody>
      </p:sp>
      <p:sp>
        <p:nvSpPr>
          <p:cNvPr id="63"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AU" sz="1400" b="0" u="none" strike="noStrike">
                <a:solidFill>
                  <a:srgbClr val="000000"/>
                </a:solidFill>
                <a:effectLst/>
                <a:uFillTx/>
                <a:latin typeface="Times New Roman"/>
              </a:defRPr>
            </a:lvl1pPr>
          </a:lstStyle>
          <a:p>
            <a:pPr indent="0" algn="r">
              <a:buNone/>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
        <p:nvSpPr>
          <p:cNvPr id="64"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AU" sz="1400" b="0" u="none" strike="noStrike">
                <a:solidFill>
                  <a:srgbClr val="000000"/>
                </a:solidFill>
                <a:effectLst/>
                <a:uFillTx/>
                <a:latin typeface="Times New Roman"/>
              </a:defRPr>
            </a:lvl1pPr>
          </a:lstStyle>
          <a:p>
            <a:pPr indent="0" algn="l">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65"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AU" sz="1400" b="0" u="none" strike="noStrike">
                <a:solidFill>
                  <a:srgbClr val="000000"/>
                </a:solidFill>
                <a:effectLst/>
                <a:uFillTx/>
                <a:latin typeface="Times New Roman"/>
              </a:defRPr>
            </a:lvl1pPr>
          </a:lstStyle>
          <a:p>
            <a:pPr indent="0" algn="r">
              <a:buNone/>
            </a:pPr>
            <a:fld id="{8482885B-0145-46C9-9D50-98E19784F472}" type="slidenum">
              <a:rPr lang="en-AU" sz="1400" b="0" u="none" strike="noStrike">
                <a:solidFill>
                  <a:srgbClr val="000000"/>
                </a:solidFill>
                <a:effectLst/>
                <a:uFillTx/>
                <a:latin typeface="Times New Roman"/>
              </a:rPr>
              <a:t>&lt;number&gt;</a:t>
            </a:fld>
            <a:endParaRPr lang="en-AU"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sldImg"/>
          </p:nvPr>
        </p:nvSpPr>
        <p:spPr>
          <a:xfrm>
            <a:off x="685800" y="1143000"/>
            <a:ext cx="5486040" cy="3085920"/>
          </a:xfrm>
          <a:prstGeom prst="rect">
            <a:avLst/>
          </a:prstGeom>
          <a:ln w="0">
            <a:noFill/>
          </a:ln>
        </p:spPr>
      </p:sp>
      <p:sp>
        <p:nvSpPr>
          <p:cNvPr id="1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06"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655302C3-B6D1-4F68-9F75-92F6B0D33353}"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sldImg"/>
          </p:nvPr>
        </p:nvSpPr>
        <p:spPr>
          <a:xfrm>
            <a:off x="685800" y="1143000"/>
            <a:ext cx="5486040" cy="3085920"/>
          </a:xfrm>
          <a:prstGeom prst="rect">
            <a:avLst/>
          </a:prstGeom>
          <a:ln w="0">
            <a:noFill/>
          </a:ln>
        </p:spPr>
      </p:sp>
      <p:sp>
        <p:nvSpPr>
          <p:cNvPr id="1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09"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74207BE4-139E-48CE-9580-92B72B079069}"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sldImg"/>
          </p:nvPr>
        </p:nvSpPr>
        <p:spPr>
          <a:xfrm>
            <a:off x="685800" y="1143000"/>
            <a:ext cx="5486040" cy="3085920"/>
          </a:xfrm>
          <a:prstGeom prst="rect">
            <a:avLst/>
          </a:prstGeom>
          <a:ln w="0">
            <a:noFill/>
          </a:ln>
        </p:spPr>
      </p:sp>
      <p:sp>
        <p:nvSpPr>
          <p:cNvPr id="1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12"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4A6A9CFA-4F21-4EFC-B9B5-72CC0B0F50C7}"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sldImg"/>
          </p:nvPr>
        </p:nvSpPr>
        <p:spPr>
          <a:xfrm>
            <a:off x="685800" y="1143000"/>
            <a:ext cx="5486040" cy="3085920"/>
          </a:xfrm>
          <a:prstGeom prst="rect">
            <a:avLst/>
          </a:prstGeom>
          <a:ln w="0">
            <a:noFill/>
          </a:ln>
        </p:spPr>
      </p:sp>
      <p:sp>
        <p:nvSpPr>
          <p:cNvPr id="1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15"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B20A1FD4-7E14-431E-8C37-6F8F98B767C1}"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sldImg"/>
          </p:nvPr>
        </p:nvSpPr>
        <p:spPr>
          <a:xfrm>
            <a:off x="685800" y="1143000"/>
            <a:ext cx="5486040" cy="3085920"/>
          </a:xfrm>
          <a:prstGeom prst="rect">
            <a:avLst/>
          </a:prstGeom>
          <a:ln w="0">
            <a:noFill/>
          </a:ln>
        </p:spPr>
      </p:sp>
      <p:sp>
        <p:nvSpPr>
          <p:cNvPr id="1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18"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9875A26E-9304-48F2-94CD-F362ED317B58}"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sldImg"/>
          </p:nvPr>
        </p:nvSpPr>
        <p:spPr>
          <a:xfrm>
            <a:off x="685800" y="1143000"/>
            <a:ext cx="5486040" cy="3085920"/>
          </a:xfrm>
          <a:prstGeom prst="rect">
            <a:avLst/>
          </a:prstGeom>
          <a:ln w="0">
            <a:noFill/>
          </a:ln>
        </p:spPr>
      </p:sp>
      <p:sp>
        <p:nvSpPr>
          <p:cNvPr id="1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21"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E28F9FC5-127F-4856-8541-5B4D095BE741}"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sldImg"/>
          </p:nvPr>
        </p:nvSpPr>
        <p:spPr>
          <a:xfrm>
            <a:off x="685800" y="1143000"/>
            <a:ext cx="5486040" cy="3085920"/>
          </a:xfrm>
          <a:prstGeom prst="rect">
            <a:avLst/>
          </a:prstGeom>
          <a:ln w="0">
            <a:noFill/>
          </a:ln>
        </p:spPr>
      </p:sp>
      <p:sp>
        <p:nvSpPr>
          <p:cNvPr id="1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24"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750EC376-383B-4E2C-BCD6-2DE6D5921249}"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sldImg"/>
          </p:nvPr>
        </p:nvSpPr>
        <p:spPr>
          <a:xfrm>
            <a:off x="685800" y="1143000"/>
            <a:ext cx="5486040" cy="3085920"/>
          </a:xfrm>
          <a:prstGeom prst="rect">
            <a:avLst/>
          </a:prstGeom>
          <a:ln w="0">
            <a:noFill/>
          </a:ln>
        </p:spPr>
      </p:sp>
      <p:sp>
        <p:nvSpPr>
          <p:cNvPr id="1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27"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36FC6661-3922-4CCE-ADED-7A94B5820FB8}"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sldImg"/>
          </p:nvPr>
        </p:nvSpPr>
        <p:spPr>
          <a:xfrm>
            <a:off x="685800" y="1143000"/>
            <a:ext cx="5486040" cy="3085920"/>
          </a:xfrm>
          <a:prstGeom prst="rect">
            <a:avLst/>
          </a:prstGeom>
          <a:ln w="0">
            <a:noFill/>
          </a:ln>
        </p:spPr>
      </p:sp>
      <p:sp>
        <p:nvSpPr>
          <p:cNvPr id="1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30"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61DA8C17-9B7F-48C2-84CB-CC0A4653582A}"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sldImg"/>
          </p:nvPr>
        </p:nvSpPr>
        <p:spPr>
          <a:xfrm>
            <a:off x="685800" y="1143000"/>
            <a:ext cx="5486040" cy="3085920"/>
          </a:xfrm>
          <a:prstGeom prst="rect">
            <a:avLst/>
          </a:prstGeom>
          <a:ln w="0">
            <a:noFill/>
          </a:ln>
        </p:spPr>
      </p:sp>
      <p:sp>
        <p:nvSpPr>
          <p:cNvPr id="1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33"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2D491CD3-9B7D-4578-8553-D0D2141B50ED}"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sldImg"/>
          </p:nvPr>
        </p:nvSpPr>
        <p:spPr>
          <a:xfrm>
            <a:off x="685800" y="1143000"/>
            <a:ext cx="5486040" cy="3085920"/>
          </a:xfrm>
          <a:prstGeom prst="rect">
            <a:avLst/>
          </a:prstGeom>
          <a:ln w="0">
            <a:noFill/>
          </a:ln>
        </p:spPr>
      </p:sp>
      <p:sp>
        <p:nvSpPr>
          <p:cNvPr id="1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36"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90BD11D3-8EC8-419C-8F60-2A4460463A16}"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sldImg"/>
          </p:nvPr>
        </p:nvSpPr>
        <p:spPr>
          <a:xfrm>
            <a:off x="685800" y="1143000"/>
            <a:ext cx="5486040" cy="3085920"/>
          </a:xfrm>
          <a:prstGeom prst="rect">
            <a:avLst/>
          </a:prstGeom>
          <a:ln w="0">
            <a:noFill/>
          </a:ln>
        </p:spPr>
      </p:sp>
      <p:sp>
        <p:nvSpPr>
          <p:cNvPr id="1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39"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A4FB3377-5754-4B97-9938-A5046334DBCA}"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sldImg"/>
          </p:nvPr>
        </p:nvSpPr>
        <p:spPr>
          <a:xfrm>
            <a:off x="685800" y="1143000"/>
            <a:ext cx="5486040" cy="3085920"/>
          </a:xfrm>
          <a:prstGeom prst="rect">
            <a:avLst/>
          </a:prstGeom>
          <a:ln w="0">
            <a:noFill/>
          </a:ln>
        </p:spPr>
      </p:sp>
      <p:sp>
        <p:nvSpPr>
          <p:cNvPr id="1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42"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F772624B-73BC-40E8-B306-1255B9B99F5E}"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Aptos Display"/>
              </a:defRPr>
            </a:lvl1pPr>
          </a:lstStyle>
          <a:p>
            <a:pPr indent="0" algn="ctr" defTabSz="914400">
              <a:lnSpc>
                <a:spcPct val="90000"/>
              </a:lnSpc>
              <a:buNone/>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Display"/>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A7811416-30A3-4462-A158-1423B92D7254}"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ptos"/>
              </a:rPr>
              <a:t>Fifth Outline Level</a:t>
            </a:r>
            <a:endParaRPr lang="en-US" sz="1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3837B06F-F8C1-4C1F-B88C-3D9CE67BB5BD}"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tIns="45720" rIns="91440" bIns="45720" anchor="ctr" vert="eaVert">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E5A20304-AFE5-4EF6-9B52-7F1238D82417}"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4E5B3C95-0C4B-4B5D-BE09-BE7239CDC181}"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Aptos Display"/>
              </a:defRPr>
            </a:lvl1pPr>
          </a:lstStyle>
          <a:p>
            <a:pPr indent="0" algn="l" defTabSz="914400">
              <a:lnSpc>
                <a:spcPct val="90000"/>
              </a:lnSpc>
              <a:buNone/>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Display"/>
            </a:endParaRPr>
          </a:p>
        </p:txBody>
      </p:sp>
      <p:sp>
        <p:nvSpPr>
          <p:cNvPr id="23"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2400" b="0" u="none" strike="noStrike">
                <a:solidFill>
                  <a:schemeClr val="dk1">
                    <a:tint val="82000"/>
                  </a:schemeClr>
                </a:solidFill>
                <a:effectLst/>
                <a:uFillTx/>
                <a:latin typeface="Aptos"/>
              </a:defRPr>
            </a:lvl1pPr>
          </a:lstStyle>
          <a:p>
            <a:pPr indent="0" algn="l" defTabSz="914400">
              <a:lnSpc>
                <a:spcPct val="90000"/>
              </a:lnSpc>
              <a:spcBef>
                <a:spcPts val="1001"/>
              </a:spcBef>
              <a:buNone/>
              <a:tabLst>
                <a:tab pos="0" algn="l"/>
              </a:tabLst>
            </a:pPr>
            <a:r>
              <a:rPr lang="en-US" sz="2400" b="0" u="none" strike="noStrike">
                <a:solidFill>
                  <a:schemeClr val="dk1">
                    <a:tint val="82000"/>
                  </a:schemeClr>
                </a:solidFill>
                <a:effectLst/>
                <a:uFillTx/>
                <a:latin typeface="Aptos"/>
              </a:rPr>
              <a:t>Click to edit Master text styles</a:t>
            </a:r>
            <a:endParaRPr lang="en-US" sz="2400" b="0" u="none" strike="noStrike">
              <a:solidFill>
                <a:schemeClr val="dk1">
                  <a:tint val="82000"/>
                </a:schemeClr>
              </a:solidFill>
              <a:effectLst/>
              <a:uFillTx/>
              <a:latin typeface="Aptos"/>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8954BB49-8BD6-4232-BD7E-DF05C8CAE3DA}"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28"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29"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0"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31"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32"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787AE462-53D2-43BB-8662-599B2BAD24CD}"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34"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35"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6"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37"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8"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39"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40"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488A1C9E-8F36-4CC9-A3F2-AEE98A4F42CB}"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42"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43"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44"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A34BD6D2-8B83-4E1B-A45D-83BA790D6B99}"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46"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47"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CE260E9D-5C82-4841-A12B-E0AED61AECD8}"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Aptos Display"/>
              </a:defRPr>
            </a:lvl1pPr>
          </a:lstStyle>
          <a:p>
            <a:pPr indent="0" algn="l" defTabSz="914400">
              <a:lnSpc>
                <a:spcPct val="90000"/>
              </a:lnSpc>
              <a:buNone/>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Display"/>
            </a:endParaRPr>
          </a:p>
        </p:txBody>
      </p:sp>
      <p:sp>
        <p:nvSpPr>
          <p:cNvPr id="49"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32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8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3200" b="0" u="none" strike="noStrike">
                <a:solidFill>
                  <a:schemeClr val="dk1"/>
                </a:solidFill>
                <a:effectLst/>
                <a:uFillTx/>
                <a:latin typeface="Aptos"/>
              </a:rPr>
              <a:t>Click to edit Master text styles</a:t>
            </a:r>
            <a:endParaRPr lang="en-US" sz="32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800" b="0" u="none" strike="noStrike">
                <a:solidFill>
                  <a:schemeClr val="dk1"/>
                </a:solidFill>
                <a:effectLst/>
                <a:uFillTx/>
                <a:latin typeface="Aptos"/>
              </a:rPr>
              <a:t>Second level</a:t>
            </a:r>
            <a:endParaRPr lang="en-US" sz="28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Third level</a:t>
            </a:r>
            <a:endParaRPr lang="en-US" sz="24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Fourth level</a:t>
            </a:r>
            <a:endParaRPr lang="en-US" sz="20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Fifth level</a:t>
            </a:r>
            <a:endParaRPr lang="en-US" sz="2000" b="0" u="none" strike="noStrike">
              <a:solidFill>
                <a:schemeClr val="dk1"/>
              </a:solidFill>
              <a:effectLst/>
              <a:uFillTx/>
              <a:latin typeface="Aptos"/>
            </a:endParaRPr>
          </a:p>
        </p:txBody>
      </p:sp>
      <p:sp>
        <p:nvSpPr>
          <p:cNvPr id="50"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51"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52"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53"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12CA7241-45FE-4A74-B4A1-EA78215E98FE}"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Aptos Display"/>
              </a:defRPr>
            </a:lvl1pPr>
          </a:lstStyle>
          <a:p>
            <a:pPr indent="0" algn="l" defTabSz="914400">
              <a:lnSpc>
                <a:spcPct val="90000"/>
              </a:lnSpc>
              <a:buNone/>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Display"/>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3200" b="0" u="none" strike="noStrike">
                <a:solidFill>
                  <a:schemeClr val="dk1"/>
                </a:solidFill>
                <a:effectLst/>
                <a:uFillTx/>
                <a:latin typeface="Aptos"/>
              </a:defRPr>
            </a:lvl1pPr>
          </a:lstStyle>
          <a:p>
            <a:pPr indent="0" algn="l" defTabSz="914400">
              <a:lnSpc>
                <a:spcPct val="100000"/>
              </a:lnSpc>
              <a:buNone/>
              <a:tabLst>
                <a:tab pos="0" algn="l"/>
              </a:tabLst>
            </a:pPr>
            <a:r>
              <a:rPr lang="en-US" sz="3200" b="0" u="none" strike="noStrike">
                <a:solidFill>
                  <a:schemeClr val="dk1"/>
                </a:solidFill>
                <a:effectLst/>
                <a:uFillTx/>
                <a:latin typeface="Aptos"/>
              </a:rPr>
              <a:t>Click icon to add picture</a:t>
            </a:r>
            <a:endParaRPr lang="en-US" sz="3200" b="0" u="none" strike="noStrike">
              <a:solidFill>
                <a:schemeClr val="dk1"/>
              </a:solidFill>
              <a:effectLst/>
              <a:uFillTx/>
              <a:latin typeface="Aptos"/>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57"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B77F5ACE-DB72-483D-BC24-DCF63B7D3026}"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hyperlink" Target="https://www.nist.gov/atomic-clocks/how-do-atomic-clocks-work" TargetMode="External"/><Relationship Id="rId2" Type="http://schemas.openxmlformats.org/officeDocument/2006/relationships/slideLayout" Target="../slideLayouts/slideLayout4.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hyperlink" Target="https://www.ntppool.org/en/use.html" TargetMode="External"/><Relationship Id="rId2" Type="http://schemas.openxmlformats.org/officeDocument/2006/relationships/slideLayout" Target="../slideLayouts/slideLayout4.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4.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4.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267840" y="1455840"/>
            <a:ext cx="3541680" cy="3667680"/>
          </a:xfrm>
          <a:prstGeom prst="rect">
            <a:avLst/>
          </a:prstGeom>
          <a:noFill/>
          <a:ln w="0">
            <a:noFill/>
          </a:ln>
        </p:spPr>
        <p:txBody>
          <a:bodyPr lIns="91440" tIns="45720" rIns="91440" bIns="45720" anchor="ctr">
            <a:normAutofit/>
          </a:bodyPr>
          <a:p>
            <a:pPr indent="0" algn="l" defTabSz="914400">
              <a:lnSpc>
                <a:spcPct val="90000"/>
              </a:lnSpc>
              <a:buNone/>
            </a:pPr>
            <a:r>
              <a:rPr lang="en-US" sz="5400" b="0" u="none" strike="noStrike">
                <a:solidFill>
                  <a:srgbClr val="C00000"/>
                </a:solidFill>
                <a:effectLst/>
                <a:uFillTx/>
                <a:latin typeface="Aptos Display"/>
              </a:rPr>
              <a:t>IP Services</a:t>
            </a:r>
            <a:endParaRPr lang="en-US" sz="5400" b="0" u="none" strike="noStrike">
              <a:solidFill>
                <a:schemeClr val="dk1"/>
              </a:solidFill>
              <a:effectLst/>
              <a:uFillTx/>
              <a:latin typeface="Aptos Display"/>
            </a:endParaRPr>
          </a:p>
        </p:txBody>
      </p:sp>
      <p:sp>
        <p:nvSpPr>
          <p:cNvPr id="67" name="PlaceHolder 2"/>
          <p:cNvSpPr>
            <a:spLocks noGrp="1"/>
          </p:cNvSpPr>
          <p:nvPr>
            <p:ph type="subTitle"/>
          </p:nvPr>
        </p:nvSpPr>
        <p:spPr>
          <a:xfrm>
            <a:off x="4024080" y="127080"/>
            <a:ext cx="7887600" cy="6331320"/>
          </a:xfrm>
          <a:prstGeom prst="rect">
            <a:avLst/>
          </a:prstGeom>
          <a:noFill/>
          <a:ln w="0">
            <a:noFill/>
          </a:ln>
        </p:spPr>
        <p:txBody>
          <a:bodyPr lIns="91440" tIns="45720" rIns="91440" bIns="45720" anchor="ctr">
            <a:noAutofit/>
          </a:bodyPr>
          <a:p>
            <a:pPr indent="0" algn="l" defTabSz="914400">
              <a:lnSpc>
                <a:spcPct val="90000"/>
              </a:lnSpc>
              <a:spcBef>
                <a:spcPts val="1001"/>
              </a:spcBef>
              <a:buNone/>
              <a:tabLst>
                <a:tab pos="0" algn="l"/>
              </a:tabLst>
            </a:pPr>
            <a:endParaRPr lang="en-AU" sz="2800" b="0" u="none" strike="noStrike">
              <a:solidFill>
                <a:schemeClr val="dk1"/>
              </a:solidFill>
              <a:effectLst/>
              <a:uFillTx/>
              <a:latin typeface="Aptos"/>
            </a:endParaRPr>
          </a:p>
          <a:p>
            <a:pPr marL="285840" indent="-228600" algn="l" defTabSz="914400">
              <a:lnSpc>
                <a:spcPct val="90000"/>
              </a:lnSpc>
              <a:spcBef>
                <a:spcPts val="1001"/>
              </a:spcBef>
              <a:buClr>
                <a:srgbClr val="000000"/>
              </a:buClr>
              <a:buFont typeface="Arial,Sans-Serif"/>
              <a:buChar char="•"/>
              <a:tabLst>
                <a:tab pos="0" algn="l"/>
              </a:tabLst>
            </a:pPr>
            <a:r>
              <a:rPr lang="en-US" sz="2800" b="1" u="none" strike="noStrike">
                <a:solidFill>
                  <a:srgbClr val="000000"/>
                </a:solidFill>
                <a:effectLst/>
                <a:uFillTx/>
                <a:latin typeface="Aptos"/>
              </a:rPr>
              <a:t>Learning Outcomes:</a:t>
            </a:r>
            <a:endParaRPr lang="en-AU" sz="2800" b="0" u="none" strike="noStrike">
              <a:solidFill>
                <a:schemeClr val="dk1"/>
              </a:solidFill>
              <a:effectLst/>
              <a:uFillTx/>
              <a:latin typeface="Aptos"/>
            </a:endParaRPr>
          </a:p>
          <a:p>
            <a:pPr marL="1200240" lvl="1" indent="-457200" algn="l" defTabSz="914400">
              <a:lnSpc>
                <a:spcPct val="90000"/>
              </a:lnSpc>
              <a:spcBef>
                <a:spcPts val="499"/>
              </a:spcBef>
              <a:buClr>
                <a:srgbClr val="4EA72E"/>
              </a:buClr>
              <a:buFont typeface="Arial"/>
              <a:buAutoNum type="arabicPeriod"/>
              <a:tabLst>
                <a:tab pos="0" algn="l"/>
              </a:tabLst>
            </a:pPr>
            <a:r>
              <a:rPr lang="en-US" sz="2800" b="1" u="none" strike="noStrike">
                <a:solidFill>
                  <a:schemeClr val="accent6"/>
                </a:solidFill>
                <a:effectLst/>
                <a:uFillTx/>
                <a:latin typeface="Aptos"/>
              </a:rPr>
              <a:t>Network Time Protocol (NTP)</a:t>
            </a:r>
            <a:endParaRPr lang="en-AU" sz="2800" b="0" u="none" strike="noStrike">
              <a:solidFill>
                <a:schemeClr val="dk1"/>
              </a:solidFill>
              <a:effectLst/>
              <a:uFillTx/>
              <a:latin typeface="Aptos"/>
            </a:endParaRPr>
          </a:p>
          <a:p>
            <a:pPr marL="1200240" lvl="1" indent="-457200" algn="l" defTabSz="914400">
              <a:lnSpc>
                <a:spcPct val="90000"/>
              </a:lnSpc>
              <a:spcBef>
                <a:spcPts val="499"/>
              </a:spcBef>
              <a:buClr>
                <a:srgbClr val="4EA72E"/>
              </a:buClr>
              <a:buFont typeface="Arial"/>
              <a:buAutoNum type="arabicPeriod"/>
              <a:tabLst>
                <a:tab pos="0" algn="l"/>
              </a:tabLst>
            </a:pPr>
            <a:r>
              <a:rPr lang="en-US" sz="2800" b="1" u="none" strike="noStrike">
                <a:solidFill>
                  <a:schemeClr val="accent6"/>
                </a:solidFill>
                <a:effectLst/>
                <a:uFillTx/>
                <a:latin typeface="Aptos"/>
              </a:rPr>
              <a:t>Precision Time Protocol (PTP)</a:t>
            </a:r>
            <a:endParaRPr lang="en-AU" sz="2800" b="0" u="none" strike="noStrike">
              <a:solidFill>
                <a:schemeClr val="dk1"/>
              </a:solidFill>
              <a:effectLst/>
              <a:uFillTx/>
              <a:latin typeface="Aptos"/>
            </a:endParaRPr>
          </a:p>
          <a:p>
            <a:pPr marL="1200240" lvl="1" indent="-457200" algn="l" defTabSz="914400">
              <a:lnSpc>
                <a:spcPct val="90000"/>
              </a:lnSpc>
              <a:spcBef>
                <a:spcPts val="499"/>
              </a:spcBef>
              <a:buClr>
                <a:srgbClr val="4EA72E"/>
              </a:buClr>
              <a:buFont typeface="Arial"/>
              <a:buAutoNum type="arabicPeriod"/>
              <a:tabLst>
                <a:tab pos="0" algn="l"/>
              </a:tabLst>
            </a:pPr>
            <a:r>
              <a:rPr lang="en-US" sz="2800" b="1" u="none" strike="noStrike">
                <a:solidFill>
                  <a:schemeClr val="accent6"/>
                </a:solidFill>
                <a:effectLst/>
                <a:uFillTx/>
                <a:latin typeface="Aptos"/>
              </a:rPr>
              <a:t>First Hop Redundancy Protocol (FHRP)</a:t>
            </a:r>
            <a:endParaRPr lang="en-AU" sz="2800" b="0" u="none" strike="noStrike">
              <a:solidFill>
                <a:schemeClr val="dk1"/>
              </a:solidFill>
              <a:effectLst/>
              <a:uFillTx/>
              <a:latin typeface="Aptos"/>
            </a:endParaRPr>
          </a:p>
          <a:p>
            <a:pPr marL="1200240" lvl="1" indent="-457200" algn="l" defTabSz="914400">
              <a:lnSpc>
                <a:spcPct val="90000"/>
              </a:lnSpc>
              <a:spcBef>
                <a:spcPts val="499"/>
              </a:spcBef>
              <a:buClr>
                <a:srgbClr val="4EA72E"/>
              </a:buClr>
              <a:buFont typeface="Arial"/>
              <a:buAutoNum type="arabicPeriod"/>
              <a:tabLst>
                <a:tab pos="0" algn="l"/>
              </a:tabLst>
            </a:pPr>
            <a:r>
              <a:rPr lang="en-US" sz="2800" b="1" u="none" strike="noStrike">
                <a:solidFill>
                  <a:schemeClr val="accent6"/>
                </a:solidFill>
                <a:effectLst/>
                <a:uFillTx/>
                <a:latin typeface="Aptos"/>
              </a:rPr>
              <a:t>Network Address Translation (NAT)</a:t>
            </a:r>
            <a:endParaRPr lang="en-AU" sz="2800" b="0" u="none" strike="noStrike">
              <a:solidFill>
                <a:schemeClr val="dk1"/>
              </a:solidFill>
              <a:effectLst/>
              <a:uFillTx/>
              <a:latin typeface="Aptos"/>
            </a:endParaRPr>
          </a:p>
          <a:p>
            <a:pPr marL="743040" indent="0" algn="l" defTabSz="914400">
              <a:lnSpc>
                <a:spcPct val="90000"/>
              </a:lnSpc>
              <a:spcBef>
                <a:spcPts val="499"/>
              </a:spcBef>
              <a:buNone/>
              <a:tabLst>
                <a:tab pos="0" algn="l"/>
              </a:tabLst>
            </a:pPr>
            <a:endParaRPr lang="en-AU" sz="2800" b="0" u="none" strike="noStrike">
              <a:solidFill>
                <a:schemeClr val="dk1"/>
              </a:solidFill>
              <a:effectLst/>
              <a:uFillTx/>
              <a:latin typeface="Aptos"/>
            </a:endParaRPr>
          </a:p>
          <a:p>
            <a:pPr indent="0" algn="l" defTabSz="914400">
              <a:lnSpc>
                <a:spcPct val="90000"/>
              </a:lnSpc>
              <a:spcBef>
                <a:spcPts val="499"/>
              </a:spcBef>
              <a:buNone/>
              <a:tabLst>
                <a:tab pos="0" algn="l"/>
              </a:tabLst>
            </a:pPr>
            <a:endParaRPr lang="en-AU" sz="2800" b="0" u="none" strike="noStrike">
              <a:solidFill>
                <a:schemeClr val="dk1"/>
              </a:solidFill>
              <a:effectLst/>
              <a:uFillTx/>
              <a:latin typeface="Aptos"/>
            </a:endParaRPr>
          </a:p>
          <a:p>
            <a:pPr marL="743040" indent="0" algn="l" defTabSz="914400">
              <a:lnSpc>
                <a:spcPct val="90000"/>
              </a:lnSpc>
              <a:spcBef>
                <a:spcPts val="499"/>
              </a:spcBef>
              <a:buNone/>
              <a:tabLst>
                <a:tab pos="0" algn="l"/>
              </a:tabLst>
            </a:pPr>
            <a:endParaRPr lang="en-AU"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1. Network Time Protocol</a:t>
            </a:r>
            <a:endParaRPr lang="en-US" sz="4400" b="0" u="none" strike="noStrike">
              <a:solidFill>
                <a:schemeClr val="dk1"/>
              </a:solidFill>
              <a:effectLst/>
              <a:uFillTx/>
              <a:latin typeface="Aptos Display"/>
            </a:endParaRPr>
          </a:p>
        </p:txBody>
      </p:sp>
      <p:sp>
        <p:nvSpPr>
          <p:cNvPr id="69" name="PlaceHolder 2"/>
          <p:cNvSpPr>
            <a:spLocks noGrp="1"/>
          </p:cNvSpPr>
          <p:nvPr>
            <p:ph/>
          </p:nvPr>
        </p:nvSpPr>
        <p:spPr>
          <a:xfrm>
            <a:off x="4448520" y="239400"/>
            <a:ext cx="7412760" cy="6302520"/>
          </a:xfrm>
          <a:prstGeom prst="rect">
            <a:avLst/>
          </a:prstGeom>
          <a:noFill/>
          <a:ln w="0">
            <a:noFill/>
          </a:ln>
        </p:spPr>
        <p:txBody>
          <a:bodyPr lIns="91440" tIns="45720" rIns="91440" bIns="45720" anchor="t">
            <a:normAutofit fontScale="92500" lnSpcReduction="9999"/>
          </a:bodyPr>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Need for Time Synchronization:</a:t>
            </a:r>
            <a:endParaRPr lang="en-US" sz="2800" b="0" u="none" strike="noStrike">
              <a:solidFill>
                <a:schemeClr val="dk1"/>
              </a:solidFill>
              <a:effectLst/>
              <a:uFillTx/>
              <a:latin typeface="Aptos"/>
            </a:endParaRPr>
          </a:p>
          <a:p>
            <a:pPr marL="914400" lvl="1" indent="-457200" algn="l" defTabSz="914400">
              <a:lnSpc>
                <a:spcPct val="90000"/>
              </a:lnSpc>
              <a:spcBef>
                <a:spcPts val="499"/>
              </a:spcBef>
              <a:buClr>
                <a:srgbClr val="000000"/>
              </a:buClr>
              <a:buFont typeface="Courier New"/>
              <a:buChar char="o"/>
            </a:pPr>
            <a:r>
              <a:rPr lang="en-US" sz="2400" b="0" u="none" strike="noStrike">
                <a:solidFill>
                  <a:schemeClr val="dk1"/>
                </a:solidFill>
                <a:effectLst/>
                <a:uFillTx/>
                <a:latin typeface="Aptos"/>
              </a:rPr>
              <a:t>Time based password change / Ephemeral</a:t>
            </a:r>
            <a:endParaRPr lang="en-US" sz="2400" b="0" u="none" strike="noStrike">
              <a:solidFill>
                <a:schemeClr val="dk1"/>
              </a:solidFill>
              <a:effectLst/>
              <a:uFillTx/>
              <a:latin typeface="Aptos"/>
            </a:endParaRPr>
          </a:p>
          <a:p>
            <a:pPr marL="914400" lvl="1" indent="-457200" algn="l" defTabSz="914400">
              <a:lnSpc>
                <a:spcPct val="90000"/>
              </a:lnSpc>
              <a:spcBef>
                <a:spcPts val="499"/>
              </a:spcBef>
              <a:buClr>
                <a:srgbClr val="000000"/>
              </a:buClr>
              <a:buFont typeface="Courier New"/>
              <a:buChar char="o"/>
            </a:pPr>
            <a:r>
              <a:rPr lang="en-US" sz="2400" b="0" u="none" strike="noStrike">
                <a:solidFill>
                  <a:schemeClr val="dk1"/>
                </a:solidFill>
                <a:effectLst/>
                <a:uFillTx/>
                <a:latin typeface="Aptos"/>
              </a:rPr>
              <a:t>Encryption key exchanges</a:t>
            </a:r>
            <a:endParaRPr lang="en-US" sz="2400" b="0" u="none" strike="noStrike">
              <a:solidFill>
                <a:schemeClr val="dk1"/>
              </a:solidFill>
              <a:effectLst/>
              <a:uFillTx/>
              <a:latin typeface="Aptos"/>
            </a:endParaRPr>
          </a:p>
          <a:p>
            <a:pPr marL="914400" lvl="1" indent="-457200" algn="l" defTabSz="914400">
              <a:lnSpc>
                <a:spcPct val="90000"/>
              </a:lnSpc>
              <a:spcBef>
                <a:spcPts val="499"/>
              </a:spcBef>
              <a:buClr>
                <a:srgbClr val="000000"/>
              </a:buClr>
              <a:buFont typeface="Courier New"/>
              <a:buChar char="o"/>
            </a:pPr>
            <a:r>
              <a:rPr lang="en-US" sz="2400" b="0" u="none" strike="noStrike">
                <a:solidFill>
                  <a:schemeClr val="dk1"/>
                </a:solidFill>
                <a:effectLst/>
                <a:uFillTx/>
                <a:latin typeface="Aptos"/>
              </a:rPr>
              <a:t>Certificate validation is based on date and time</a:t>
            </a:r>
            <a:endParaRPr lang="en-US" sz="2400" b="0" u="none" strike="noStrike">
              <a:solidFill>
                <a:schemeClr val="dk1"/>
              </a:solidFill>
              <a:effectLst/>
              <a:uFillTx/>
              <a:latin typeface="Aptos"/>
            </a:endParaRPr>
          </a:p>
          <a:p>
            <a:pPr marL="914400" lvl="1" indent="-457200" algn="l" defTabSz="914400">
              <a:lnSpc>
                <a:spcPct val="90000"/>
              </a:lnSpc>
              <a:spcBef>
                <a:spcPts val="499"/>
              </a:spcBef>
              <a:buClr>
                <a:srgbClr val="000000"/>
              </a:buClr>
              <a:buFont typeface="Courier New"/>
              <a:buChar char="o"/>
            </a:pPr>
            <a:r>
              <a:rPr lang="en-US" sz="2400" b="0" u="none" strike="noStrike">
                <a:solidFill>
                  <a:schemeClr val="dk1"/>
                </a:solidFill>
                <a:effectLst/>
                <a:uFillTx/>
                <a:latin typeface="Aptos"/>
              </a:rPr>
              <a:t>Network or Security based devices correlation</a:t>
            </a:r>
            <a:endParaRPr lang="en-US" sz="2400" b="0" u="none" strike="noStrike">
              <a:solidFill>
                <a:schemeClr val="dk1"/>
              </a:solidFill>
              <a:effectLst/>
              <a:uFillTx/>
              <a:latin typeface="Aptos"/>
            </a:endParaRPr>
          </a:p>
          <a:p>
            <a:pPr marL="914400" lvl="1" indent="-457200" algn="l" defTabSz="914400">
              <a:lnSpc>
                <a:spcPct val="90000"/>
              </a:lnSpc>
              <a:spcBef>
                <a:spcPts val="499"/>
              </a:spcBef>
              <a:buClr>
                <a:srgbClr val="000000"/>
              </a:buClr>
              <a:buFont typeface="Courier New"/>
              <a:buChar char="o"/>
            </a:pPr>
            <a:r>
              <a:rPr lang="en-US" sz="2400" b="0" u="none" strike="noStrike">
                <a:solidFill>
                  <a:schemeClr val="dk1"/>
                </a:solidFill>
                <a:effectLst/>
                <a:uFillTx/>
                <a:latin typeface="Aptos"/>
              </a:rPr>
              <a:t>Troubleshooting events and correlating syslog messages</a:t>
            </a:r>
            <a:endParaRPr lang="en-US" sz="24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NTP is used to synchronize set of network clocks in a distributed client/server architecture.</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Uses server port 123, over UDP</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Hierarchical communication concept</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Authoritative devices (Servers) connected to </a:t>
            </a:r>
            <a:r>
              <a:rPr lang="en-US" sz="2800" b="0" u="sng" strike="noStrike">
                <a:solidFill>
                  <a:schemeClr val="dk1"/>
                </a:solidFill>
                <a:effectLst/>
                <a:uFillTx/>
                <a:latin typeface="Aptos"/>
                <a:hlinkClick r:id="rId1"/>
              </a:rPr>
              <a:t>atomic clock</a:t>
            </a:r>
            <a:r>
              <a:rPr lang="en-US" sz="2800" b="0" u="none" strike="noStrike">
                <a:solidFill>
                  <a:schemeClr val="dk1"/>
                </a:solidFill>
                <a:effectLst/>
                <a:uFillTx/>
                <a:latin typeface="Aptos"/>
              </a:rPr>
              <a:t>  is at the root of hierarchy.</a:t>
            </a:r>
            <a:endParaRPr lang="en-US" sz="2800" b="0" u="none" strike="noStrike">
              <a:solidFill>
                <a:schemeClr val="dk1"/>
              </a:solidFill>
              <a:effectLst/>
              <a:uFillTx/>
              <a:latin typeface="Aptos"/>
            </a:endParaRPr>
          </a:p>
          <a:p>
            <a:pPr indent="0" algn="l" defTabSz="914400">
              <a:lnSpc>
                <a:spcPct val="90000"/>
              </a:lnSpc>
              <a:spcBef>
                <a:spcPts val="1001"/>
              </a:spcBef>
              <a:buNone/>
            </a:pPr>
            <a:endParaRPr lang="en-US" sz="2800" b="0" u="none" strike="noStrike">
              <a:solidFill>
                <a:schemeClr val="dk1"/>
              </a:solidFill>
              <a:effectLst/>
              <a:uFillTx/>
              <a:latin typeface="Aptos"/>
            </a:endParaRPr>
          </a:p>
          <a:p>
            <a:pPr indent="0" algn="l" defTabSz="914400">
              <a:lnSpc>
                <a:spcPct val="90000"/>
              </a:lnSpc>
              <a:spcBef>
                <a:spcPts val="499"/>
              </a:spcBef>
              <a:buNone/>
            </a:pP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1. Network Time Protocol</a:t>
            </a:r>
            <a:endParaRPr lang="en-US" sz="4400" b="0" u="none" strike="noStrike">
              <a:solidFill>
                <a:schemeClr val="dk1"/>
              </a:solidFill>
              <a:effectLst/>
              <a:uFillTx/>
              <a:latin typeface="Aptos Display"/>
            </a:endParaRPr>
          </a:p>
        </p:txBody>
      </p:sp>
      <p:sp>
        <p:nvSpPr>
          <p:cNvPr id="71" name="PlaceHolder 2"/>
          <p:cNvSpPr>
            <a:spLocks noGrp="1"/>
          </p:cNvSpPr>
          <p:nvPr>
            <p:ph/>
          </p:nvPr>
        </p:nvSpPr>
        <p:spPr>
          <a:xfrm>
            <a:off x="4448520" y="239400"/>
            <a:ext cx="7412760" cy="3733560"/>
          </a:xfrm>
          <a:prstGeom prst="rect">
            <a:avLst/>
          </a:prstGeom>
          <a:noFill/>
          <a:ln w="0">
            <a:noFill/>
          </a:ln>
        </p:spPr>
        <p:txBody>
          <a:bodyPr lIns="91440" tIns="45720" rIns="91440" bIns="45720" anchor="t">
            <a:normAutofit fontScale="92500" lnSpcReduction="9999"/>
          </a:bodyPr>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Stratum as hierarchy of the time source</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Root of hierarchy is Stratum 1 server</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Clients connected to stratum 1 server are stratum 2 and so on.</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Higher the stratum, higher the deviation </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NTP client configured with multiple servers prefers server with low stratum, while keeping other as backup.</a:t>
            </a:r>
            <a:endParaRPr lang="en-US" sz="2800" b="0" u="none" strike="noStrike">
              <a:solidFill>
                <a:schemeClr val="dk1"/>
              </a:solidFill>
              <a:effectLst/>
              <a:uFillTx/>
              <a:latin typeface="Aptos"/>
            </a:endParaRPr>
          </a:p>
          <a:p>
            <a:pPr indent="0" algn="l" defTabSz="914400">
              <a:lnSpc>
                <a:spcPct val="90000"/>
              </a:lnSpc>
              <a:spcBef>
                <a:spcPts val="1001"/>
              </a:spcBef>
              <a:buNone/>
            </a:pPr>
            <a:endParaRPr lang="en-US" sz="2800" b="0" u="none" strike="noStrike">
              <a:solidFill>
                <a:schemeClr val="dk1"/>
              </a:solidFill>
              <a:effectLst/>
              <a:uFillTx/>
              <a:latin typeface="Aptos"/>
            </a:endParaRPr>
          </a:p>
          <a:p>
            <a:pPr indent="0" algn="l" defTabSz="914400">
              <a:lnSpc>
                <a:spcPct val="90000"/>
              </a:lnSpc>
              <a:spcBef>
                <a:spcPts val="1001"/>
              </a:spcBef>
              <a:buNone/>
            </a:pPr>
            <a:endParaRPr lang="en-US" sz="2800" b="0" u="none" strike="noStrike">
              <a:solidFill>
                <a:schemeClr val="dk1"/>
              </a:solidFill>
              <a:effectLst/>
              <a:uFillTx/>
              <a:latin typeface="Aptos"/>
            </a:endParaRPr>
          </a:p>
          <a:p>
            <a:pPr indent="0" algn="l" defTabSz="914400">
              <a:lnSpc>
                <a:spcPct val="90000"/>
              </a:lnSpc>
              <a:spcBef>
                <a:spcPts val="1001"/>
              </a:spcBef>
              <a:buNone/>
            </a:pPr>
            <a:endParaRPr lang="en-US" sz="2800" b="0" u="none" strike="noStrike">
              <a:solidFill>
                <a:schemeClr val="dk1"/>
              </a:solidFill>
              <a:effectLst/>
              <a:uFillTx/>
              <a:latin typeface="Aptos"/>
            </a:endParaRPr>
          </a:p>
          <a:p>
            <a:pPr indent="0" algn="l" defTabSz="914400">
              <a:lnSpc>
                <a:spcPct val="90000"/>
              </a:lnSpc>
              <a:spcBef>
                <a:spcPts val="1001"/>
              </a:spcBef>
              <a:buNone/>
            </a:pPr>
            <a:endParaRPr lang="en-US" sz="2800" b="0" u="none" strike="noStrike">
              <a:solidFill>
                <a:schemeClr val="dk1"/>
              </a:solidFill>
              <a:effectLst/>
              <a:uFillTx/>
              <a:latin typeface="Aptos"/>
            </a:endParaRPr>
          </a:p>
          <a:p>
            <a:pPr indent="0" algn="l" defTabSz="914400">
              <a:lnSpc>
                <a:spcPct val="90000"/>
              </a:lnSpc>
              <a:spcBef>
                <a:spcPts val="499"/>
              </a:spcBef>
              <a:buNone/>
            </a:pP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pic>
        <p:nvPicPr>
          <p:cNvPr id="72" name="Picture 3" descr="A diagram of a diagram&#10;&#10;AI-generated content may be incorrect."/>
          <p:cNvPicPr/>
          <p:nvPr/>
        </p:nvPicPr>
        <p:blipFill>
          <a:blip r:embed="rId1"/>
          <a:stretch/>
        </p:blipFill>
        <p:spPr>
          <a:xfrm>
            <a:off x="6360480" y="3976560"/>
            <a:ext cx="4332960" cy="262764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1. Network Time Protocol</a:t>
            </a:r>
            <a:endParaRPr lang="en-US" sz="4400" b="0" u="none" strike="noStrike">
              <a:solidFill>
                <a:schemeClr val="dk1"/>
              </a:solidFill>
              <a:effectLst/>
              <a:uFillTx/>
              <a:latin typeface="Aptos Display"/>
            </a:endParaRPr>
          </a:p>
        </p:txBody>
      </p:sp>
      <p:sp>
        <p:nvSpPr>
          <p:cNvPr id="74" name="PlaceHolder 2"/>
          <p:cNvSpPr>
            <a:spLocks noGrp="1"/>
          </p:cNvSpPr>
          <p:nvPr>
            <p:ph/>
          </p:nvPr>
        </p:nvSpPr>
        <p:spPr>
          <a:xfrm>
            <a:off x="4448520" y="239400"/>
            <a:ext cx="7412760" cy="6258960"/>
          </a:xfrm>
          <a:prstGeom prst="rect">
            <a:avLst/>
          </a:prstGeom>
          <a:noFill/>
          <a:ln w="0">
            <a:noFill/>
          </a:ln>
        </p:spPr>
        <p:txBody>
          <a:bodyPr lIns="91440" tIns="45720" rIns="91440" bIns="45720" anchor="t">
            <a:normAutofit fontScale="77500" lnSpcReduction="19999"/>
          </a:bodyPr>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NTP Configuration:</a:t>
            </a:r>
            <a:endParaRPr lang="en-US" sz="28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0" u="none" strike="noStrike">
                <a:solidFill>
                  <a:srgbClr val="C00000"/>
                </a:solidFill>
                <a:effectLst/>
                <a:uFillTx/>
                <a:latin typeface="Aptos"/>
              </a:rPr>
              <a:t>ntp server</a:t>
            </a:r>
            <a:r>
              <a:rPr lang="en-US" sz="2400" b="0" u="none" strike="noStrike">
                <a:solidFill>
                  <a:schemeClr val="dk1"/>
                </a:solidFill>
                <a:effectLst/>
                <a:uFillTx/>
                <a:latin typeface="Aptos"/>
              </a:rPr>
              <a:t> </a:t>
            </a:r>
            <a:r>
              <a:rPr lang="en-US" sz="2400" b="0" u="none" strike="noStrike">
                <a:solidFill>
                  <a:schemeClr val="accent1"/>
                </a:solidFill>
                <a:effectLst/>
                <a:uFillTx/>
                <a:latin typeface="Aptos"/>
              </a:rPr>
              <a:t>ip-address</a:t>
            </a:r>
            <a:r>
              <a:rPr lang="en-US" sz="2400" b="0" u="none" strike="noStrike">
                <a:solidFill>
                  <a:schemeClr val="dk1"/>
                </a:solidFill>
                <a:effectLst/>
                <a:uFillTx/>
                <a:latin typeface="Aptos"/>
              </a:rPr>
              <a:t> </a:t>
            </a:r>
            <a:r>
              <a:rPr lang="en-US" sz="2400" b="0" u="none" strike="noStrike">
                <a:solidFill>
                  <a:schemeClr val="accent6"/>
                </a:solidFill>
                <a:effectLst/>
                <a:uFillTx/>
                <a:latin typeface="Aptos"/>
              </a:rPr>
              <a:t>[</a:t>
            </a:r>
            <a:r>
              <a:rPr lang="en-US" sz="2400" b="0" u="none" strike="noStrike">
                <a:solidFill>
                  <a:srgbClr val="C00000"/>
                </a:solidFill>
                <a:effectLst/>
                <a:uFillTx/>
                <a:latin typeface="Aptos"/>
              </a:rPr>
              <a:t>prefer</a:t>
            </a:r>
            <a:r>
              <a:rPr lang="en-US" sz="2400" b="0" u="none" strike="noStrike">
                <a:solidFill>
                  <a:schemeClr val="accent6"/>
                </a:solidFill>
                <a:effectLst/>
                <a:uFillTx/>
                <a:latin typeface="Aptos"/>
              </a:rPr>
              <a:t>] [</a:t>
            </a:r>
            <a:r>
              <a:rPr lang="en-US" sz="2400" b="0" u="none" strike="noStrike">
                <a:solidFill>
                  <a:srgbClr val="C00000"/>
                </a:solidFill>
                <a:effectLst/>
                <a:uFillTx/>
                <a:latin typeface="Aptos"/>
              </a:rPr>
              <a:t>source </a:t>
            </a:r>
            <a:r>
              <a:rPr lang="en-US" sz="2400" b="0" u="none" strike="noStrike">
                <a:solidFill>
                  <a:schemeClr val="accent1"/>
                </a:solidFill>
                <a:effectLst/>
                <a:uFillTx/>
                <a:latin typeface="Aptos"/>
              </a:rPr>
              <a:t>interface-id</a:t>
            </a:r>
            <a:r>
              <a:rPr lang="en-US" sz="2400" b="0" u="none" strike="noStrike">
                <a:solidFill>
                  <a:schemeClr val="accent6"/>
                </a:solidFill>
                <a:effectLst/>
                <a:uFillTx/>
                <a:latin typeface="Aptos"/>
              </a:rPr>
              <a:t>] </a:t>
            </a:r>
            <a:endParaRPr lang="en-US" sz="24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0" u="none" strike="noStrike">
                <a:solidFill>
                  <a:schemeClr val="accent6"/>
                </a:solidFill>
                <a:effectLst/>
                <a:uFillTx/>
                <a:latin typeface="Aptos"/>
              </a:rPr>
              <a:t>ntp server </a:t>
            </a:r>
            <a:endParaRPr lang="en-US" sz="2400" b="0" u="none" strike="noStrike">
              <a:solidFill>
                <a:schemeClr val="dk1"/>
              </a:solidFill>
              <a:effectLst/>
              <a:uFillTx/>
              <a:latin typeface="Aptos"/>
            </a:endParaRPr>
          </a:p>
          <a:p>
            <a:pPr marL="457200" indent="0" algn="l" defTabSz="914400">
              <a:lnSpc>
                <a:spcPct val="90000"/>
              </a:lnSpc>
              <a:spcBef>
                <a:spcPts val="499"/>
              </a:spcBef>
              <a:buNone/>
              <a:tabLst>
                <a:tab pos="0" algn="l"/>
              </a:tabLst>
            </a:pPr>
            <a:endParaRPr lang="en-US" sz="24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0" u="none" strike="noStrike">
                <a:solidFill>
                  <a:schemeClr val="dk1">
                    <a:lumMod val="95000"/>
                    <a:lumOff val="5000"/>
                  </a:schemeClr>
                </a:solidFill>
                <a:effectLst/>
                <a:uFillTx/>
                <a:latin typeface="Consolas"/>
              </a:rPr>
              <a:t>Core-router# </a:t>
            </a:r>
            <a:r>
              <a:rPr lang="en-US" sz="2400" b="0" u="none" strike="noStrike">
                <a:solidFill>
                  <a:srgbClr val="C00000"/>
                </a:solidFill>
                <a:effectLst/>
                <a:uFillTx/>
                <a:latin typeface="Consolas"/>
              </a:rPr>
              <a:t>config t</a:t>
            </a:r>
            <a:endParaRPr lang="en-US" sz="24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0" u="none" strike="noStrike">
                <a:solidFill>
                  <a:schemeClr val="dk1">
                    <a:lumMod val="95000"/>
                    <a:lumOff val="5000"/>
                  </a:schemeClr>
                </a:solidFill>
                <a:effectLst/>
                <a:uFillTx/>
                <a:latin typeface="Consolas"/>
              </a:rPr>
              <a:t>Enter configuration commands, one per line.  End with CNTL/Z.</a:t>
            </a:r>
            <a:endParaRPr lang="en-US" sz="24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0" u="none" strike="noStrike">
                <a:solidFill>
                  <a:schemeClr val="dk1">
                    <a:lumMod val="95000"/>
                    <a:lumOff val="5000"/>
                  </a:schemeClr>
                </a:solidFill>
                <a:effectLst/>
                <a:uFillTx/>
                <a:latin typeface="Consolas"/>
              </a:rPr>
              <a:t>Core-router(config)# </a:t>
            </a:r>
            <a:r>
              <a:rPr lang="en-US" sz="2400" b="0" u="none" strike="noStrike">
                <a:solidFill>
                  <a:srgbClr val="C00000"/>
                </a:solidFill>
                <a:effectLst/>
                <a:uFillTx/>
                <a:latin typeface="Consolas"/>
              </a:rPr>
              <a:t>no ntp server</a:t>
            </a:r>
            <a:endParaRPr lang="en-US" sz="24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0" u="none" strike="noStrike">
                <a:solidFill>
                  <a:schemeClr val="dk1">
                    <a:lumMod val="95000"/>
                    <a:lumOff val="5000"/>
                  </a:schemeClr>
                </a:solidFill>
                <a:effectLst/>
                <a:uFillTx/>
                <a:latin typeface="Consolas"/>
              </a:rPr>
              <a:t>Core-router(config)# </a:t>
            </a:r>
            <a:r>
              <a:rPr lang="en-US" sz="2400" b="0" u="none" strike="noStrike">
                <a:solidFill>
                  <a:srgbClr val="C00000"/>
                </a:solidFill>
                <a:effectLst/>
                <a:uFillTx/>
                <a:latin typeface="Consolas"/>
              </a:rPr>
              <a:t>ntp server</a:t>
            </a:r>
            <a:r>
              <a:rPr lang="en-US" sz="2400" b="0" u="none" strike="noStrike">
                <a:solidFill>
                  <a:schemeClr val="dk1">
                    <a:lumMod val="95000"/>
                    <a:lumOff val="5000"/>
                  </a:schemeClr>
                </a:solidFill>
                <a:effectLst/>
                <a:uFillTx/>
                <a:latin typeface="Consolas"/>
              </a:rPr>
              <a:t> </a:t>
            </a:r>
            <a:r>
              <a:rPr lang="en-US" sz="2500" b="0" u="none" strike="noStrike">
                <a:solidFill>
                  <a:schemeClr val="accent1"/>
                </a:solidFill>
                <a:effectLst/>
                <a:uFillTx/>
                <a:latin typeface="Aptos"/>
              </a:rPr>
              <a:t>time1.google.com</a:t>
            </a:r>
            <a:endParaRPr lang="en-US" sz="25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0" u="none" strike="noStrike">
                <a:solidFill>
                  <a:schemeClr val="dk1">
                    <a:lumMod val="95000"/>
                    <a:lumOff val="5000"/>
                  </a:schemeClr>
                </a:solidFill>
                <a:effectLst/>
                <a:uFillTx/>
                <a:latin typeface="Consolas"/>
              </a:rPr>
              <a:t>Core-router(config)# </a:t>
            </a:r>
            <a:r>
              <a:rPr lang="en-US" sz="2400" b="0" u="none" strike="noStrike">
                <a:solidFill>
                  <a:srgbClr val="C00000"/>
                </a:solidFill>
                <a:effectLst/>
                <a:uFillTx/>
                <a:latin typeface="Consolas"/>
              </a:rPr>
              <a:t>ntp server</a:t>
            </a:r>
            <a:r>
              <a:rPr lang="en-US" sz="2400" b="0" u="none" strike="noStrike">
                <a:solidFill>
                  <a:schemeClr val="dk1">
                    <a:lumMod val="95000"/>
                    <a:lumOff val="5000"/>
                  </a:schemeClr>
                </a:solidFill>
                <a:effectLst/>
                <a:uFillTx/>
                <a:latin typeface="Consolas"/>
              </a:rPr>
              <a:t> </a:t>
            </a:r>
            <a:r>
              <a:rPr lang="en-US" sz="2500" b="0" u="none" strike="noStrike">
                <a:solidFill>
                  <a:schemeClr val="accent1"/>
                </a:solidFill>
                <a:effectLst/>
                <a:uFillTx/>
                <a:latin typeface="Aptos"/>
              </a:rPr>
              <a:t>time2.google.com</a:t>
            </a:r>
            <a:endParaRPr lang="en-US" sz="25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0" u="none" strike="noStrike">
                <a:solidFill>
                  <a:schemeClr val="dk1">
                    <a:lumMod val="95000"/>
                    <a:lumOff val="5000"/>
                  </a:schemeClr>
                </a:solidFill>
                <a:effectLst/>
                <a:uFillTx/>
                <a:latin typeface="Consolas"/>
              </a:rPr>
              <a:t>Core-router(config)# </a:t>
            </a:r>
            <a:r>
              <a:rPr lang="en-US" sz="2400" b="0" u="none" strike="noStrike">
                <a:solidFill>
                  <a:srgbClr val="C00000"/>
                </a:solidFill>
                <a:effectLst/>
                <a:uFillTx/>
                <a:latin typeface="Consolas"/>
              </a:rPr>
              <a:t>ntp server</a:t>
            </a:r>
            <a:r>
              <a:rPr lang="en-US" sz="2400" b="0" u="none" strike="noStrike">
                <a:solidFill>
                  <a:schemeClr val="dk1">
                    <a:lumMod val="95000"/>
                    <a:lumOff val="5000"/>
                  </a:schemeClr>
                </a:solidFill>
                <a:effectLst/>
                <a:uFillTx/>
                <a:latin typeface="Consolas"/>
              </a:rPr>
              <a:t> </a:t>
            </a:r>
            <a:r>
              <a:rPr lang="en-US" sz="2500" b="0" u="none" strike="noStrike">
                <a:solidFill>
                  <a:schemeClr val="accent1"/>
                </a:solidFill>
                <a:effectLst/>
                <a:uFillTx/>
                <a:latin typeface="Aptos"/>
              </a:rPr>
              <a:t>time3.google.com</a:t>
            </a:r>
            <a:endParaRPr lang="en-US" sz="25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0" u="none" strike="noStrike">
                <a:solidFill>
                  <a:schemeClr val="dk1">
                    <a:lumMod val="95000"/>
                    <a:lumOff val="5000"/>
                  </a:schemeClr>
                </a:solidFill>
                <a:effectLst/>
                <a:uFillTx/>
                <a:latin typeface="Consolas"/>
              </a:rPr>
              <a:t>Core-router(config)# </a:t>
            </a:r>
            <a:r>
              <a:rPr lang="en-US" sz="2400" b="0" u="none" strike="noStrike">
                <a:solidFill>
                  <a:srgbClr val="C00000"/>
                </a:solidFill>
                <a:effectLst/>
                <a:uFillTx/>
                <a:latin typeface="Consolas"/>
              </a:rPr>
              <a:t>ntp server</a:t>
            </a:r>
            <a:r>
              <a:rPr lang="en-US" sz="2400" b="0" u="none" strike="noStrike">
                <a:solidFill>
                  <a:schemeClr val="dk1">
                    <a:lumMod val="95000"/>
                    <a:lumOff val="5000"/>
                  </a:schemeClr>
                </a:solidFill>
                <a:effectLst/>
                <a:uFillTx/>
                <a:latin typeface="Consolas"/>
              </a:rPr>
              <a:t> </a:t>
            </a:r>
            <a:r>
              <a:rPr lang="en-US" sz="2500" b="0" u="none" strike="noStrike">
                <a:solidFill>
                  <a:schemeClr val="accent1"/>
                </a:solidFill>
                <a:effectLst/>
                <a:uFillTx/>
                <a:latin typeface="Aptos"/>
              </a:rPr>
              <a:t>time4.google.com</a:t>
            </a:r>
            <a:endParaRPr lang="en-US" sz="2500" b="0" u="none" strike="noStrike">
              <a:solidFill>
                <a:schemeClr val="dk1"/>
              </a:solidFill>
              <a:effectLst/>
              <a:uFillTx/>
              <a:latin typeface="Aptos"/>
            </a:endParaRPr>
          </a:p>
          <a:p>
            <a:pPr marL="457200" indent="0" algn="l" defTabSz="914400">
              <a:lnSpc>
                <a:spcPct val="90000"/>
              </a:lnSpc>
              <a:spcBef>
                <a:spcPts val="499"/>
              </a:spcBef>
              <a:buNone/>
              <a:tabLst>
                <a:tab pos="0" algn="l"/>
              </a:tabLst>
            </a:pPr>
            <a:endParaRPr lang="en-US" sz="24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Or use </a:t>
            </a:r>
            <a:r>
              <a:rPr lang="en-US" sz="2800" b="0" u="sng" strike="noStrike">
                <a:solidFill>
                  <a:schemeClr val="dk1"/>
                </a:solidFill>
                <a:effectLst/>
                <a:uFillTx/>
                <a:latin typeface="Aptos"/>
                <a:hlinkClick r:id="rId1"/>
              </a:rPr>
              <a:t>NTP pool</a:t>
            </a:r>
            <a:r>
              <a:rPr lang="en-US" sz="2800" b="0" u="none" strike="noStrike">
                <a:solidFill>
                  <a:schemeClr val="dk1"/>
                </a:solidFill>
                <a:effectLst/>
                <a:uFillTx/>
                <a:latin typeface="Aptos"/>
              </a:rPr>
              <a:t> for ntp servers.</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To set the stratum number of a server statically:</a:t>
            </a:r>
            <a:endParaRPr lang="en-US" sz="28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0" u="none" strike="noStrike">
                <a:solidFill>
                  <a:srgbClr val="C00000"/>
                </a:solidFill>
                <a:effectLst/>
                <a:uFillTx/>
                <a:latin typeface="Aptos"/>
              </a:rPr>
              <a:t>ntp master</a:t>
            </a:r>
            <a:r>
              <a:rPr lang="en-US" sz="2400" b="0" u="none" strike="noStrike">
                <a:solidFill>
                  <a:schemeClr val="dk1"/>
                </a:solidFill>
                <a:effectLst/>
                <a:uFillTx/>
                <a:latin typeface="Aptos"/>
              </a:rPr>
              <a:t> </a:t>
            </a:r>
            <a:r>
              <a:rPr lang="en-US" sz="2400" b="0" u="none" strike="noStrike">
                <a:solidFill>
                  <a:schemeClr val="accent1"/>
                </a:solidFill>
                <a:effectLst/>
                <a:uFillTx/>
                <a:latin typeface="Aptos"/>
              </a:rPr>
              <a:t>stratum-number</a:t>
            </a:r>
            <a:endParaRPr lang="en-US" sz="2400" b="0" u="none" strike="noStrike">
              <a:solidFill>
                <a:schemeClr val="dk1"/>
              </a:solidFill>
              <a:effectLst/>
              <a:uFillTx/>
              <a:latin typeface="Aptos"/>
            </a:endParaRPr>
          </a:p>
          <a:p>
            <a:pPr marL="457200" indent="0" algn="l" defTabSz="914400">
              <a:lnSpc>
                <a:spcPct val="90000"/>
              </a:lnSpc>
              <a:spcBef>
                <a:spcPts val="499"/>
              </a:spcBef>
              <a:buNone/>
              <a:tabLst>
                <a:tab pos="0" algn="l"/>
              </a:tabLst>
            </a:pPr>
            <a:endParaRPr lang="en-US" sz="24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0" u="none" strike="noStrike">
                <a:solidFill>
                  <a:schemeClr val="dk1"/>
                </a:solidFill>
                <a:effectLst/>
                <a:uFillTx/>
                <a:latin typeface="Aptos"/>
              </a:rPr>
              <a:t>Router# config t</a:t>
            </a:r>
            <a:endParaRPr lang="en-US" sz="24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500" b="0" u="none" strike="noStrike">
                <a:solidFill>
                  <a:schemeClr val="dk1">
                    <a:lumMod val="95000"/>
                    <a:lumOff val="5000"/>
                  </a:schemeClr>
                </a:solidFill>
                <a:effectLst/>
                <a:uFillTx/>
                <a:latin typeface="Consolas"/>
              </a:rPr>
              <a:t>Core-router(config)# </a:t>
            </a:r>
            <a:r>
              <a:rPr lang="en-US" sz="2500" b="0" u="none" strike="noStrike">
                <a:solidFill>
                  <a:srgbClr val="C00000"/>
                </a:solidFill>
                <a:effectLst/>
                <a:uFillTx/>
                <a:latin typeface="Consolas"/>
              </a:rPr>
              <a:t>ntp master </a:t>
            </a:r>
            <a:r>
              <a:rPr lang="en-US" sz="2500" b="0" u="none" strike="noStrike">
                <a:solidFill>
                  <a:schemeClr val="accent1"/>
                </a:solidFill>
                <a:effectLst/>
                <a:uFillTx/>
                <a:latin typeface="Aptos"/>
              </a:rPr>
              <a:t>1</a:t>
            </a:r>
            <a:endParaRPr lang="en-US" sz="25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To view status of NTP service:</a:t>
            </a:r>
            <a:endParaRPr lang="en-US" sz="28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0" u="none" strike="noStrike">
                <a:solidFill>
                  <a:srgbClr val="C00000"/>
                </a:solidFill>
                <a:effectLst/>
                <a:uFillTx/>
                <a:latin typeface="Aptos"/>
              </a:rPr>
              <a:t>Show ntp status</a:t>
            </a:r>
            <a:endParaRPr lang="en-US" sz="2400" b="0" u="none" strike="noStrike">
              <a:solidFill>
                <a:schemeClr val="dk1"/>
              </a:solidFill>
              <a:effectLst/>
              <a:uFillTx/>
              <a:latin typeface="Aptos"/>
            </a:endParaRPr>
          </a:p>
          <a:p>
            <a:pPr indent="0" algn="l" defTabSz="914400">
              <a:lnSpc>
                <a:spcPct val="9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1. Network Time Protocol</a:t>
            </a:r>
            <a:endParaRPr lang="en-US" sz="4400" b="0" u="none" strike="noStrike">
              <a:solidFill>
                <a:schemeClr val="dk1"/>
              </a:solidFill>
              <a:effectLst/>
              <a:uFillTx/>
              <a:latin typeface="Aptos Display"/>
            </a:endParaRPr>
          </a:p>
        </p:txBody>
      </p:sp>
      <p:sp>
        <p:nvSpPr>
          <p:cNvPr id="76" name="PlaceHolder 2"/>
          <p:cNvSpPr>
            <a:spLocks noGrp="1"/>
          </p:cNvSpPr>
          <p:nvPr>
            <p:ph/>
          </p:nvPr>
        </p:nvSpPr>
        <p:spPr>
          <a:xfrm>
            <a:off x="4448520" y="239400"/>
            <a:ext cx="7666920" cy="3922200"/>
          </a:xfrm>
          <a:prstGeom prst="rect">
            <a:avLst/>
          </a:prstGeom>
          <a:noFill/>
          <a:ln w="0">
            <a:noFill/>
          </a:ln>
        </p:spPr>
        <p:txBody>
          <a:bodyPr lIns="91440" tIns="45720" rIns="91440" bIns="45720" anchor="t">
            <a:normAutofit fontScale="77500" lnSpcReduction="19999"/>
          </a:bodyPr>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NTP Peers: A common practice is to use two internal network devices to query external NTP servers </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0" u="none" strike="noStrike">
                <a:solidFill>
                  <a:srgbClr val="000000"/>
                </a:solidFill>
                <a:effectLst/>
                <a:uFillTx/>
                <a:latin typeface="Aptos"/>
              </a:rPr>
              <a:t>Such as R1 queries  timex.google.com and R2 queries  x .pool.ntp.org  (x=0,1,2,3...)</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0" u="none" strike="noStrike">
                <a:solidFill>
                  <a:srgbClr val="000000"/>
                </a:solidFill>
                <a:effectLst/>
                <a:uFillTx/>
                <a:latin typeface="Aptos"/>
              </a:rPr>
              <a:t>R1 and R2 are then peered to synchronize time with each other.</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0" u="none" strike="noStrike">
                <a:solidFill>
                  <a:srgbClr val="000000"/>
                </a:solidFill>
                <a:effectLst/>
                <a:uFillTx/>
                <a:latin typeface="Aptos"/>
              </a:rPr>
              <a:t>Peer configuration:</a:t>
            </a:r>
            <a:endParaRPr lang="en-US" sz="28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0" u="none" strike="noStrike">
                <a:solidFill>
                  <a:srgbClr val="C00000"/>
                </a:solidFill>
                <a:effectLst/>
                <a:uFillTx/>
                <a:latin typeface="Aptos"/>
              </a:rPr>
              <a:t>R1(config)# ntp peer </a:t>
            </a:r>
            <a:r>
              <a:rPr lang="en-US" sz="2400" b="0" u="none" strike="noStrike">
                <a:solidFill>
                  <a:schemeClr val="accent1"/>
                </a:solidFill>
                <a:effectLst/>
                <a:uFillTx/>
                <a:latin typeface="Aptos"/>
              </a:rPr>
              <a:t>R2-loopback-ip</a:t>
            </a:r>
            <a:endParaRPr lang="en-US" sz="24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0" u="none" strike="noStrike">
                <a:solidFill>
                  <a:srgbClr val="C00000"/>
                </a:solidFill>
                <a:effectLst/>
                <a:uFillTx/>
                <a:latin typeface="Aptos"/>
              </a:rPr>
              <a:t>R2(config)# ntp peer </a:t>
            </a:r>
            <a:r>
              <a:rPr lang="en-US" sz="2400" b="0" u="none" strike="noStrike">
                <a:solidFill>
                  <a:schemeClr val="accent1"/>
                </a:solidFill>
                <a:effectLst/>
                <a:uFillTx/>
                <a:latin typeface="Aptos"/>
              </a:rPr>
              <a:t>R1-loopback-ip</a:t>
            </a:r>
            <a:endParaRPr lang="en-US" sz="2400" b="0" u="none" strike="noStrike">
              <a:solidFill>
                <a:schemeClr val="dk1"/>
              </a:solidFill>
              <a:effectLst/>
              <a:uFillTx/>
              <a:latin typeface="Aptos"/>
            </a:endParaRPr>
          </a:p>
          <a:p>
            <a:pPr marL="228600" indent="-4572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Peers act as server and client for each other</a:t>
            </a:r>
            <a:endParaRPr lang="en-US" sz="2800" b="0" u="none" strike="noStrike">
              <a:solidFill>
                <a:schemeClr val="dk1"/>
              </a:solidFill>
              <a:effectLst/>
              <a:uFillTx/>
              <a:latin typeface="Aptos"/>
            </a:endParaRPr>
          </a:p>
          <a:p>
            <a:pPr marL="228600" indent="-457200" algn="l" defTabSz="914400">
              <a:lnSpc>
                <a:spcPct val="90000"/>
              </a:lnSpc>
              <a:spcBef>
                <a:spcPts val="1001"/>
              </a:spcBef>
              <a:buClr>
                <a:srgbClr val="000000"/>
              </a:buClr>
              <a:buFont typeface="Arial"/>
              <a:buChar char="•"/>
              <a:tabLst>
                <a:tab pos="0" algn="l"/>
              </a:tabLst>
            </a:pPr>
            <a:r>
              <a:rPr lang="en-US" sz="2800" b="0" u="none" strike="noStrike">
                <a:solidFill>
                  <a:srgbClr val="000000"/>
                </a:solidFill>
                <a:effectLst/>
                <a:uFillTx/>
                <a:latin typeface="Aptos"/>
              </a:rPr>
              <a:t>Peers can adjust a maximum of 2 minutes  drift per query </a:t>
            </a:r>
            <a:endParaRPr lang="en-US" sz="2800" b="0" u="none" strike="noStrike">
              <a:solidFill>
                <a:schemeClr val="dk1"/>
              </a:solidFill>
              <a:effectLst/>
              <a:uFillTx/>
              <a:latin typeface="Aptos"/>
            </a:endParaRPr>
          </a:p>
          <a:p>
            <a:pPr marL="457200" indent="0" algn="l" defTabSz="914400">
              <a:lnSpc>
                <a:spcPct val="9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pic>
        <p:nvPicPr>
          <p:cNvPr id="77" name="Picture 3" descr="A diagram of a clock and a clock&#10;&#10;AI-generated content may be incorrect."/>
          <p:cNvPicPr/>
          <p:nvPr/>
        </p:nvPicPr>
        <p:blipFill>
          <a:blip r:embed="rId1"/>
          <a:stretch/>
        </p:blipFill>
        <p:spPr>
          <a:xfrm>
            <a:off x="7290360" y="3929400"/>
            <a:ext cx="4105800" cy="266364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0" y="0"/>
            <a:ext cx="4103640" cy="1437840"/>
          </a:xfrm>
          <a:prstGeom prst="rect">
            <a:avLst/>
          </a:prstGeom>
          <a:solidFill>
            <a:schemeClr val="accent2"/>
          </a:solidFill>
          <a:ln w="0">
            <a:noFill/>
          </a:ln>
        </p:spPr>
        <p:txBody>
          <a:bodyPr lIns="91440" tIns="45720" rIns="91440" bIns="45720" anchor="ctr">
            <a:normAutofit fontScale="85000" lnSpcReduction="9999"/>
          </a:bodyPr>
          <a:p>
            <a:pPr indent="0" algn="ctr" defTabSz="914400">
              <a:lnSpc>
                <a:spcPct val="90000"/>
              </a:lnSpc>
              <a:buNone/>
            </a:pPr>
            <a:r>
              <a:rPr lang="en-US" sz="4400" b="1" u="none" strike="noStrike">
                <a:solidFill>
                  <a:schemeClr val="lt1"/>
                </a:solidFill>
                <a:effectLst/>
                <a:uFillTx/>
                <a:latin typeface="Aptos Display"/>
              </a:rPr>
              <a:t>2. Precision Time Protocol</a:t>
            </a:r>
            <a:endParaRPr lang="en-US" sz="4400" b="0" u="none" strike="noStrike">
              <a:solidFill>
                <a:schemeClr val="dk1"/>
              </a:solidFill>
              <a:effectLst/>
              <a:uFillTx/>
              <a:latin typeface="Aptos Display"/>
            </a:endParaRPr>
          </a:p>
        </p:txBody>
      </p:sp>
      <p:sp>
        <p:nvSpPr>
          <p:cNvPr id="79" name="PlaceHolder 2"/>
          <p:cNvSpPr>
            <a:spLocks noGrp="1"/>
          </p:cNvSpPr>
          <p:nvPr>
            <p:ph/>
          </p:nvPr>
        </p:nvSpPr>
        <p:spPr>
          <a:xfrm>
            <a:off x="4448520" y="239400"/>
            <a:ext cx="7666920" cy="6512760"/>
          </a:xfrm>
          <a:prstGeom prst="rect">
            <a:avLst/>
          </a:prstGeom>
          <a:noFill/>
          <a:ln w="0">
            <a:noFill/>
          </a:ln>
        </p:spPr>
        <p:txBody>
          <a:bodyPr lIns="91440" tIns="45720" rIns="91440" bIns="45720" anchor="t">
            <a:normAutofit fontScale="92500" lnSpcReduction="9999"/>
          </a:bodyPr>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rial"/>
              </a:rPr>
              <a:t>PTP is more accurate timing protocol that accounts for path delay between time source and reciver.  </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0" u="none" strike="noStrike">
                <a:solidFill>
                  <a:srgbClr val="000000"/>
                </a:solidFill>
                <a:effectLst/>
                <a:uFillTx/>
                <a:latin typeface="Arial"/>
              </a:rPr>
              <a:t>It uses PTP messages to calculate the communication path delay.</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0" u="none" strike="noStrike">
                <a:solidFill>
                  <a:srgbClr val="000000"/>
                </a:solidFill>
                <a:effectLst/>
                <a:uFillTx/>
                <a:latin typeface="Arial"/>
              </a:rPr>
              <a:t>PTP version 2 messages are categorized as event messages and general messages.</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0" u="none" strike="noStrike">
                <a:solidFill>
                  <a:srgbClr val="000000"/>
                </a:solidFill>
                <a:effectLst/>
                <a:uFillTx/>
                <a:latin typeface="Arial"/>
              </a:rPr>
              <a:t>Event messages are tagged with timestamps when leaving ports and those timestamps are used to calculate link delay.</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0" u="none" strike="noStrike">
                <a:solidFill>
                  <a:srgbClr val="000000"/>
                </a:solidFill>
                <a:effectLst/>
                <a:uFillTx/>
                <a:latin typeface="Arial"/>
              </a:rPr>
              <a:t>Event messages: Sync, delay_Req, (Path) Pdelay_Req, Pdelay_Resp</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0" u="none" strike="noStrike">
                <a:solidFill>
                  <a:srgbClr val="000000"/>
                </a:solidFill>
                <a:effectLst/>
                <a:uFillTx/>
                <a:latin typeface="Arial"/>
              </a:rPr>
              <a:t>General messages are not timestamp tagged and are used to establish PTP hierarchy(Master-Slave) : Announce, Follow_up, delay_resp, pdelay_resp_follow_up </a:t>
            </a:r>
            <a:endParaRPr lang="en-US" sz="2800" b="0" u="none" strike="noStrike">
              <a:solidFill>
                <a:schemeClr val="dk1"/>
              </a:solidFill>
              <a:effectLst/>
              <a:uFillTx/>
              <a:latin typeface="Aptos"/>
            </a:endParaRPr>
          </a:p>
          <a:p>
            <a:pPr indent="0" algn="l" defTabSz="914400">
              <a:lnSpc>
                <a:spcPct val="90000"/>
              </a:lnSpc>
              <a:spcBef>
                <a:spcPts val="1001"/>
              </a:spcBef>
              <a:buNone/>
            </a:pPr>
            <a:endParaRPr lang="en-US" sz="2800" b="0" u="none" strike="noStrike">
              <a:solidFill>
                <a:schemeClr val="dk1"/>
              </a:solidFill>
              <a:effectLst/>
              <a:uFillTx/>
              <a:latin typeface="Aptos"/>
            </a:endParaRPr>
          </a:p>
          <a:p>
            <a:pPr marL="457200" indent="0" algn="l" defTabSz="914400">
              <a:lnSpc>
                <a:spcPct val="9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pic>
        <p:nvPicPr>
          <p:cNvPr id="80" name="Picture 3"/>
          <p:cNvPicPr/>
          <p:nvPr/>
        </p:nvPicPr>
        <p:blipFill>
          <a:blip r:embed="rId1"/>
          <a:stretch/>
        </p:blipFill>
        <p:spPr>
          <a:xfrm>
            <a:off x="154080" y="3977280"/>
            <a:ext cx="4014720" cy="2663640"/>
          </a:xfrm>
          <a:prstGeom prst="rect">
            <a:avLst/>
          </a:prstGeom>
          <a:noFill/>
          <a:ln w="0">
            <a:noFill/>
          </a:ln>
        </p:spPr>
      </p:pic>
      <p:sp>
        <p:nvSpPr>
          <p:cNvPr id="81" name="TextBox 4"/>
          <p:cNvSpPr/>
          <p:nvPr/>
        </p:nvSpPr>
        <p:spPr>
          <a:xfrm>
            <a:off x="123840" y="1581120"/>
            <a:ext cx="4047840" cy="1737720"/>
          </a:xfrm>
          <a:prstGeom prst="rect">
            <a:avLst/>
          </a:prstGeom>
          <a:noFill/>
          <a:ln w="0">
            <a:noFill/>
          </a:ln>
        </p:spPr>
        <p:style>
          <a:lnRef idx="0"/>
          <a:fillRef idx="0"/>
          <a:effectRef idx="0"/>
          <a:fontRef idx="minor"/>
        </p:style>
        <p:txBody>
          <a:bodyPr numCol="1" spcCol="0" horzOverflow="overflow" anchor="t">
            <a:spAutoFit/>
          </a:bodyPr>
          <a:p>
            <a:pPr marL="285840" indent="-285840" defTabSz="914400">
              <a:lnSpc>
                <a:spcPct val="100000"/>
              </a:lnSpc>
              <a:buClr>
                <a:srgbClr val="000000"/>
              </a:buClr>
              <a:buFont typeface="Arial"/>
              <a:buChar char="•"/>
            </a:pPr>
            <a:r>
              <a:rPr lang="en-US" sz="1800" b="0" u="none" strike="noStrike">
                <a:solidFill>
                  <a:schemeClr val="dk1"/>
                </a:solidFill>
                <a:effectLst/>
                <a:uFillTx/>
                <a:latin typeface="Arial"/>
              </a:rPr>
              <a:t>In the figure below, Master 1 is the Grandmaster (GM), switches are Boundary Clocks and intelligent devices (IEDs) are Slave.</a:t>
            </a:r>
            <a:endParaRPr lang="en-AU" sz="18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en-US" sz="1800" b="0" u="none" strike="noStrike">
                <a:solidFill>
                  <a:schemeClr val="dk1"/>
                </a:solidFill>
                <a:effectLst/>
                <a:uFillTx/>
                <a:latin typeface="Arial"/>
              </a:rPr>
              <a:t>On GM (Master1) failure, slaves switch to Master 2.</a:t>
            </a: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0" y="0"/>
            <a:ext cx="4103640" cy="1437840"/>
          </a:xfrm>
          <a:prstGeom prst="rect">
            <a:avLst/>
          </a:prstGeom>
          <a:solidFill>
            <a:schemeClr val="accent2"/>
          </a:solidFill>
          <a:ln w="0">
            <a:noFill/>
          </a:ln>
        </p:spPr>
        <p:txBody>
          <a:bodyPr lIns="91440" tIns="45720" rIns="91440" bIns="45720" anchor="ctr">
            <a:normAutofit fontScale="85000" lnSpcReduction="9999"/>
          </a:bodyPr>
          <a:p>
            <a:pPr indent="0" algn="ctr" defTabSz="914400">
              <a:lnSpc>
                <a:spcPct val="90000"/>
              </a:lnSpc>
              <a:buNone/>
            </a:pPr>
            <a:r>
              <a:rPr lang="en-US" sz="4400" b="1" u="none" strike="noStrike">
                <a:solidFill>
                  <a:schemeClr val="lt1"/>
                </a:solidFill>
                <a:effectLst/>
                <a:uFillTx/>
                <a:latin typeface="Aptos Display"/>
              </a:rPr>
              <a:t>2. Precision Time Protocol</a:t>
            </a:r>
            <a:endParaRPr lang="en-US" sz="4400" b="0" u="none" strike="noStrike">
              <a:solidFill>
                <a:schemeClr val="dk1"/>
              </a:solidFill>
              <a:effectLst/>
              <a:uFillTx/>
              <a:latin typeface="Aptos Display"/>
            </a:endParaRPr>
          </a:p>
        </p:txBody>
      </p:sp>
      <p:sp>
        <p:nvSpPr>
          <p:cNvPr id="83" name="PlaceHolder 2"/>
          <p:cNvSpPr>
            <a:spLocks noGrp="1"/>
          </p:cNvSpPr>
          <p:nvPr>
            <p:ph/>
          </p:nvPr>
        </p:nvSpPr>
        <p:spPr>
          <a:xfrm>
            <a:off x="4448520" y="239400"/>
            <a:ext cx="7666920" cy="6512760"/>
          </a:xfrm>
          <a:prstGeom prst="rect">
            <a:avLst/>
          </a:prstGeom>
          <a:noFill/>
          <a:ln w="0">
            <a:noFill/>
          </a:ln>
        </p:spPr>
        <p:txBody>
          <a:bodyPr lIns="91440" tIns="45720" rIns="91440" bIns="45720" anchor="t">
            <a:normAutofit fontScale="92500" lnSpcReduction="9999"/>
          </a:bodyPr>
          <a:p>
            <a:pPr indent="0" algn="l" defTabSz="914400">
              <a:lnSpc>
                <a:spcPct val="90000"/>
              </a:lnSpc>
              <a:spcBef>
                <a:spcPts val="1001"/>
              </a:spcBef>
              <a:buNone/>
              <a:tabLst>
                <a:tab pos="0" algn="l"/>
              </a:tabLst>
            </a:pPr>
            <a:r>
              <a:rPr lang="en-US" sz="1800" b="1" u="none" strike="noStrike">
                <a:solidFill>
                  <a:schemeClr val="dk1"/>
                </a:solidFill>
                <a:effectLst/>
                <a:uFillTx/>
                <a:latin typeface="Arial"/>
              </a:rPr>
              <a:t>PTP clocks:</a:t>
            </a:r>
            <a:endParaRPr lang="en-US" sz="1800" b="0" u="none" strike="noStrike">
              <a:solidFill>
                <a:schemeClr val="dk1"/>
              </a:solidFill>
              <a:effectLst/>
              <a:uFillTx/>
              <a:latin typeface="Aptos"/>
            </a:endParaRPr>
          </a:p>
          <a:p>
            <a:pPr marL="216000" indent="-216000" algn="l" defTabSz="914400">
              <a:lnSpc>
                <a:spcPct val="90000"/>
              </a:lnSpc>
              <a:spcBef>
                <a:spcPts val="1001"/>
              </a:spcBef>
              <a:buClr>
                <a:srgbClr val="000000"/>
              </a:buClr>
              <a:buFont typeface="Arial"/>
              <a:buAutoNum type="arabicPeriod"/>
              <a:tabLst>
                <a:tab pos="0" algn="l"/>
              </a:tabLst>
            </a:pPr>
            <a:r>
              <a:rPr lang="en-US" sz="1800" b="1" u="none" strike="noStrike">
                <a:solidFill>
                  <a:schemeClr val="dk1"/>
                </a:solidFill>
                <a:effectLst/>
                <a:uFillTx/>
                <a:latin typeface="Arial"/>
              </a:rPr>
              <a:t>Grandmaster Clock :</a:t>
            </a:r>
            <a:r>
              <a:rPr lang="en-US" sz="1800" b="0" u="none" strike="noStrike">
                <a:solidFill>
                  <a:schemeClr val="dk1"/>
                </a:solidFill>
                <a:effectLst/>
                <a:uFillTx/>
                <a:latin typeface="Arial"/>
              </a:rPr>
              <a:t> Primary source of clock for synchronization.</a:t>
            </a:r>
            <a:endParaRPr lang="en-US" sz="1800" b="0" u="none" strike="noStrike">
              <a:solidFill>
                <a:schemeClr val="dk1"/>
              </a:solidFill>
              <a:effectLst/>
              <a:uFillTx/>
              <a:latin typeface="Aptos"/>
            </a:endParaRPr>
          </a:p>
          <a:p>
            <a:pPr marL="216000" indent="0" algn="l" defTabSz="914400">
              <a:lnSpc>
                <a:spcPct val="90000"/>
              </a:lnSpc>
              <a:spcBef>
                <a:spcPts val="1001"/>
              </a:spcBef>
              <a:buNone/>
              <a:tabLst>
                <a:tab pos="0" algn="l"/>
              </a:tabLst>
            </a:pPr>
            <a:r>
              <a:rPr lang="en-US" sz="1800" b="0" u="none" strike="noStrike">
                <a:solidFill>
                  <a:srgbClr val="000000"/>
                </a:solidFill>
                <a:effectLst/>
                <a:uFillTx/>
                <a:latin typeface="Arial"/>
              </a:rPr>
              <a:t>It can have a precise external time source such as GPS or atomic clock or can have a free run with it's own system clock.</a:t>
            </a:r>
            <a:endParaRPr lang="en-US" sz="1800" b="0" u="none" strike="noStrike">
              <a:solidFill>
                <a:schemeClr val="dk1"/>
              </a:solidFill>
              <a:effectLst/>
              <a:uFillTx/>
              <a:latin typeface="Aptos"/>
            </a:endParaRPr>
          </a:p>
          <a:p>
            <a:pPr marL="216000" indent="-216000" algn="l" defTabSz="914400">
              <a:lnSpc>
                <a:spcPct val="90000"/>
              </a:lnSpc>
              <a:spcBef>
                <a:spcPts val="1001"/>
              </a:spcBef>
              <a:buClr>
                <a:srgbClr val="000000"/>
              </a:buClr>
              <a:buFont typeface="Arial"/>
              <a:buAutoNum type="arabicPeriod"/>
              <a:tabLst>
                <a:tab pos="0" algn="l"/>
              </a:tabLst>
            </a:pPr>
            <a:r>
              <a:rPr lang="en-US" sz="1800" b="1" u="none" strike="noStrike">
                <a:solidFill>
                  <a:srgbClr val="000000"/>
                </a:solidFill>
                <a:effectLst/>
                <a:uFillTx/>
                <a:latin typeface="Arial"/>
              </a:rPr>
              <a:t>Ordinary Clock:</a:t>
            </a:r>
            <a:r>
              <a:rPr lang="en-US" sz="1800" b="0" u="none" strike="noStrike">
                <a:solidFill>
                  <a:srgbClr val="000000"/>
                </a:solidFill>
                <a:effectLst/>
                <a:uFillTx/>
                <a:latin typeface="Arial"/>
              </a:rPr>
              <a:t> PTP clock with single PTP port. Most common clocks in PTP network that functions as a node and can act as parent or member.</a:t>
            </a:r>
            <a:endParaRPr lang="en-US" sz="1800" b="0" u="none" strike="noStrike">
              <a:solidFill>
                <a:schemeClr val="dk1"/>
              </a:solidFill>
              <a:effectLst/>
              <a:uFillTx/>
              <a:latin typeface="Aptos"/>
            </a:endParaRPr>
          </a:p>
          <a:p>
            <a:pPr marL="216000" indent="-216000" algn="l" defTabSz="914400">
              <a:lnSpc>
                <a:spcPct val="90000"/>
              </a:lnSpc>
              <a:spcBef>
                <a:spcPts val="1001"/>
              </a:spcBef>
              <a:buClr>
                <a:srgbClr val="000000"/>
              </a:buClr>
              <a:buFont typeface="Arial"/>
              <a:buAutoNum type="arabicPeriod"/>
              <a:tabLst>
                <a:tab pos="0" algn="l"/>
              </a:tabLst>
            </a:pPr>
            <a:r>
              <a:rPr lang="en-US" sz="1800" b="1" u="none" strike="noStrike">
                <a:solidFill>
                  <a:schemeClr val="dk1"/>
                </a:solidFill>
                <a:effectLst/>
                <a:uFillTx/>
                <a:latin typeface="Arial"/>
              </a:rPr>
              <a:t>Boundary Clock:</a:t>
            </a:r>
            <a:r>
              <a:rPr lang="en-US" sz="1800" b="0" u="none" strike="noStrike">
                <a:solidFill>
                  <a:schemeClr val="dk1"/>
                </a:solidFill>
                <a:effectLst/>
                <a:uFillTx/>
                <a:latin typeface="Arial"/>
              </a:rPr>
              <a:t> Intermediary PTP clock between Grandmaster and it’s clients that operates in a standard switch or router and has more than one PTP port.</a:t>
            </a:r>
            <a:endParaRPr lang="en-US" sz="1800" b="0" u="none" strike="noStrike">
              <a:solidFill>
                <a:schemeClr val="dk1"/>
              </a:solidFill>
              <a:effectLst/>
              <a:uFillTx/>
              <a:latin typeface="Aptos"/>
            </a:endParaRPr>
          </a:p>
          <a:p>
            <a:pPr marL="216000" indent="0" algn="l" defTabSz="914400">
              <a:lnSpc>
                <a:spcPct val="90000"/>
              </a:lnSpc>
              <a:spcBef>
                <a:spcPts val="1001"/>
              </a:spcBef>
              <a:buNone/>
              <a:tabLst>
                <a:tab pos="0" algn="l"/>
              </a:tabLst>
            </a:pPr>
            <a:r>
              <a:rPr lang="en-US" sz="1800" b="0" u="none" strike="noStrike">
                <a:solidFill>
                  <a:schemeClr val="dk1"/>
                </a:solidFill>
                <a:effectLst/>
                <a:uFillTx/>
                <a:latin typeface="Arial"/>
              </a:rPr>
              <a:t>They terminate PTP messages from grandmaster and regenerate them for it’s client.</a:t>
            </a:r>
            <a:endParaRPr lang="en-US" sz="1800" b="0" u="none" strike="noStrike">
              <a:solidFill>
                <a:schemeClr val="dk1"/>
              </a:solidFill>
              <a:effectLst/>
              <a:uFillTx/>
              <a:latin typeface="Aptos"/>
            </a:endParaRPr>
          </a:p>
          <a:p>
            <a:pPr marL="216000" indent="0" algn="l" defTabSz="914400">
              <a:lnSpc>
                <a:spcPct val="90000"/>
              </a:lnSpc>
              <a:spcBef>
                <a:spcPts val="1001"/>
              </a:spcBef>
              <a:buNone/>
              <a:tabLst>
                <a:tab pos="0" algn="l"/>
              </a:tabLst>
            </a:pPr>
            <a:r>
              <a:rPr lang="en-US" sz="1800" b="0" u="none" strike="noStrike">
                <a:solidFill>
                  <a:schemeClr val="dk1"/>
                </a:solidFill>
                <a:effectLst/>
                <a:uFillTx/>
                <a:latin typeface="Arial"/>
              </a:rPr>
              <a:t>They intercept and process all PTP messages to select best clock using Best Master Clock Algorithm (BMCA) among the ones seen on all PTP ports. </a:t>
            </a:r>
            <a:endParaRPr lang="en-US" sz="1800" b="0" u="none" strike="noStrike">
              <a:solidFill>
                <a:schemeClr val="dk1"/>
              </a:solidFill>
              <a:effectLst/>
              <a:uFillTx/>
              <a:latin typeface="Aptos"/>
            </a:endParaRPr>
          </a:p>
          <a:p>
            <a:pPr marL="216000" indent="0" algn="l" defTabSz="914400">
              <a:lnSpc>
                <a:spcPct val="90000"/>
              </a:lnSpc>
              <a:spcBef>
                <a:spcPts val="1001"/>
              </a:spcBef>
              <a:buNone/>
              <a:tabLst>
                <a:tab pos="0" algn="l"/>
              </a:tabLst>
            </a:pPr>
            <a:r>
              <a:rPr lang="en-US" sz="1800" b="0" u="none" strike="noStrike">
                <a:solidFill>
                  <a:schemeClr val="dk1"/>
                </a:solidFill>
                <a:effectLst/>
                <a:uFillTx/>
                <a:latin typeface="Arial"/>
              </a:rPr>
              <a:t>Selected best port is set as Slave and other ports are set as Master. Slave port is used to synchronize with upstream master clock and Master port is used to synchronize downstream clocks.</a:t>
            </a:r>
            <a:endParaRPr lang="en-US" sz="1800" b="0" u="none" strike="noStrike">
              <a:solidFill>
                <a:schemeClr val="dk1"/>
              </a:solidFill>
              <a:effectLst/>
              <a:uFillTx/>
              <a:latin typeface="Aptos"/>
            </a:endParaRPr>
          </a:p>
          <a:p>
            <a:pPr marL="216000" indent="0" algn="l" defTabSz="914400">
              <a:lnSpc>
                <a:spcPct val="90000"/>
              </a:lnSpc>
              <a:spcBef>
                <a:spcPts val="1001"/>
              </a:spcBef>
              <a:buNone/>
              <a:tabLst>
                <a:tab pos="0" algn="l"/>
              </a:tabLst>
            </a:pPr>
            <a:r>
              <a:rPr lang="en-US" sz="1800" b="0" u="none" strike="noStrike">
                <a:solidFill>
                  <a:schemeClr val="dk1"/>
                </a:solidFill>
                <a:effectLst/>
                <a:uFillTx/>
                <a:latin typeface="Arial"/>
              </a:rPr>
              <a:t>Use command </a:t>
            </a:r>
            <a:r>
              <a:rPr lang="en-US" sz="1400" b="1" u="none" strike="noStrike">
                <a:solidFill>
                  <a:schemeClr val="dk1"/>
                </a:solidFill>
                <a:effectLst/>
                <a:uFillTx/>
                <a:latin typeface="Arial"/>
              </a:rPr>
              <a:t>ptp role primary</a:t>
            </a:r>
            <a:r>
              <a:rPr lang="en-US" sz="1800" b="0" u="none" strike="noStrike">
                <a:solidFill>
                  <a:schemeClr val="dk1"/>
                </a:solidFill>
                <a:effectLst/>
                <a:uFillTx/>
                <a:latin typeface="Arial"/>
              </a:rPr>
              <a:t> under interface configuration mode to set a port as master (primary) permanently. Setting a port as master permanently ensures that the port will remain as master even if a clock that can be a grandmaster is connected to the port.</a:t>
            </a:r>
            <a:endParaRPr lang="en-US" sz="1800" b="0" u="none" strike="noStrike">
              <a:solidFill>
                <a:schemeClr val="dk1"/>
              </a:solidFill>
              <a:effectLst/>
              <a:uFillTx/>
              <a:latin typeface="Aptos"/>
            </a:endParaRPr>
          </a:p>
          <a:p>
            <a:pPr marL="216000" indent="-216000" algn="l" defTabSz="914400">
              <a:lnSpc>
                <a:spcPct val="90000"/>
              </a:lnSpc>
              <a:spcBef>
                <a:spcPts val="1001"/>
              </a:spcBef>
              <a:buClr>
                <a:srgbClr val="000000"/>
              </a:buClr>
              <a:buFont typeface="Arial"/>
              <a:buAutoNum type="arabicPeriod"/>
              <a:tabLst>
                <a:tab pos="0" algn="l"/>
              </a:tabLst>
            </a:pPr>
            <a:r>
              <a:rPr lang="en-US" sz="1800" b="1" u="none" strike="noStrike">
                <a:solidFill>
                  <a:schemeClr val="dk1"/>
                </a:solidFill>
                <a:effectLst/>
                <a:uFillTx/>
                <a:latin typeface="Arial"/>
              </a:rPr>
              <a:t>Transparent Clock:</a:t>
            </a:r>
            <a:r>
              <a:rPr lang="en-US" sz="1800" b="0" u="none" strike="noStrike">
                <a:solidFill>
                  <a:schemeClr val="dk1"/>
                </a:solidFill>
                <a:effectLst/>
                <a:uFillTx/>
                <a:latin typeface="Arial"/>
              </a:rPr>
              <a:t> It updates the time-interval field of PTP event messages without regenerating them. This update compensates for switch delay and has accuracy within 1 picoseconds.</a:t>
            </a:r>
            <a:endParaRPr lang="en-US" sz="1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
        <p:nvSpPr>
          <p:cNvPr id="84" name="TextBox 4"/>
          <p:cNvSpPr/>
          <p:nvPr/>
        </p:nvSpPr>
        <p:spPr>
          <a:xfrm>
            <a:off x="123840" y="1581120"/>
            <a:ext cx="4047840" cy="4754520"/>
          </a:xfrm>
          <a:prstGeom prst="rect">
            <a:avLst/>
          </a:prstGeom>
          <a:noFill/>
          <a:ln w="0">
            <a:noFill/>
          </a:ln>
        </p:spPr>
        <p:style>
          <a:lnRef idx="0"/>
          <a:fillRef idx="0"/>
          <a:effectRef idx="0"/>
          <a:fontRef idx="minor"/>
        </p:style>
        <p:txBody>
          <a:bodyPr numCol="1" spcCol="0" horzOverflow="overflow" anchor="t">
            <a:spAutoFit/>
          </a:bodyPr>
          <a:p>
            <a:pPr marL="285840" indent="-285840" defTabSz="914400">
              <a:lnSpc>
                <a:spcPct val="100000"/>
              </a:lnSpc>
              <a:buClr>
                <a:srgbClr val="000000"/>
              </a:buClr>
              <a:buFont typeface="Arial"/>
              <a:buChar char="•"/>
            </a:pPr>
            <a:r>
              <a:rPr lang="en-US" sz="1800" b="0" u="none" strike="noStrike">
                <a:solidFill>
                  <a:schemeClr val="dk1"/>
                </a:solidFill>
                <a:effectLst/>
                <a:uFillTx/>
                <a:latin typeface="Arial"/>
              </a:rPr>
              <a:t>Two types of Transparent clocks:</a:t>
            </a:r>
            <a:endParaRPr lang="en-AU" sz="1800" b="0" u="none" strike="noStrike">
              <a:solidFill>
                <a:srgbClr val="000000"/>
              </a:solidFill>
              <a:effectLst/>
              <a:uFillTx/>
              <a:latin typeface="Arial"/>
            </a:endParaRPr>
          </a:p>
          <a:p>
            <a:pPr marL="360000" defTabSz="914400">
              <a:lnSpc>
                <a:spcPct val="100000"/>
              </a:lnSpc>
              <a:buClr>
                <a:srgbClr val="000000"/>
              </a:buClr>
              <a:buFont typeface="Arial"/>
              <a:buChar char="•"/>
            </a:pPr>
            <a:r>
              <a:rPr lang="en-US" sz="1800" b="0" u="none" strike="noStrike">
                <a:solidFill>
                  <a:schemeClr val="dk1"/>
                </a:solidFill>
                <a:effectLst/>
                <a:uFillTx/>
                <a:latin typeface="Arial"/>
              </a:rPr>
              <a:t>end-to-end (e2e) transparent clock measures event message transit time for sync and delay_req messages. </a:t>
            </a:r>
            <a:endParaRPr lang="en-AU" sz="1800" b="0" u="none" strike="noStrike">
              <a:solidFill>
                <a:srgbClr val="000000"/>
              </a:solidFill>
              <a:effectLst/>
              <a:uFillTx/>
              <a:latin typeface="Arial"/>
            </a:endParaRPr>
          </a:p>
          <a:p>
            <a:pPr marL="360000" defTabSz="914400">
              <a:lnSpc>
                <a:spcPct val="100000"/>
              </a:lnSpc>
              <a:buClr>
                <a:srgbClr val="000000"/>
              </a:buClr>
              <a:buFont typeface="Arial"/>
              <a:buChar char="•"/>
            </a:pPr>
            <a:r>
              <a:rPr lang="en-US" sz="1800" b="0" u="none" strike="noStrike">
                <a:solidFill>
                  <a:schemeClr val="dk1"/>
                </a:solidFill>
                <a:effectLst/>
                <a:uFillTx/>
                <a:latin typeface="Arial"/>
              </a:rPr>
              <a:t>peer-to-peer (p2p) transparent clock measure event message transit time and upstream link delay.</a:t>
            </a:r>
            <a:endParaRPr lang="en-AU" sz="1800" b="0" u="none" strike="noStrike">
              <a:solidFill>
                <a:srgbClr val="000000"/>
              </a:solidFill>
              <a:effectLst/>
              <a:uFillTx/>
              <a:latin typeface="Arial"/>
            </a:endParaRPr>
          </a:p>
          <a:p>
            <a:pPr marL="360000" defTabSz="914400">
              <a:lnSpc>
                <a:spcPct val="100000"/>
              </a:lnSpc>
              <a:buClr>
                <a:srgbClr val="000000"/>
              </a:buClr>
              <a:buFont typeface="Arial"/>
              <a:buChar char="•"/>
            </a:pPr>
            <a:r>
              <a:rPr lang="en-US" sz="1800" b="0" u="none" strike="noStrike">
                <a:solidFill>
                  <a:schemeClr val="dk1"/>
                </a:solidFill>
                <a:effectLst/>
                <a:uFillTx/>
                <a:latin typeface="Arial"/>
                <a:ea typeface="Microsoft YaHei"/>
              </a:rPr>
              <a:t>These calculated times are added to the correction field of the those respective messages and slaves use it to calculate offsets using transit time and total path delay using upstream link delay.</a:t>
            </a:r>
            <a:endParaRPr lang="en-AU" sz="1800" b="0" u="none" strike="noStrike">
              <a:solidFill>
                <a:srgbClr val="000000"/>
              </a:solidFill>
              <a:effectLst/>
              <a:uFillTx/>
              <a:latin typeface="Arial"/>
            </a:endParaRPr>
          </a:p>
          <a:p>
            <a:pPr marL="285840" indent="-285840" defTabSz="914400">
              <a:lnSpc>
                <a:spcPct val="100000"/>
              </a:lnSpc>
              <a:buClr>
                <a:srgbClr val="000000"/>
              </a:buClr>
              <a:buFont typeface="Arial"/>
              <a:buChar char="•"/>
            </a:pP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0" y="0"/>
            <a:ext cx="4103640" cy="1437840"/>
          </a:xfrm>
          <a:prstGeom prst="rect">
            <a:avLst/>
          </a:prstGeom>
          <a:solidFill>
            <a:schemeClr val="accent2"/>
          </a:solidFill>
          <a:ln w="0">
            <a:noFill/>
          </a:ln>
        </p:spPr>
        <p:txBody>
          <a:bodyPr lIns="91440" tIns="45720" rIns="91440" bIns="45720" anchor="ctr">
            <a:normAutofit fontScale="85000" lnSpcReduction="9999"/>
          </a:bodyPr>
          <a:p>
            <a:pPr indent="0" algn="ctr" defTabSz="914400">
              <a:lnSpc>
                <a:spcPct val="90000"/>
              </a:lnSpc>
              <a:buNone/>
            </a:pPr>
            <a:r>
              <a:rPr lang="en-US" sz="4400" b="1" u="none" strike="noStrike">
                <a:solidFill>
                  <a:schemeClr val="lt1"/>
                </a:solidFill>
                <a:effectLst/>
                <a:uFillTx/>
                <a:latin typeface="Aptos Display"/>
              </a:rPr>
              <a:t>2. Precision Time Protocol</a:t>
            </a:r>
            <a:endParaRPr lang="en-US" sz="4400" b="0" u="none" strike="noStrike">
              <a:solidFill>
                <a:schemeClr val="dk1"/>
              </a:solidFill>
              <a:effectLst/>
              <a:uFillTx/>
              <a:latin typeface="Aptos Display"/>
            </a:endParaRPr>
          </a:p>
        </p:txBody>
      </p:sp>
      <p:sp>
        <p:nvSpPr>
          <p:cNvPr id="86" name="PlaceHolder 2"/>
          <p:cNvSpPr>
            <a:spLocks noGrp="1"/>
          </p:cNvSpPr>
          <p:nvPr>
            <p:ph/>
          </p:nvPr>
        </p:nvSpPr>
        <p:spPr>
          <a:xfrm>
            <a:off x="4448520" y="239400"/>
            <a:ext cx="7666920" cy="4080600"/>
          </a:xfrm>
          <a:prstGeom prst="rect">
            <a:avLst/>
          </a:prstGeom>
          <a:noFill/>
          <a:ln w="0">
            <a:noFill/>
          </a:ln>
        </p:spPr>
        <p:txBody>
          <a:bodyPr lIns="91440" tIns="45720" rIns="91440" bIns="45720" anchor="t">
            <a:normAutofit/>
          </a:bodyPr>
          <a:p>
            <a:pPr indent="0" algn="l" defTabSz="914400">
              <a:lnSpc>
                <a:spcPct val="90000"/>
              </a:lnSpc>
              <a:spcBef>
                <a:spcPts val="1001"/>
              </a:spcBef>
              <a:buNone/>
              <a:tabLst>
                <a:tab pos="0" algn="l"/>
              </a:tabLst>
            </a:pPr>
            <a:r>
              <a:rPr lang="en-US" sz="1800" b="1" u="none" strike="noStrike">
                <a:solidFill>
                  <a:schemeClr val="dk1"/>
                </a:solidFill>
                <a:effectLst/>
                <a:uFillTx/>
                <a:latin typeface="Arial"/>
              </a:rPr>
              <a:t>PTP Event message sequences:</a:t>
            </a:r>
            <a:endParaRPr lang="en-US" sz="1800" b="0" u="none" strike="noStrike">
              <a:solidFill>
                <a:schemeClr val="dk1"/>
              </a:solidFill>
              <a:effectLst/>
              <a:uFillTx/>
              <a:latin typeface="Aptos"/>
            </a:endParaRPr>
          </a:p>
          <a:p>
            <a:pPr marL="216000" indent="-216000" algn="l" defTabSz="914400">
              <a:lnSpc>
                <a:spcPct val="90000"/>
              </a:lnSpc>
              <a:spcBef>
                <a:spcPts val="1001"/>
              </a:spcBef>
              <a:buClr>
                <a:srgbClr val="000000"/>
              </a:buClr>
              <a:buFont typeface="Arial"/>
              <a:buAutoNum type="arabicPeriod"/>
              <a:tabLst>
                <a:tab pos="0" algn="l"/>
              </a:tabLst>
            </a:pPr>
            <a:r>
              <a:rPr lang="en-US" sz="1800" b="1" u="none" strike="noStrike">
                <a:solidFill>
                  <a:schemeClr val="dk1"/>
                </a:solidFill>
                <a:effectLst/>
                <a:uFillTx/>
                <a:latin typeface="Arial"/>
              </a:rPr>
              <a:t>End-to-End Delay Mechanism:</a:t>
            </a:r>
            <a:r>
              <a:rPr lang="en-US" sz="1800" b="0" u="none" strike="noStrike">
                <a:solidFill>
                  <a:schemeClr val="dk1"/>
                </a:solidFill>
                <a:effectLst/>
                <a:uFillTx/>
                <a:latin typeface="Arial"/>
              </a:rPr>
              <a:t> </a:t>
            </a:r>
            <a:r>
              <a:rPr lang="en-US" sz="1600" b="0" u="none" strike="noStrike">
                <a:solidFill>
                  <a:schemeClr val="dk1"/>
                </a:solidFill>
                <a:effectLst/>
                <a:uFillTx/>
                <a:latin typeface="Arial"/>
              </a:rPr>
              <a:t>Boundary clocks and Ordinary clocks configured with Request-Response mechanism use following message sequence to generate and communicate timing information.</a:t>
            </a:r>
            <a:endParaRPr lang="en-US" sz="1600" b="0" u="none" strike="noStrike">
              <a:solidFill>
                <a:schemeClr val="dk1"/>
              </a:solidFill>
              <a:effectLst/>
              <a:uFillTx/>
              <a:latin typeface="Aptos"/>
            </a:endParaRPr>
          </a:p>
          <a:p>
            <a:pPr marL="360000" algn="l" defTabSz="914400">
              <a:lnSpc>
                <a:spcPct val="9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rPr>
              <a:t>Master sends Sync message to Slave at t1.</a:t>
            </a:r>
            <a:endParaRPr lang="en-US" sz="1600" b="0" u="none" strike="noStrike">
              <a:solidFill>
                <a:schemeClr val="dk1"/>
              </a:solidFill>
              <a:effectLst/>
              <a:uFillTx/>
              <a:latin typeface="Aptos"/>
            </a:endParaRPr>
          </a:p>
          <a:p>
            <a:pPr marL="360000" algn="l" defTabSz="914400">
              <a:lnSpc>
                <a:spcPct val="9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rPr>
              <a:t>Slave receives Sync message and notes the time it received it as t2.</a:t>
            </a:r>
            <a:endParaRPr lang="en-US" sz="1600" b="0" u="none" strike="noStrike">
              <a:solidFill>
                <a:schemeClr val="dk1"/>
              </a:solidFill>
              <a:effectLst/>
              <a:uFillTx/>
              <a:latin typeface="Aptos"/>
            </a:endParaRPr>
          </a:p>
          <a:p>
            <a:pPr marL="360000" algn="l" defTabSz="914400">
              <a:lnSpc>
                <a:spcPct val="9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rPr>
              <a:t>Master sends the timestamp t1 to Slave in a Follow_up message.</a:t>
            </a:r>
            <a:endParaRPr lang="en-US" sz="1600" b="0" u="none" strike="noStrike">
              <a:solidFill>
                <a:schemeClr val="dk1"/>
              </a:solidFill>
              <a:effectLst/>
              <a:uFillTx/>
              <a:latin typeface="Aptos"/>
            </a:endParaRPr>
          </a:p>
          <a:p>
            <a:pPr marL="360000" algn="l" defTabSz="914400">
              <a:lnSpc>
                <a:spcPct val="9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rPr>
              <a:t>Slave sends a Delay_Req message to Master at timestamp t3.</a:t>
            </a:r>
            <a:endParaRPr lang="en-US" sz="1600" b="0" u="none" strike="noStrike">
              <a:solidFill>
                <a:schemeClr val="dk1"/>
              </a:solidFill>
              <a:effectLst/>
              <a:uFillTx/>
              <a:latin typeface="Aptos"/>
            </a:endParaRPr>
          </a:p>
          <a:p>
            <a:pPr marL="360000" algn="l" defTabSz="914400">
              <a:lnSpc>
                <a:spcPct val="9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rPr>
              <a:t>Master receives the Delay_Req at t4 and sends that timestamp to Slave in Delay_Resp message.</a:t>
            </a:r>
            <a:endParaRPr lang="en-US" sz="1600" b="0" u="none" strike="noStrike">
              <a:solidFill>
                <a:schemeClr val="dk1"/>
              </a:solidFill>
              <a:effectLst/>
              <a:uFillTx/>
              <a:latin typeface="Aptos"/>
            </a:endParaRPr>
          </a:p>
          <a:p>
            <a:pPr marL="360000" indent="0" algn="l" defTabSz="914400">
              <a:lnSpc>
                <a:spcPct val="90000"/>
              </a:lnSpc>
              <a:spcBef>
                <a:spcPts val="1001"/>
              </a:spcBef>
              <a:buNone/>
              <a:tabLst>
                <a:tab pos="0" algn="l"/>
              </a:tabLst>
            </a:pPr>
            <a:r>
              <a:rPr lang="en-US" sz="1600" b="0" u="none" strike="noStrike">
                <a:solidFill>
                  <a:schemeClr val="dk1"/>
                </a:solidFill>
                <a:effectLst/>
                <a:uFillTx/>
                <a:latin typeface="Arial"/>
              </a:rPr>
              <a:t>Slave receives all four timestamps and calculates Path-Delay and offset from Master clock.</a:t>
            </a:r>
            <a:endParaRPr lang="en-US" sz="1600" b="0" u="none" strike="noStrike">
              <a:solidFill>
                <a:schemeClr val="dk1"/>
              </a:solidFill>
              <a:effectLst/>
              <a:uFillTx/>
              <a:latin typeface="Aptos"/>
            </a:endParaRPr>
          </a:p>
          <a:p>
            <a:pPr marL="360000" indent="0" algn="l" defTabSz="914400">
              <a:lnSpc>
                <a:spcPct val="9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
        <p:nvSpPr>
          <p:cNvPr id="87" name=""/>
          <p:cNvSpPr txBox="1"/>
          <p:nvPr/>
        </p:nvSpPr>
        <p:spPr>
          <a:xfrm>
            <a:off x="0" y="1440000"/>
            <a:ext cx="4140000" cy="4765320"/>
          </a:xfrm>
          <a:prstGeom prst="rect">
            <a:avLst/>
          </a:prstGeom>
          <a:noFill/>
          <a:ln w="0">
            <a:noFill/>
          </a:ln>
        </p:spPr>
        <p:txBody>
          <a:bodyPr lIns="90000" tIns="45000" rIns="90000" bIns="45000" anchor="t">
            <a:spAutoFit/>
          </a:bodyPr>
          <a:p>
            <a:pPr marL="228600" indent="-228600" defTabSz="914400">
              <a:lnSpc>
                <a:spcPct val="90000"/>
              </a:lnSpc>
              <a:spcBef>
                <a:spcPts val="1001"/>
              </a:spcBef>
              <a:buClr>
                <a:srgbClr val="000000"/>
              </a:buClr>
              <a:buAutoNum type="arabicPeriod" startAt="2"/>
              <a:tabLst>
                <a:tab pos="0" algn="l"/>
              </a:tabLst>
            </a:pPr>
            <a:r>
              <a:rPr lang="en-US" sz="1800" b="1" u="none" strike="noStrike">
                <a:solidFill>
                  <a:schemeClr val="dk1"/>
                </a:solidFill>
                <a:effectLst/>
                <a:uFillTx/>
                <a:latin typeface="Arial"/>
                <a:ea typeface="Microsoft YaHei"/>
              </a:rPr>
              <a:t>Peer-to-Peer Delay Mechanism: </a:t>
            </a:r>
            <a:r>
              <a:rPr lang="en-US" sz="1600" b="0" u="none" strike="noStrike">
                <a:solidFill>
                  <a:schemeClr val="dk1"/>
                </a:solidFill>
                <a:effectLst/>
                <a:uFillTx/>
                <a:latin typeface="Arial"/>
                <a:ea typeface="Microsoft YaHei"/>
              </a:rPr>
              <a:t>Boundary clocks at multiple levels of the network with non-PTP devices inbetween them decreases the synchronization accuracy. Boundary/Transparent clocks use below message sequences to calculate path delay between them.</a:t>
            </a:r>
            <a:endParaRPr lang="en-AU" sz="1600" b="0" u="none" strike="noStrike">
              <a:solidFill>
                <a:srgbClr val="000000"/>
              </a:solidFill>
              <a:effectLst/>
              <a:uFillTx/>
              <a:latin typeface="Arial"/>
            </a:endParaRPr>
          </a:p>
          <a:p>
            <a:pPr marL="228600" indent="-228600" defTabSz="914400">
              <a:lnSpc>
                <a:spcPct val="9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Port 1 (Switch1) generates a Pdelay_req message at t1.</a:t>
            </a:r>
            <a:endParaRPr lang="en-AU" sz="1600" b="0" u="none" strike="noStrike">
              <a:solidFill>
                <a:srgbClr val="000000"/>
              </a:solidFill>
              <a:effectLst/>
              <a:uFillTx/>
              <a:latin typeface="Arial"/>
            </a:endParaRPr>
          </a:p>
          <a:p>
            <a:pPr marL="228600" indent="-228600" defTabSz="914400">
              <a:lnSpc>
                <a:spcPct val="9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Port 2 (Switch2) receives the Pdelay_req message at t2.</a:t>
            </a:r>
            <a:endParaRPr lang="en-AU" sz="1600" b="0" u="none" strike="noStrike">
              <a:solidFill>
                <a:srgbClr val="000000"/>
              </a:solidFill>
              <a:effectLst/>
              <a:uFillTx/>
              <a:latin typeface="Arial"/>
            </a:endParaRPr>
          </a:p>
          <a:p>
            <a:pPr marL="228600" indent="-228600" defTabSz="914400">
              <a:lnSpc>
                <a:spcPct val="9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Port 2 sends the t2 to Port 1 in Pdelay_Resp message at t3.</a:t>
            </a:r>
            <a:endParaRPr lang="en-AU" sz="1600" b="0" u="none" strike="noStrike">
              <a:solidFill>
                <a:srgbClr val="000000"/>
              </a:solidFill>
              <a:effectLst/>
              <a:uFillTx/>
              <a:latin typeface="Arial"/>
            </a:endParaRPr>
          </a:p>
          <a:p>
            <a:pPr marL="228600" indent="-228600" defTabSz="914400">
              <a:lnSpc>
                <a:spcPct val="9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Port 2 sends t3 to Port 1 in a Pdelay_Resp_Follow_Up message </a:t>
            </a:r>
            <a:endParaRPr lang="en-AU" sz="1600" b="0" u="none" strike="noStrike">
              <a:solidFill>
                <a:srgbClr val="000000"/>
              </a:solidFill>
              <a:effectLst/>
              <a:uFillTx/>
              <a:latin typeface="Arial"/>
            </a:endParaRPr>
          </a:p>
          <a:p>
            <a:pPr marL="228600" indent="-228600" defTabSz="914400">
              <a:lnSpc>
                <a:spcPct val="9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Port 1 receives the Pdelay_Resp_Follow_Up message at t4. </a:t>
            </a:r>
            <a:endParaRPr lang="en-AU" sz="1600" b="0" u="none" strike="noStrike">
              <a:solidFill>
                <a:srgbClr val="000000"/>
              </a:solidFill>
              <a:effectLst/>
              <a:uFillTx/>
              <a:latin typeface="Arial"/>
            </a:endParaRPr>
          </a:p>
          <a:p>
            <a:pPr marL="228600" indent="-228600" defTabSz="914400">
              <a:lnSpc>
                <a:spcPct val="9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Port 1 uses t1,t2,t3 and t4 to calculate peer-to-peer link</a:t>
            </a:r>
            <a:r>
              <a:rPr lang="en-US" sz="1800" b="0" u="none" strike="noStrike">
                <a:solidFill>
                  <a:schemeClr val="dk1"/>
                </a:solidFill>
                <a:effectLst/>
                <a:uFillTx/>
                <a:latin typeface="Arial"/>
                <a:ea typeface="Microsoft YaHei"/>
              </a:rPr>
              <a:t> dealy.</a:t>
            </a:r>
            <a:endParaRPr lang="en-AU" sz="1800" b="0" u="none" strike="noStrike">
              <a:solidFill>
                <a:srgbClr val="000000"/>
              </a:solidFill>
              <a:effectLst/>
              <a:uFillTx/>
              <a:latin typeface="Arial"/>
            </a:endParaRPr>
          </a:p>
        </p:txBody>
      </p:sp>
      <p:pic>
        <p:nvPicPr>
          <p:cNvPr id="88" name=""/>
          <p:cNvPicPr/>
          <p:nvPr/>
        </p:nvPicPr>
        <p:blipFill>
          <a:blip r:embed="rId1"/>
          <a:stretch/>
        </p:blipFill>
        <p:spPr>
          <a:xfrm>
            <a:off x="4824000" y="3941640"/>
            <a:ext cx="3394440" cy="2790360"/>
          </a:xfrm>
          <a:prstGeom prst="rect">
            <a:avLst/>
          </a:prstGeom>
          <a:noFill/>
          <a:ln w="0">
            <a:noFill/>
          </a:ln>
        </p:spPr>
      </p:pic>
      <p:pic>
        <p:nvPicPr>
          <p:cNvPr id="89" name=""/>
          <p:cNvPicPr/>
          <p:nvPr/>
        </p:nvPicPr>
        <p:blipFill>
          <a:blip r:embed="rId2"/>
          <a:stretch/>
        </p:blipFill>
        <p:spPr>
          <a:xfrm>
            <a:off x="8608320" y="3996000"/>
            <a:ext cx="3451680" cy="266400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0" y="0"/>
            <a:ext cx="4103640" cy="1437840"/>
          </a:xfrm>
          <a:prstGeom prst="rect">
            <a:avLst/>
          </a:prstGeom>
          <a:solidFill>
            <a:schemeClr val="accent2"/>
          </a:solidFill>
          <a:ln w="0">
            <a:noFill/>
          </a:ln>
        </p:spPr>
        <p:txBody>
          <a:bodyPr lIns="91440" tIns="45720" rIns="91440" bIns="45720" anchor="ctr">
            <a:normAutofit fontScale="85000" lnSpcReduction="9999"/>
          </a:bodyPr>
          <a:p>
            <a:pPr indent="0" algn="ctr" defTabSz="914400">
              <a:lnSpc>
                <a:spcPct val="90000"/>
              </a:lnSpc>
              <a:buNone/>
            </a:pPr>
            <a:r>
              <a:rPr lang="en-US" sz="4400" b="1" u="none" strike="noStrike">
                <a:solidFill>
                  <a:schemeClr val="lt1"/>
                </a:solidFill>
                <a:effectLst/>
                <a:uFillTx/>
                <a:latin typeface="Aptos Display"/>
              </a:rPr>
              <a:t>2. Precision Time Protocol</a:t>
            </a:r>
            <a:endParaRPr lang="en-US" sz="4400" b="0" u="none" strike="noStrike">
              <a:solidFill>
                <a:schemeClr val="dk1"/>
              </a:solidFill>
              <a:effectLst/>
              <a:uFillTx/>
              <a:latin typeface="Aptos Display"/>
            </a:endParaRPr>
          </a:p>
        </p:txBody>
      </p:sp>
      <p:sp>
        <p:nvSpPr>
          <p:cNvPr id="91" name="PlaceHolder 2"/>
          <p:cNvSpPr>
            <a:spLocks noGrp="1"/>
          </p:cNvSpPr>
          <p:nvPr>
            <p:ph/>
          </p:nvPr>
        </p:nvSpPr>
        <p:spPr>
          <a:xfrm>
            <a:off x="4448520" y="239400"/>
            <a:ext cx="7666920" cy="6420600"/>
          </a:xfrm>
          <a:prstGeom prst="rect">
            <a:avLst/>
          </a:prstGeom>
          <a:noFill/>
          <a:ln w="0">
            <a:noFill/>
          </a:ln>
        </p:spPr>
        <p:txBody>
          <a:bodyPr lIns="91440" tIns="45720" rIns="91440" bIns="45720" anchor="t">
            <a:normAutofit/>
          </a:bodyPr>
          <a:p>
            <a:pPr indent="0" algn="l" defTabSz="914400">
              <a:lnSpc>
                <a:spcPct val="90000"/>
              </a:lnSpc>
              <a:spcBef>
                <a:spcPts val="1001"/>
              </a:spcBef>
              <a:buNone/>
              <a:tabLst>
                <a:tab pos="0" algn="l"/>
              </a:tabLst>
            </a:pPr>
            <a:r>
              <a:rPr lang="en-US" sz="1800" b="1" u="none" strike="noStrike">
                <a:solidFill>
                  <a:schemeClr val="dk1"/>
                </a:solidFill>
                <a:effectLst/>
                <a:uFillTx/>
                <a:latin typeface="Arial"/>
              </a:rPr>
              <a:t>Best Master Clock Algorithm (BMCA): </a:t>
            </a:r>
            <a:r>
              <a:rPr lang="en-US" sz="1800" b="0" u="none" strike="noStrike">
                <a:solidFill>
                  <a:schemeClr val="dk1"/>
                </a:solidFill>
                <a:effectLst/>
                <a:uFillTx/>
                <a:latin typeface="Arial"/>
              </a:rPr>
              <a:t>BMCA identifies the best master clock in a sub-domain of all the PTP clock it sees, including itself.</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SzPct val="45000"/>
              <a:buFont typeface="Wingdings" charset="2"/>
              <a:buChar char=""/>
              <a:tabLst>
                <a:tab pos="0" algn="l"/>
              </a:tabLst>
            </a:pPr>
            <a:r>
              <a:rPr lang="en-US" sz="1800" b="0" u="none" strike="noStrike">
                <a:solidFill>
                  <a:schemeClr val="dk1"/>
                </a:solidFill>
                <a:effectLst/>
                <a:uFillTx/>
                <a:latin typeface="Arial"/>
              </a:rPr>
              <a:t>BMCA runs locally on each port for every Announce interval to quickly adjust to the network changes.</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SzPct val="45000"/>
              <a:buFont typeface="Wingdings" charset="2"/>
              <a:buChar char=""/>
              <a:tabLst>
                <a:tab pos="0" algn="l"/>
              </a:tabLst>
            </a:pPr>
            <a:r>
              <a:rPr lang="en-US" sz="1800" b="0" u="none" strike="noStrike">
                <a:solidFill>
                  <a:schemeClr val="dk1"/>
                </a:solidFill>
                <a:effectLst/>
                <a:uFillTx/>
                <a:latin typeface="Arial"/>
              </a:rPr>
              <a:t>BMCA uses Announce message to advertise clock properties.</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SzPct val="45000"/>
              <a:buFont typeface="Wingdings" charset="2"/>
              <a:buChar char=""/>
              <a:tabLst>
                <a:tab pos="0" algn="l"/>
              </a:tabLst>
            </a:pPr>
            <a:r>
              <a:rPr lang="en-US" sz="1800" b="0" u="none" strike="noStrike">
                <a:solidFill>
                  <a:schemeClr val="dk1"/>
                </a:solidFill>
                <a:effectLst/>
                <a:uFillTx/>
                <a:latin typeface="Arial"/>
              </a:rPr>
              <a:t>BMCA uses own data set with received data set to determine best master clock in the following order:</a:t>
            </a:r>
            <a:endParaRPr lang="en-US" sz="1800" b="0" u="none" strike="noStrike">
              <a:solidFill>
                <a:schemeClr val="dk1"/>
              </a:solidFill>
              <a:effectLst/>
              <a:uFillTx/>
              <a:latin typeface="Aptos"/>
            </a:endParaRPr>
          </a:p>
          <a:p>
            <a:pPr marL="360000" indent="0" algn="l" defTabSz="914400">
              <a:lnSpc>
                <a:spcPct val="90000"/>
              </a:lnSpc>
              <a:spcBef>
                <a:spcPts val="1001"/>
              </a:spcBef>
              <a:buNone/>
              <a:tabLst>
                <a:tab pos="0" algn="l"/>
              </a:tabLst>
            </a:pPr>
            <a:r>
              <a:rPr lang="en-US" sz="1800" b="0" u="none" strike="noStrike">
                <a:solidFill>
                  <a:schemeClr val="dk1"/>
                </a:solidFill>
                <a:effectLst/>
                <a:uFillTx/>
                <a:latin typeface="Arial"/>
              </a:rPr>
              <a:t>Priority1: User assigned priority to each clock. Default is 128 and range is from 0 to 255.</a:t>
            </a:r>
            <a:endParaRPr lang="en-US" sz="1800" b="0" u="none" strike="noStrike">
              <a:solidFill>
                <a:schemeClr val="dk1"/>
              </a:solidFill>
              <a:effectLst/>
              <a:uFillTx/>
              <a:latin typeface="Aptos"/>
            </a:endParaRPr>
          </a:p>
          <a:p>
            <a:pPr marL="360000" indent="0" algn="l" defTabSz="914400">
              <a:lnSpc>
                <a:spcPct val="90000"/>
              </a:lnSpc>
              <a:spcBef>
                <a:spcPts val="1001"/>
              </a:spcBef>
              <a:buNone/>
              <a:tabLst>
                <a:tab pos="0" algn="l"/>
              </a:tabLst>
            </a:pPr>
            <a:r>
              <a:rPr lang="en-US" sz="1800" b="0" u="none" strike="noStrike">
                <a:solidFill>
                  <a:schemeClr val="dk1"/>
                </a:solidFill>
                <a:effectLst/>
                <a:uFillTx/>
                <a:latin typeface="Arial"/>
              </a:rPr>
              <a:t>Class: Class to which the clock belongs to.</a:t>
            </a:r>
            <a:endParaRPr lang="en-US" sz="1800" b="0" u="none" strike="noStrike">
              <a:solidFill>
                <a:schemeClr val="dk1"/>
              </a:solidFill>
              <a:effectLst/>
              <a:uFillTx/>
              <a:latin typeface="Aptos"/>
            </a:endParaRPr>
          </a:p>
          <a:p>
            <a:pPr marL="360000" indent="0" algn="l" defTabSz="914400">
              <a:lnSpc>
                <a:spcPct val="90000"/>
              </a:lnSpc>
              <a:spcBef>
                <a:spcPts val="1001"/>
              </a:spcBef>
              <a:buNone/>
              <a:tabLst>
                <a:tab pos="0" algn="l"/>
              </a:tabLst>
            </a:pPr>
            <a:r>
              <a:rPr lang="en-US" sz="1800" b="0" u="none" strike="noStrike">
                <a:solidFill>
                  <a:schemeClr val="dk1"/>
                </a:solidFill>
                <a:effectLst/>
                <a:uFillTx/>
                <a:latin typeface="Arial"/>
              </a:rPr>
              <a:t>Accuracy: Precision between the clock and UTC in nanoseconds.</a:t>
            </a:r>
            <a:endParaRPr lang="en-US" sz="1800" b="0" u="none" strike="noStrike">
              <a:solidFill>
                <a:schemeClr val="dk1"/>
              </a:solidFill>
              <a:effectLst/>
              <a:uFillTx/>
              <a:latin typeface="Aptos"/>
            </a:endParaRPr>
          </a:p>
          <a:p>
            <a:pPr marL="360000" indent="0" algn="l" defTabSz="914400">
              <a:lnSpc>
                <a:spcPct val="90000"/>
              </a:lnSpc>
              <a:spcBef>
                <a:spcPts val="1001"/>
              </a:spcBef>
              <a:buNone/>
              <a:tabLst>
                <a:tab pos="0" algn="l"/>
              </a:tabLst>
            </a:pPr>
            <a:r>
              <a:rPr lang="en-US" sz="1800" b="0" u="none" strike="noStrike">
                <a:solidFill>
                  <a:schemeClr val="dk1"/>
                </a:solidFill>
                <a:effectLst/>
                <a:uFillTx/>
                <a:latin typeface="Arial"/>
              </a:rPr>
              <a:t>Variance: Variability of clock</a:t>
            </a:r>
            <a:endParaRPr lang="en-US" sz="1800" b="0" u="none" strike="noStrike">
              <a:solidFill>
                <a:schemeClr val="dk1"/>
              </a:solidFill>
              <a:effectLst/>
              <a:uFillTx/>
              <a:latin typeface="Aptos"/>
            </a:endParaRPr>
          </a:p>
          <a:p>
            <a:pPr marL="360000" indent="0" algn="l" defTabSz="914400">
              <a:lnSpc>
                <a:spcPct val="90000"/>
              </a:lnSpc>
              <a:spcBef>
                <a:spcPts val="1001"/>
              </a:spcBef>
              <a:buNone/>
              <a:tabLst>
                <a:tab pos="0" algn="l"/>
              </a:tabLst>
            </a:pPr>
            <a:r>
              <a:rPr lang="en-US" sz="1800" b="0" u="none" strike="noStrike">
                <a:solidFill>
                  <a:schemeClr val="dk1"/>
                </a:solidFill>
                <a:effectLst/>
                <a:uFillTx/>
                <a:latin typeface="Arial"/>
              </a:rPr>
              <a:t>Priority2: Final priority. Range is from 0 to 255, default is 128.</a:t>
            </a:r>
            <a:endParaRPr lang="en-US" sz="1800" b="0" u="none" strike="noStrike">
              <a:solidFill>
                <a:schemeClr val="dk1"/>
              </a:solidFill>
              <a:effectLst/>
              <a:uFillTx/>
              <a:latin typeface="Aptos"/>
            </a:endParaRPr>
          </a:p>
          <a:p>
            <a:pPr marL="360000" indent="0" algn="l" defTabSz="914400">
              <a:lnSpc>
                <a:spcPct val="90000"/>
              </a:lnSpc>
              <a:spcBef>
                <a:spcPts val="1001"/>
              </a:spcBef>
              <a:buNone/>
              <a:tabLst>
                <a:tab pos="0" algn="l"/>
              </a:tabLst>
            </a:pPr>
            <a:r>
              <a:rPr lang="en-US" sz="1800" b="0" u="none" strike="noStrike">
                <a:solidFill>
                  <a:schemeClr val="dk1"/>
                </a:solidFill>
                <a:effectLst/>
                <a:uFillTx/>
                <a:latin typeface="Arial"/>
              </a:rPr>
              <a:t>Unique Identifier: 64-bit Extended Unique Identifier (EUI) of sender and receiver</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SzPct val="45000"/>
              <a:buFont typeface="Wingdings" charset="2"/>
              <a:buChar char=""/>
              <a:tabLst>
                <a:tab pos="0" algn="l"/>
              </a:tabLst>
            </a:pPr>
            <a:r>
              <a:rPr lang="en-US" sz="1800" b="0" u="none" strike="noStrike">
                <a:solidFill>
                  <a:schemeClr val="dk1"/>
                </a:solidFill>
                <a:effectLst/>
                <a:uFillTx/>
                <a:latin typeface="Arial"/>
              </a:rPr>
              <a:t>Additionally, BMCA eliminates master clock conflict by ensuring two master clock or no master does not exists in the network. And clocks do not have to negotiate with each other.</a:t>
            </a:r>
            <a:endParaRPr lang="en-US" sz="1800" b="0" u="none" strike="noStrike">
              <a:solidFill>
                <a:schemeClr val="dk1"/>
              </a:solidFill>
              <a:effectLst/>
              <a:uFillTx/>
              <a:latin typeface="Aptos"/>
            </a:endParaRPr>
          </a:p>
          <a:p>
            <a:pPr marL="360000" indent="0" algn="l" defTabSz="914400">
              <a:lnSpc>
                <a:spcPct val="9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1800" b="0" u="none" strike="noStrike">
              <a:solidFill>
                <a:schemeClr val="dk1"/>
              </a:solidFill>
              <a:effectLst/>
              <a:uFillTx/>
              <a:latin typeface="Aptos"/>
            </a:endParaRPr>
          </a:p>
          <a:p>
            <a:pPr marL="360000" indent="0" algn="l" defTabSz="914400">
              <a:lnSpc>
                <a:spcPct val="9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
        <p:nvSpPr>
          <p:cNvPr id="92" name=""/>
          <p:cNvSpPr txBox="1"/>
          <p:nvPr/>
        </p:nvSpPr>
        <p:spPr>
          <a:xfrm>
            <a:off x="0" y="1440000"/>
            <a:ext cx="4140000" cy="5652360"/>
          </a:xfrm>
          <a:prstGeom prst="rect">
            <a:avLst/>
          </a:prstGeom>
          <a:noFill/>
          <a:ln w="0">
            <a:noFill/>
          </a:ln>
        </p:spPr>
        <p:txBody>
          <a:bodyPr lIns="90000" tIns="45000" rIns="90000" bIns="45000" anchor="t">
            <a:spAutoFit/>
          </a:bodyPr>
          <a:p>
            <a:pPr defTabSz="914400">
              <a:lnSpc>
                <a:spcPct val="90000"/>
              </a:lnSpc>
              <a:spcBef>
                <a:spcPts val="1001"/>
              </a:spcBef>
              <a:tabLst>
                <a:tab pos="0" algn="l"/>
              </a:tabLst>
            </a:pPr>
            <a:r>
              <a:rPr lang="en-US" sz="1800" b="1" u="none" strike="noStrike">
                <a:solidFill>
                  <a:schemeClr val="dk1"/>
                </a:solidFill>
                <a:effectLst/>
                <a:uFillTx/>
                <a:latin typeface="Arial"/>
                <a:ea typeface="Microsoft YaHei"/>
              </a:rPr>
              <a:t>PTP profiles: </a:t>
            </a:r>
            <a:r>
              <a:rPr lang="en-US" sz="1600" b="0" u="none" strike="noStrike">
                <a:solidFill>
                  <a:schemeClr val="dk1"/>
                </a:solidFill>
                <a:effectLst/>
                <a:uFillTx/>
                <a:latin typeface="Arial"/>
                <a:ea typeface="Microsoft YaHei"/>
              </a:rPr>
              <a:t>Set of allowed PTP features applicable to a device. PTP profile defines below values:</a:t>
            </a:r>
            <a:endParaRPr lang="en-AU" sz="1600" b="0" u="none" strike="noStrike">
              <a:solidFill>
                <a:srgbClr val="000000"/>
              </a:solidFill>
              <a:effectLst/>
              <a:uFillTx/>
              <a:latin typeface="Arial"/>
            </a:endParaRPr>
          </a:p>
          <a:p>
            <a:pPr marL="360000" defTabSz="914400">
              <a:lnSpc>
                <a:spcPct val="9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BMCA Options</a:t>
            </a:r>
            <a:endParaRPr lang="en-AU" sz="1600" b="0" u="none" strike="noStrike">
              <a:solidFill>
                <a:srgbClr val="000000"/>
              </a:solidFill>
              <a:effectLst/>
              <a:uFillTx/>
              <a:latin typeface="Arial"/>
            </a:endParaRPr>
          </a:p>
          <a:p>
            <a:pPr marL="360000" defTabSz="914400">
              <a:lnSpc>
                <a:spcPct val="9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Configuration Management options</a:t>
            </a:r>
            <a:endParaRPr lang="en-AU" sz="1600" b="0" u="none" strike="noStrike">
              <a:solidFill>
                <a:srgbClr val="000000"/>
              </a:solidFill>
              <a:effectLst/>
              <a:uFillTx/>
              <a:latin typeface="Arial"/>
            </a:endParaRPr>
          </a:p>
          <a:p>
            <a:pPr marL="360000" defTabSz="914400">
              <a:lnSpc>
                <a:spcPct val="9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Path delay mechanism (peer delay)</a:t>
            </a:r>
            <a:endParaRPr lang="en-AU" sz="1600" b="0" u="none" strike="noStrike">
              <a:solidFill>
                <a:srgbClr val="000000"/>
              </a:solidFill>
              <a:effectLst/>
              <a:uFillTx/>
              <a:latin typeface="Arial"/>
            </a:endParaRPr>
          </a:p>
          <a:p>
            <a:pPr marL="360000" defTabSz="914400">
              <a:lnSpc>
                <a:spcPct val="9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Range and default values of PTP configurable attributes and data set members</a:t>
            </a:r>
            <a:endParaRPr lang="en-AU" sz="1600" b="0" u="none" strike="noStrike">
              <a:solidFill>
                <a:srgbClr val="000000"/>
              </a:solidFill>
              <a:effectLst/>
              <a:uFillTx/>
              <a:latin typeface="Arial"/>
            </a:endParaRPr>
          </a:p>
          <a:p>
            <a:pPr marL="360000" defTabSz="914400">
              <a:lnSpc>
                <a:spcPct val="9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Closest clock to grandmaster</a:t>
            </a:r>
            <a:endParaRPr lang="en-AU" sz="1600" b="0" u="none" strike="noStrike">
              <a:solidFill>
                <a:srgbClr val="000000"/>
              </a:solidFill>
              <a:effectLst/>
              <a:uFillTx/>
              <a:latin typeface="Arial"/>
            </a:endParaRPr>
          </a:p>
          <a:p>
            <a:pPr marL="360000" defTabSz="914400">
              <a:lnSpc>
                <a:spcPct val="9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Transport mechanism required, permitted or prohibited.</a:t>
            </a:r>
            <a:endParaRPr lang="en-AU" sz="1600" b="0" u="none" strike="noStrike">
              <a:solidFill>
                <a:srgbClr val="000000"/>
              </a:solidFill>
              <a:effectLst/>
              <a:uFillTx/>
              <a:latin typeface="Arial"/>
            </a:endParaRPr>
          </a:p>
          <a:p>
            <a:pPr marL="360000" defTabSz="914400">
              <a:lnSpc>
                <a:spcPct val="9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Node types required, permitted and prohibited</a:t>
            </a:r>
            <a:endParaRPr lang="en-AU" sz="1600" b="0" u="none" strike="noStrike">
              <a:solidFill>
                <a:srgbClr val="000000"/>
              </a:solidFill>
              <a:effectLst/>
              <a:uFillTx/>
              <a:latin typeface="Arial"/>
            </a:endParaRPr>
          </a:p>
          <a:p>
            <a:pPr marL="360000" defTabSz="914400">
              <a:lnSpc>
                <a:spcPct val="9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Options required, permitted and prohibited</a:t>
            </a:r>
            <a:endParaRPr lang="en-AU" sz="1600" b="0" u="none" strike="noStrike">
              <a:solidFill>
                <a:srgbClr val="000000"/>
              </a:solidFill>
              <a:effectLst/>
              <a:uFillTx/>
              <a:latin typeface="Arial"/>
            </a:endParaRPr>
          </a:p>
          <a:p>
            <a:pPr marL="228600" indent="-228600" defTabSz="914400">
              <a:lnSpc>
                <a:spcPct val="90000"/>
              </a:lnSpc>
              <a:spcBef>
                <a:spcPts val="1001"/>
              </a:spcBef>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Default profile mode on a device is default profile with layer 2 and layer 3 transport. Default profile is disabled globally on devices.</a:t>
            </a:r>
            <a:endParaRPr lang="en-AU" sz="1600" b="0" u="none" strike="noStrike">
              <a:solidFill>
                <a:srgbClr val="000000"/>
              </a:solidFill>
              <a:effectLst/>
              <a:uFillTx/>
              <a:latin typeface="Arial"/>
            </a:endParaRPr>
          </a:p>
          <a:p>
            <a:pPr marL="228600" indent="-228600" defTabSz="914400">
              <a:lnSpc>
                <a:spcPct val="90000"/>
              </a:lnSpc>
              <a:spcBef>
                <a:spcPts val="1001"/>
              </a:spcBef>
              <a:buClr>
                <a:srgbClr val="000000"/>
              </a:buClr>
              <a:buSzPct val="45000"/>
              <a:buFont typeface="Wingdings" charset="2"/>
              <a:buChar char=""/>
              <a:tabLst>
                <a:tab pos="0" algn="l"/>
              </a:tabLst>
            </a:pP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0" y="0"/>
            <a:ext cx="4103640" cy="1437840"/>
          </a:xfrm>
          <a:prstGeom prst="rect">
            <a:avLst/>
          </a:prstGeom>
          <a:solidFill>
            <a:schemeClr val="accent2"/>
          </a:solidFill>
          <a:ln w="0">
            <a:noFill/>
          </a:ln>
        </p:spPr>
        <p:txBody>
          <a:bodyPr lIns="91440" tIns="45720" rIns="91440" bIns="45720" anchor="ctr">
            <a:normAutofit fontScale="85000" lnSpcReduction="9999"/>
          </a:bodyPr>
          <a:p>
            <a:pPr indent="0" algn="ctr" defTabSz="914400">
              <a:lnSpc>
                <a:spcPct val="90000"/>
              </a:lnSpc>
              <a:buNone/>
            </a:pPr>
            <a:r>
              <a:rPr lang="en-US" sz="4400" b="1" u="none" strike="noStrike">
                <a:solidFill>
                  <a:schemeClr val="lt1"/>
                </a:solidFill>
                <a:effectLst/>
                <a:uFillTx/>
                <a:latin typeface="Aptos Display"/>
              </a:rPr>
              <a:t>2. Precision Time Protocol</a:t>
            </a:r>
            <a:endParaRPr lang="en-US" sz="4400" b="0" u="none" strike="noStrike">
              <a:solidFill>
                <a:schemeClr val="dk1"/>
              </a:solidFill>
              <a:effectLst/>
              <a:uFillTx/>
              <a:latin typeface="Aptos Display"/>
            </a:endParaRPr>
          </a:p>
        </p:txBody>
      </p:sp>
      <p:sp>
        <p:nvSpPr>
          <p:cNvPr id="94" name="PlaceHolder 2"/>
          <p:cNvSpPr>
            <a:spLocks noGrp="1"/>
          </p:cNvSpPr>
          <p:nvPr>
            <p:ph/>
          </p:nvPr>
        </p:nvSpPr>
        <p:spPr>
          <a:xfrm>
            <a:off x="4140000" y="0"/>
            <a:ext cx="7920000" cy="6660000"/>
          </a:xfrm>
          <a:prstGeom prst="rect">
            <a:avLst/>
          </a:prstGeom>
          <a:noFill/>
          <a:ln w="0">
            <a:noFill/>
          </a:ln>
        </p:spPr>
        <p:txBody>
          <a:bodyPr lIns="91440" tIns="45720" rIns="91440" bIns="45720" anchor="t">
            <a:normAutofit fontScale="92500" lnSpcReduction="9999"/>
          </a:bodyPr>
          <a:p>
            <a:pPr indent="0" algn="l" defTabSz="914400">
              <a:lnSpc>
                <a:spcPct val="90000"/>
              </a:lnSpc>
              <a:spcBef>
                <a:spcPts val="1001"/>
              </a:spcBef>
              <a:buNone/>
              <a:tabLst>
                <a:tab pos="0" algn="l"/>
              </a:tabLst>
            </a:pPr>
            <a:r>
              <a:rPr lang="en-US" sz="1800" b="1" u="none" strike="noStrike">
                <a:solidFill>
                  <a:schemeClr val="dk1"/>
                </a:solidFill>
                <a:effectLst/>
                <a:uFillTx/>
                <a:latin typeface="Arial"/>
              </a:rPr>
              <a:t>PTP configuration : Configure layer 2 default profile</a:t>
            </a:r>
            <a:endParaRPr lang="en-US" sz="1800" b="0" u="none" strike="noStrike">
              <a:solidFill>
                <a:schemeClr val="dk1"/>
              </a:solidFill>
              <a:effectLst/>
              <a:uFillTx/>
              <a:latin typeface="Aptos"/>
            </a:endParaRPr>
          </a:p>
          <a:p>
            <a:pPr marL="228600" indent="-228600" algn="l" defTabSz="914400">
              <a:lnSpc>
                <a:spcPct val="90000"/>
              </a:lnSpc>
              <a:spcBef>
                <a:spcPts val="907"/>
              </a:spcBef>
              <a:spcAft>
                <a:spcPts val="709"/>
              </a:spcAft>
              <a:buClr>
                <a:srgbClr val="000000"/>
              </a:buClr>
              <a:buFont typeface="Arial"/>
              <a:buAutoNum type="arabicPeriod"/>
              <a:tabLst>
                <a:tab pos="0" algn="l"/>
              </a:tabLst>
            </a:pPr>
            <a:r>
              <a:rPr lang="en-US" sz="1800" b="0" u="none" strike="noStrike">
                <a:solidFill>
                  <a:schemeClr val="dk1"/>
                </a:solidFill>
                <a:effectLst/>
                <a:uFillTx/>
                <a:latin typeface="Arial"/>
              </a:rPr>
              <a:t>On global config, command</a:t>
            </a:r>
            <a:r>
              <a:rPr lang="en-US" sz="1800" b="1" u="none" strike="noStrike">
                <a:solidFill>
                  <a:schemeClr val="dk1"/>
                </a:solidFill>
                <a:effectLst/>
                <a:uFillTx/>
                <a:latin typeface="Arial"/>
              </a:rPr>
              <a:t> </a:t>
            </a:r>
            <a:r>
              <a:rPr lang="en-US" sz="1600" b="1" u="none" strike="noStrike">
                <a:solidFill>
                  <a:schemeClr val="dk1"/>
                </a:solidFill>
                <a:effectLst/>
                <a:uFillTx/>
                <a:latin typeface="Arial"/>
              </a:rPr>
              <a:t>ptp mode</a:t>
            </a:r>
            <a:r>
              <a:rPr lang="en-US" sz="1600" b="0" u="none" strike="noStrike">
                <a:solidFill>
                  <a:schemeClr val="dk1"/>
                </a:solidFill>
                <a:effectLst/>
                <a:uFillTx/>
                <a:latin typeface="Arial"/>
              </a:rPr>
              <a:t> {</a:t>
            </a:r>
            <a:r>
              <a:rPr lang="en-US" sz="1600" b="1" u="none" strike="noStrike">
                <a:solidFill>
                  <a:schemeClr val="dk1"/>
                </a:solidFill>
                <a:effectLst/>
                <a:uFillTx/>
                <a:latin typeface="Arial"/>
              </a:rPr>
              <a:t>boundary</a:t>
            </a:r>
            <a:r>
              <a:rPr lang="en-US" sz="1600" b="0" u="none" strike="noStrike">
                <a:solidFill>
                  <a:schemeClr val="dk1"/>
                </a:solidFill>
                <a:effectLst/>
                <a:uFillTx/>
                <a:latin typeface="Arial"/>
              </a:rPr>
              <a:t> {</a:t>
            </a:r>
            <a:r>
              <a:rPr lang="en-US" sz="1600" b="1" u="none" strike="noStrike">
                <a:solidFill>
                  <a:schemeClr val="dk1"/>
                </a:solidFill>
                <a:effectLst/>
                <a:uFillTx/>
                <a:latin typeface="Arial"/>
              </a:rPr>
              <a:t>delay-req </a:t>
            </a:r>
            <a:r>
              <a:rPr lang="en-US" sz="1600" b="0" u="none" strike="noStrike">
                <a:solidFill>
                  <a:schemeClr val="dk1"/>
                </a:solidFill>
                <a:effectLst/>
                <a:uFillTx/>
                <a:latin typeface="Arial"/>
              </a:rPr>
              <a:t>|</a:t>
            </a:r>
            <a:r>
              <a:rPr lang="en-US" sz="1600" b="1" u="none" strike="noStrike">
                <a:solidFill>
                  <a:schemeClr val="dk1"/>
                </a:solidFill>
                <a:effectLst/>
                <a:uFillTx/>
                <a:latin typeface="Arial"/>
              </a:rPr>
              <a:t> pdelay-req </a:t>
            </a:r>
            <a:r>
              <a:rPr lang="en-US" sz="1600" b="0" u="none" strike="noStrike">
                <a:solidFill>
                  <a:schemeClr val="dk1"/>
                </a:solidFill>
                <a:effectLst/>
                <a:uFillTx/>
                <a:latin typeface="Arial"/>
              </a:rPr>
              <a:t>} |</a:t>
            </a:r>
            <a:r>
              <a:rPr lang="en-US" sz="1600" b="1" u="none" strike="noStrike">
                <a:solidFill>
                  <a:schemeClr val="dk1"/>
                </a:solidFill>
                <a:effectLst/>
                <a:uFillTx/>
                <a:latin typeface="Arial"/>
              </a:rPr>
              <a:t> e2etransparent </a:t>
            </a:r>
            <a:r>
              <a:rPr lang="en-US" sz="1600" b="0" u="none" strike="noStrike">
                <a:solidFill>
                  <a:schemeClr val="dk1"/>
                </a:solidFill>
                <a:effectLst/>
                <a:uFillTx/>
                <a:latin typeface="Arial"/>
              </a:rPr>
              <a:t>|</a:t>
            </a:r>
            <a:r>
              <a:rPr lang="en-US" sz="1600" b="1" u="none" strike="noStrike">
                <a:solidFill>
                  <a:schemeClr val="dk1"/>
                </a:solidFill>
                <a:effectLst/>
                <a:uFillTx/>
                <a:latin typeface="Arial"/>
              </a:rPr>
              <a:t> p2ptransparent</a:t>
            </a:r>
            <a:r>
              <a:rPr lang="en-US" sz="1600" b="0" u="none" strike="noStrike">
                <a:solidFill>
                  <a:schemeClr val="dk1"/>
                </a:solidFill>
                <a:effectLst/>
                <a:uFillTx/>
                <a:latin typeface="Arial"/>
              </a:rPr>
              <a:t>} </a:t>
            </a:r>
            <a:r>
              <a:rPr lang="en-US" sz="1800" b="0" u="none" strike="noStrike">
                <a:solidFill>
                  <a:schemeClr val="dk1"/>
                </a:solidFill>
                <a:effectLst/>
                <a:uFillTx/>
                <a:latin typeface="Arial"/>
              </a:rPr>
              <a:t>specifies the synchronization mode.</a:t>
            </a:r>
            <a:endParaRPr lang="en-US" sz="1800" b="0" u="none" strike="noStrike">
              <a:solidFill>
                <a:schemeClr val="dk1"/>
              </a:solidFill>
              <a:effectLst/>
              <a:uFillTx/>
              <a:latin typeface="Aptos"/>
            </a:endParaRPr>
          </a:p>
          <a:p>
            <a:pPr marL="360000" indent="0" algn="l" defTabSz="914400">
              <a:lnSpc>
                <a:spcPct val="90000"/>
              </a:lnSpc>
              <a:spcBef>
                <a:spcPts val="283"/>
              </a:spcBef>
              <a:spcAft>
                <a:spcPts val="283"/>
              </a:spcAft>
              <a:buNone/>
              <a:tabLst>
                <a:tab pos="0" algn="l"/>
              </a:tabLst>
            </a:pPr>
            <a:r>
              <a:rPr lang="en-US" sz="1600" b="0" u="none" strike="noStrike">
                <a:solidFill>
                  <a:schemeClr val="dk1"/>
                </a:solidFill>
                <a:effectLst/>
                <a:uFillTx/>
                <a:latin typeface="Arial"/>
              </a:rPr>
              <a:t>Example: configure one of the three modes from below</a:t>
            </a:r>
            <a:endParaRPr lang="en-US" sz="1600" b="0" u="none" strike="noStrike">
              <a:solidFill>
                <a:schemeClr val="dk1"/>
              </a:solidFill>
              <a:effectLst/>
              <a:uFillTx/>
              <a:latin typeface="Aptos"/>
            </a:endParaRPr>
          </a:p>
          <a:p>
            <a:pPr marL="360000" indent="0" algn="l" defTabSz="914400">
              <a:lnSpc>
                <a:spcPct val="90000"/>
              </a:lnSpc>
              <a:spcBef>
                <a:spcPts val="283"/>
              </a:spcBef>
              <a:spcAft>
                <a:spcPts val="283"/>
              </a:spcAft>
              <a:buNone/>
              <a:tabLst>
                <a:tab pos="0" algn="l"/>
              </a:tabLst>
            </a:pPr>
            <a:r>
              <a:rPr lang="en-US" sz="1600" b="0" u="none" strike="noStrike">
                <a:solidFill>
                  <a:schemeClr val="dk1"/>
                </a:solidFill>
                <a:effectLst/>
                <a:uFillTx/>
                <a:latin typeface="Arial"/>
              </a:rPr>
              <a:t>Device(config)# </a:t>
            </a:r>
            <a:r>
              <a:rPr lang="en-US" sz="1600" b="1" u="none" strike="noStrike">
                <a:solidFill>
                  <a:schemeClr val="dk1"/>
                </a:solidFill>
                <a:effectLst/>
                <a:uFillTx/>
                <a:latin typeface="Arial"/>
              </a:rPr>
              <a:t>ptp mode boundary delay-req</a:t>
            </a:r>
            <a:endParaRPr lang="en-US" sz="1600" b="0" u="none" strike="noStrike">
              <a:solidFill>
                <a:schemeClr val="dk1"/>
              </a:solidFill>
              <a:effectLst/>
              <a:uFillTx/>
              <a:latin typeface="Aptos"/>
            </a:endParaRPr>
          </a:p>
          <a:p>
            <a:pPr marL="360000" indent="0" algn="l" defTabSz="914400">
              <a:lnSpc>
                <a:spcPct val="90000"/>
              </a:lnSpc>
              <a:spcBef>
                <a:spcPts val="283"/>
              </a:spcBef>
              <a:spcAft>
                <a:spcPts val="283"/>
              </a:spcAft>
              <a:buNone/>
              <a:tabLst>
                <a:tab pos="0" algn="l"/>
              </a:tabLst>
            </a:pPr>
            <a:r>
              <a:rPr lang="en-US" sz="1600" b="0" u="none" strike="noStrike">
                <a:solidFill>
                  <a:schemeClr val="dk1"/>
                </a:solidFill>
                <a:effectLst/>
                <a:uFillTx/>
                <a:latin typeface="Arial"/>
              </a:rPr>
              <a:t>Device(config)# </a:t>
            </a:r>
            <a:r>
              <a:rPr lang="en-US" sz="1600" b="1" u="none" strike="noStrike">
                <a:solidFill>
                  <a:schemeClr val="dk1"/>
                </a:solidFill>
                <a:effectLst/>
                <a:uFillTx/>
                <a:latin typeface="Arial"/>
              </a:rPr>
              <a:t>ptp mode boundary pdelay-req</a:t>
            </a:r>
            <a:endParaRPr lang="en-US" sz="1600" b="0" u="none" strike="noStrike">
              <a:solidFill>
                <a:schemeClr val="dk1"/>
              </a:solidFill>
              <a:effectLst/>
              <a:uFillTx/>
              <a:latin typeface="Aptos"/>
            </a:endParaRPr>
          </a:p>
          <a:p>
            <a:pPr marL="360000" indent="0" algn="l" defTabSz="914400">
              <a:lnSpc>
                <a:spcPct val="90000"/>
              </a:lnSpc>
              <a:spcBef>
                <a:spcPts val="283"/>
              </a:spcBef>
              <a:spcAft>
                <a:spcPts val="283"/>
              </a:spcAft>
              <a:buNone/>
              <a:tabLst>
                <a:tab pos="0" algn="l"/>
              </a:tabLst>
            </a:pPr>
            <a:r>
              <a:rPr lang="en-US" sz="1600" b="0" u="none" strike="noStrike">
                <a:solidFill>
                  <a:schemeClr val="dk1"/>
                </a:solidFill>
                <a:effectLst/>
                <a:uFillTx/>
                <a:latin typeface="Arial"/>
              </a:rPr>
              <a:t>Device(config)# </a:t>
            </a:r>
            <a:r>
              <a:rPr lang="en-US" sz="1600" b="1" u="none" strike="noStrike">
                <a:solidFill>
                  <a:schemeClr val="dk1"/>
                </a:solidFill>
                <a:effectLst/>
                <a:uFillTx/>
                <a:latin typeface="Arial"/>
              </a:rPr>
              <a:t>ptp mode e2etransparent</a:t>
            </a:r>
            <a:endParaRPr lang="en-US" sz="1600" b="0" u="none" strike="noStrike">
              <a:solidFill>
                <a:schemeClr val="dk1"/>
              </a:solidFill>
              <a:effectLst/>
              <a:uFillTx/>
              <a:latin typeface="Aptos"/>
            </a:endParaRPr>
          </a:p>
          <a:p>
            <a:pPr marL="360000" indent="0" algn="l" defTabSz="914400">
              <a:lnSpc>
                <a:spcPct val="90000"/>
              </a:lnSpc>
              <a:spcBef>
                <a:spcPts val="283"/>
              </a:spcBef>
              <a:spcAft>
                <a:spcPts val="283"/>
              </a:spcAft>
              <a:buNone/>
              <a:tabLst>
                <a:tab pos="0" algn="l"/>
              </a:tabLst>
            </a:pPr>
            <a:r>
              <a:rPr lang="en-US" sz="1600" b="0" u="none" strike="noStrike">
                <a:solidFill>
                  <a:schemeClr val="dk1"/>
                </a:solidFill>
                <a:effectLst/>
                <a:uFillTx/>
                <a:latin typeface="Arial"/>
              </a:rPr>
              <a:t>Device(config)# </a:t>
            </a:r>
            <a:r>
              <a:rPr lang="en-US" sz="1600" b="1" u="none" strike="noStrike">
                <a:solidFill>
                  <a:schemeClr val="dk1"/>
                </a:solidFill>
                <a:effectLst/>
                <a:uFillTx/>
                <a:latin typeface="Arial"/>
              </a:rPr>
              <a:t>ptp mode p2ptransparent</a:t>
            </a:r>
            <a:endParaRPr lang="en-US" sz="1600" b="0" u="none" strike="noStrike">
              <a:solidFill>
                <a:schemeClr val="dk1"/>
              </a:solidFill>
              <a:effectLst/>
              <a:uFillTx/>
              <a:latin typeface="Aptos"/>
            </a:endParaRPr>
          </a:p>
          <a:p>
            <a:pPr marL="360000" indent="0" algn="l" defTabSz="914400">
              <a:lnSpc>
                <a:spcPct val="90000"/>
              </a:lnSpc>
              <a:spcBef>
                <a:spcPts val="624"/>
              </a:spcBef>
              <a:spcAft>
                <a:spcPts val="425"/>
              </a:spcAft>
              <a:buNone/>
              <a:tabLst>
                <a:tab pos="0" algn="l"/>
              </a:tabLst>
            </a:pPr>
            <a:r>
              <a:rPr lang="en-US" sz="1800" b="0" u="none" strike="noStrike">
                <a:solidFill>
                  <a:schemeClr val="dk1"/>
                </a:solidFill>
                <a:effectLst/>
                <a:uFillTx/>
                <a:latin typeface="Arial"/>
              </a:rPr>
              <a:t>Boundary mode: participates in best master clock selection. If no better clock detected, it becomes grandmaster and acts as parent to other clocks in the network. If there is best master clock attached to it, it synchronizes with it as a child and acts as a parent to other clocks attached to it.</a:t>
            </a:r>
            <a:endParaRPr lang="en-US" sz="1800" b="0" u="none" strike="noStrike">
              <a:solidFill>
                <a:schemeClr val="dk1"/>
              </a:solidFill>
              <a:effectLst/>
              <a:uFillTx/>
              <a:latin typeface="Aptos"/>
            </a:endParaRPr>
          </a:p>
          <a:p>
            <a:pPr marL="360000" indent="0" algn="l" defTabSz="914400">
              <a:lnSpc>
                <a:spcPct val="90000"/>
              </a:lnSpc>
              <a:spcBef>
                <a:spcPts val="624"/>
              </a:spcBef>
              <a:spcAft>
                <a:spcPts val="425"/>
              </a:spcAft>
              <a:buNone/>
              <a:tabLst>
                <a:tab pos="0" algn="l"/>
              </a:tabLst>
            </a:pPr>
            <a:r>
              <a:rPr lang="en-US" sz="1800" b="0" u="none" strike="noStrike">
                <a:solidFill>
                  <a:schemeClr val="dk1"/>
                </a:solidFill>
                <a:effectLst/>
                <a:uFillTx/>
                <a:latin typeface="Arial"/>
              </a:rPr>
              <a:t>e2etransparent mode: This is default mode where all ports on the device synchronizes with a grandmaster connected to it. This mode causes less error and error accumulation than boundary mode as it corrects the delay and jitter caused by packets passing through it (known as resident time).</a:t>
            </a:r>
            <a:endParaRPr lang="en-US" sz="1800" b="0" u="none" strike="noStrike">
              <a:solidFill>
                <a:schemeClr val="dk1"/>
              </a:solidFill>
              <a:effectLst/>
              <a:uFillTx/>
              <a:latin typeface="Aptos"/>
            </a:endParaRPr>
          </a:p>
          <a:p>
            <a:pPr marL="360000" indent="0" algn="l" defTabSz="914400">
              <a:lnSpc>
                <a:spcPct val="90000"/>
              </a:lnSpc>
              <a:spcBef>
                <a:spcPts val="624"/>
              </a:spcBef>
              <a:spcAft>
                <a:spcPts val="425"/>
              </a:spcAft>
              <a:buNone/>
              <a:tabLst>
                <a:tab pos="0" algn="l"/>
              </a:tabLst>
            </a:pPr>
            <a:r>
              <a:rPr lang="en-US" sz="1800" b="0" u="none" strike="noStrike">
                <a:solidFill>
                  <a:schemeClr val="dk1"/>
                </a:solidFill>
                <a:effectLst/>
                <a:uFillTx/>
                <a:latin typeface="Arial"/>
              </a:rPr>
              <a:t>p2ptransparent mode: switch does not synchronizes with grandmaster and does not participate in master selection.</a:t>
            </a:r>
            <a:endParaRPr lang="en-US" sz="1800" b="0" u="none" strike="noStrike">
              <a:solidFill>
                <a:schemeClr val="dk1"/>
              </a:solidFill>
              <a:effectLst/>
              <a:uFillTx/>
              <a:latin typeface="Aptos"/>
            </a:endParaRPr>
          </a:p>
          <a:p>
            <a:pPr marL="360000" indent="0" algn="l" defTabSz="914400">
              <a:lnSpc>
                <a:spcPct val="90000"/>
              </a:lnSpc>
              <a:spcBef>
                <a:spcPts val="624"/>
              </a:spcBef>
              <a:spcAft>
                <a:spcPts val="425"/>
              </a:spcAft>
              <a:buNone/>
              <a:tabLst>
                <a:tab pos="0" algn="l"/>
              </a:tabLst>
            </a:pPr>
            <a:r>
              <a:rPr lang="en-US" sz="1800" b="0" u="none" strike="noStrike">
                <a:solidFill>
                  <a:schemeClr val="dk1"/>
                </a:solidFill>
                <a:effectLst/>
                <a:uFillTx/>
                <a:latin typeface="Arial"/>
              </a:rPr>
              <a:t>Enabling PTP default profile globally with above command enables it on all the ports. To disable on a port use, no ptp enable command under interface configuration mode.</a:t>
            </a:r>
            <a:endParaRPr lang="en-US" sz="1800" b="0" u="none" strike="noStrike">
              <a:solidFill>
                <a:schemeClr val="dk1"/>
              </a:solidFill>
              <a:effectLst/>
              <a:uFillTx/>
              <a:latin typeface="Aptos"/>
            </a:endParaRPr>
          </a:p>
          <a:p>
            <a:pPr marL="228600" indent="-228600" algn="l" defTabSz="914400">
              <a:lnSpc>
                <a:spcPct val="90000"/>
              </a:lnSpc>
              <a:spcBef>
                <a:spcPts val="434"/>
              </a:spcBef>
              <a:buClr>
                <a:srgbClr val="000000"/>
              </a:buClr>
              <a:buAutoNum type="arabicPeriod" startAt="2"/>
              <a:tabLst>
                <a:tab pos="0" algn="l"/>
              </a:tabLst>
            </a:pPr>
            <a:r>
              <a:rPr lang="en-US" sz="1800" b="0" u="none" strike="noStrike">
                <a:solidFill>
                  <a:schemeClr val="dk1"/>
                </a:solidFill>
                <a:effectLst/>
                <a:uFillTx/>
                <a:latin typeface="Arial"/>
                <a:ea typeface="Microsoft YaHei"/>
              </a:rPr>
              <a:t>Configure ptp domain with command </a:t>
            </a:r>
            <a:r>
              <a:rPr lang="en-US" sz="1600" b="1" u="none" strike="noStrike">
                <a:solidFill>
                  <a:schemeClr val="dk1"/>
                </a:solidFill>
                <a:effectLst/>
                <a:uFillTx/>
                <a:latin typeface="Arial"/>
                <a:ea typeface="Microsoft YaHei"/>
              </a:rPr>
              <a:t>ptp domain </a:t>
            </a:r>
            <a:r>
              <a:rPr lang="en-US" sz="1600" b="0" i="1" u="none" strike="noStrike">
                <a:solidFill>
                  <a:schemeClr val="dk1"/>
                </a:solidFill>
                <a:effectLst/>
                <a:uFillTx/>
                <a:latin typeface="Arial"/>
                <a:ea typeface="Microsoft YaHei"/>
              </a:rPr>
              <a:t>domain-value </a:t>
            </a:r>
            <a:endParaRPr lang="en-US" sz="1600" b="0" u="none" strike="noStrike">
              <a:solidFill>
                <a:schemeClr val="dk1"/>
              </a:solidFill>
              <a:effectLst/>
              <a:uFillTx/>
              <a:latin typeface="Aptos"/>
            </a:endParaRPr>
          </a:p>
          <a:p>
            <a:pPr marL="228600" indent="0" algn="l" defTabSz="914400">
              <a:lnSpc>
                <a:spcPct val="90000"/>
              </a:lnSpc>
              <a:spcBef>
                <a:spcPts val="434"/>
              </a:spcBef>
              <a:buNone/>
              <a:tabLst>
                <a:tab pos="0" algn="l"/>
              </a:tabLst>
            </a:pPr>
            <a:r>
              <a:rPr lang="en-US" sz="1600" b="0" u="none" strike="noStrike">
                <a:solidFill>
                  <a:schemeClr val="dk1"/>
                </a:solidFill>
                <a:effectLst/>
                <a:uFillTx/>
                <a:latin typeface="Arial"/>
                <a:ea typeface="Microsoft YaHei"/>
              </a:rPr>
              <a:t>domain-value range from 4 to 127. </a:t>
            </a:r>
            <a:r>
              <a:rPr lang="en-US" sz="1600" b="1" u="none" strike="noStrike">
                <a:solidFill>
                  <a:schemeClr val="dk1"/>
                </a:solidFill>
                <a:effectLst/>
                <a:uFillTx/>
                <a:latin typeface="Arial"/>
                <a:ea typeface="Microsoft YaHei"/>
              </a:rPr>
              <a:t>no ptp domain</a:t>
            </a:r>
            <a:r>
              <a:rPr lang="en-US" sz="1600" b="0" u="none" strike="noStrike">
                <a:solidFill>
                  <a:schemeClr val="dk1"/>
                </a:solidFill>
                <a:effectLst/>
                <a:uFillTx/>
                <a:latin typeface="Arial"/>
                <a:ea typeface="Microsoft YaHei"/>
              </a:rPr>
              <a:t> sets to default value of 0.</a:t>
            </a:r>
            <a:endParaRPr lang="en-US" sz="1600" b="0" u="none" strike="noStrike">
              <a:solidFill>
                <a:schemeClr val="dk1"/>
              </a:solidFill>
              <a:effectLst/>
              <a:uFillTx/>
              <a:latin typeface="Aptos"/>
            </a:endParaRPr>
          </a:p>
          <a:p>
            <a:pPr marL="360000" indent="0" algn="l" defTabSz="914400">
              <a:lnSpc>
                <a:spcPct val="90000"/>
              </a:lnSpc>
              <a:spcBef>
                <a:spcPts val="434"/>
              </a:spcBef>
              <a:buNone/>
              <a:tabLst>
                <a:tab pos="0" algn="l"/>
              </a:tabLst>
            </a:pPr>
            <a:r>
              <a:rPr lang="en-US" sz="1600" b="0" u="none" strike="noStrike">
                <a:solidFill>
                  <a:schemeClr val="dk1"/>
                </a:solidFill>
                <a:effectLst/>
                <a:uFillTx/>
                <a:latin typeface="Arial"/>
                <a:ea typeface="Microsoft YaHei"/>
              </a:rPr>
              <a:t>example: Device(config)# </a:t>
            </a:r>
            <a:r>
              <a:rPr lang="en-US" sz="1600" b="1" u="none" strike="noStrike">
                <a:solidFill>
                  <a:schemeClr val="dk1"/>
                </a:solidFill>
                <a:effectLst/>
                <a:uFillTx/>
                <a:latin typeface="Arial"/>
                <a:ea typeface="Microsoft YaHei"/>
              </a:rPr>
              <a:t>ptp domain</a:t>
            </a:r>
            <a:r>
              <a:rPr lang="en-US" sz="1600" b="0" u="none" strike="noStrike">
                <a:solidFill>
                  <a:schemeClr val="dk1"/>
                </a:solidFill>
                <a:effectLst/>
                <a:uFillTx/>
                <a:latin typeface="Arial"/>
                <a:ea typeface="Microsoft YaHei"/>
              </a:rPr>
              <a:t> </a:t>
            </a:r>
            <a:r>
              <a:rPr lang="en-US" sz="1600" b="0" i="1" u="none" strike="noStrike">
                <a:solidFill>
                  <a:schemeClr val="dk1"/>
                </a:solidFill>
                <a:effectLst/>
                <a:uFillTx/>
                <a:latin typeface="Arial"/>
                <a:ea typeface="Microsoft YaHei"/>
              </a:rPr>
              <a:t>8</a:t>
            </a:r>
            <a:endParaRPr lang="en-US" sz="1600" b="0" u="none" strike="noStrike">
              <a:solidFill>
                <a:schemeClr val="dk1"/>
              </a:solidFill>
              <a:effectLst/>
              <a:uFillTx/>
              <a:latin typeface="Aptos"/>
            </a:endParaRPr>
          </a:p>
          <a:p>
            <a:pPr marL="360000" indent="0" algn="l" defTabSz="914400">
              <a:lnSpc>
                <a:spcPct val="90000"/>
              </a:lnSpc>
              <a:spcBef>
                <a:spcPts val="340"/>
              </a:spcBef>
              <a:spcAft>
                <a:spcPts val="142"/>
              </a:spcAft>
              <a:buNone/>
              <a:tabLst>
                <a:tab pos="0" algn="l"/>
              </a:tabLst>
            </a:pPr>
            <a:endParaRPr lang="en-US" sz="1800" b="0" u="none" strike="noStrike">
              <a:solidFill>
                <a:schemeClr val="dk1"/>
              </a:solidFill>
              <a:effectLst/>
              <a:uFillTx/>
              <a:latin typeface="Aptos"/>
            </a:endParaRPr>
          </a:p>
          <a:p>
            <a:pPr marL="360000" indent="0" algn="l" defTabSz="914400">
              <a:lnSpc>
                <a:spcPct val="9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1800" b="0" u="none" strike="noStrike">
              <a:solidFill>
                <a:schemeClr val="dk1"/>
              </a:solidFill>
              <a:effectLst/>
              <a:uFillTx/>
              <a:latin typeface="Aptos"/>
            </a:endParaRPr>
          </a:p>
          <a:p>
            <a:pPr marL="360000" indent="0" algn="l" defTabSz="914400">
              <a:lnSpc>
                <a:spcPct val="90000"/>
              </a:lnSpc>
              <a:spcBef>
                <a:spcPts val="1001"/>
              </a:spcBef>
              <a:buNone/>
              <a:tabLst>
                <a:tab pos="0" algn="l"/>
              </a:tabLst>
            </a:pPr>
            <a:endParaRPr lang="en-US" sz="1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
        <p:nvSpPr>
          <p:cNvPr id="95" name=""/>
          <p:cNvSpPr txBox="1"/>
          <p:nvPr/>
        </p:nvSpPr>
        <p:spPr>
          <a:xfrm>
            <a:off x="0" y="1440000"/>
            <a:ext cx="4232520" cy="4886280"/>
          </a:xfrm>
          <a:prstGeom prst="rect">
            <a:avLst/>
          </a:prstGeom>
          <a:noFill/>
          <a:ln w="0">
            <a:noFill/>
          </a:ln>
        </p:spPr>
        <p:txBody>
          <a:bodyPr lIns="90000" tIns="45000" rIns="90000" bIns="45000" anchor="t">
            <a:spAutoFit/>
          </a:bodyPr>
          <a:p>
            <a:pPr defTabSz="914400">
              <a:lnSpc>
                <a:spcPct val="90000"/>
              </a:lnSpc>
              <a:spcBef>
                <a:spcPts val="717"/>
              </a:spcBef>
              <a:tabLst>
                <a:tab pos="0" algn="l"/>
              </a:tabLst>
            </a:pPr>
            <a:r>
              <a:rPr lang="en-US" sz="1800" b="1" u="none" strike="noStrike">
                <a:solidFill>
                  <a:schemeClr val="dk1"/>
                </a:solidFill>
                <a:effectLst/>
                <a:uFillTx/>
                <a:latin typeface="Arial"/>
                <a:ea typeface="Microsoft YaHei"/>
              </a:rPr>
              <a:t>PTP Configuration: Layer 3 default profile</a:t>
            </a:r>
            <a:endParaRPr lang="en-AU" sz="1800" b="0" u="none" strike="noStrike">
              <a:solidFill>
                <a:srgbClr val="000000"/>
              </a:solidFill>
              <a:effectLst/>
              <a:uFillTx/>
              <a:latin typeface="Arial"/>
            </a:endParaRPr>
          </a:p>
          <a:p>
            <a:pPr marL="228600" indent="-228600" defTabSz="914400">
              <a:lnSpc>
                <a:spcPct val="90000"/>
              </a:lnSpc>
              <a:spcBef>
                <a:spcPts val="717"/>
              </a:spcBef>
              <a:buClr>
                <a:srgbClr val="000000"/>
              </a:buClr>
              <a:buAutoNum type="arabicPeriod"/>
              <a:tabLst>
                <a:tab pos="0" algn="l"/>
              </a:tabLst>
            </a:pPr>
            <a:r>
              <a:rPr lang="en-US" sz="1800" b="0" u="none" strike="noStrike">
                <a:solidFill>
                  <a:schemeClr val="dk1"/>
                </a:solidFill>
                <a:effectLst/>
                <a:uFillTx/>
                <a:latin typeface="Arial"/>
                <a:ea typeface="Microsoft YaHei"/>
              </a:rPr>
              <a:t>Configure ptp transport mode with command </a:t>
            </a:r>
            <a:r>
              <a:rPr lang="en-US" sz="1600" b="1" u="none" strike="noStrike">
                <a:solidFill>
                  <a:schemeClr val="dk1"/>
                </a:solidFill>
                <a:effectLst/>
                <a:uFillTx/>
                <a:latin typeface="Arial"/>
                <a:ea typeface="Microsoft YaHei"/>
              </a:rPr>
              <a:t>ptp transport ipv4 udp</a:t>
            </a:r>
            <a:endParaRPr lang="en-AU" sz="1600" b="0" u="none" strike="noStrike">
              <a:solidFill>
                <a:srgbClr val="000000"/>
              </a:solidFill>
              <a:effectLst/>
              <a:uFillTx/>
              <a:latin typeface="Arial"/>
            </a:endParaRPr>
          </a:p>
          <a:p>
            <a:pPr marL="228600" indent="-228600" defTabSz="914400">
              <a:lnSpc>
                <a:spcPct val="90000"/>
              </a:lnSpc>
              <a:spcBef>
                <a:spcPts val="717"/>
              </a:spcBef>
              <a:buClr>
                <a:srgbClr val="000000"/>
              </a:buClr>
              <a:buAutoNum type="arabicPeriod"/>
              <a:tabLst>
                <a:tab pos="0" algn="l"/>
              </a:tabLst>
            </a:pPr>
            <a:r>
              <a:rPr lang="en-US" sz="1600" b="0" u="none" strike="noStrike">
                <a:solidFill>
                  <a:schemeClr val="dk1"/>
                </a:solidFill>
                <a:effectLst/>
                <a:uFillTx/>
                <a:latin typeface="Arial"/>
                <a:ea typeface="Microsoft YaHei"/>
              </a:rPr>
              <a:t>ipv4 udp is the only supported transport mode. Example:</a:t>
            </a:r>
            <a:endParaRPr lang="en-AU" sz="1600" b="0" u="none" strike="noStrike">
              <a:solidFill>
                <a:srgbClr val="000000"/>
              </a:solidFill>
              <a:effectLst/>
              <a:uFillTx/>
              <a:latin typeface="Arial"/>
            </a:endParaRPr>
          </a:p>
          <a:p>
            <a:pPr marL="228600" indent="-228600" defTabSz="914400">
              <a:lnSpc>
                <a:spcPct val="90000"/>
              </a:lnSpc>
              <a:spcBef>
                <a:spcPts val="717"/>
              </a:spcBef>
              <a:buClr>
                <a:srgbClr val="000000"/>
              </a:buClr>
              <a:buAutoNum type="arabicPeriod"/>
              <a:tabLst>
                <a:tab pos="0" algn="l"/>
              </a:tabLst>
            </a:pPr>
            <a:r>
              <a:rPr lang="en-US" sz="1600" b="0" u="none" strike="noStrike">
                <a:solidFill>
                  <a:schemeClr val="dk1"/>
                </a:solidFill>
                <a:effectLst/>
                <a:uFillTx/>
                <a:latin typeface="Arial"/>
                <a:ea typeface="Microsoft YaHei"/>
              </a:rPr>
              <a:t> Device(config)# </a:t>
            </a:r>
            <a:r>
              <a:rPr lang="en-US" sz="1600" b="1" u="none" strike="noStrike">
                <a:solidFill>
                  <a:schemeClr val="dk1"/>
                </a:solidFill>
                <a:effectLst/>
                <a:uFillTx/>
                <a:latin typeface="Arial"/>
                <a:ea typeface="Microsoft YaHei"/>
              </a:rPr>
              <a:t>ptp transport ipv4 udp</a:t>
            </a:r>
            <a:endParaRPr lang="en-AU" sz="1600" b="0" u="none" strike="noStrike">
              <a:solidFill>
                <a:srgbClr val="000000"/>
              </a:solidFill>
              <a:effectLst/>
              <a:uFillTx/>
              <a:latin typeface="Arial"/>
            </a:endParaRPr>
          </a:p>
          <a:p>
            <a:pPr marL="228600" indent="-228600" defTabSz="914400">
              <a:lnSpc>
                <a:spcPct val="90000"/>
              </a:lnSpc>
              <a:spcBef>
                <a:spcPts val="717"/>
              </a:spcBef>
              <a:buClr>
                <a:srgbClr val="000000"/>
              </a:buClr>
              <a:buAutoNum type="arabicPeriod"/>
              <a:tabLst>
                <a:tab pos="0" algn="l"/>
              </a:tabLst>
            </a:pPr>
            <a:r>
              <a:rPr lang="en-US" sz="1800" b="0" u="none" strike="noStrike">
                <a:solidFill>
                  <a:schemeClr val="dk1"/>
                </a:solidFill>
                <a:effectLst/>
                <a:uFillTx/>
                <a:latin typeface="Arial"/>
                <a:ea typeface="Microsoft YaHei"/>
              </a:rPr>
              <a:t>Specify synchronization clock mode with command</a:t>
            </a:r>
            <a:r>
              <a:rPr lang="en-US" sz="1600" b="0" u="none" strike="noStrike">
                <a:solidFill>
                  <a:schemeClr val="dk1"/>
                </a:solidFill>
                <a:effectLst/>
                <a:uFillTx/>
                <a:latin typeface="Arial"/>
                <a:ea typeface="Microsoft YaHei"/>
              </a:rPr>
              <a:t> </a:t>
            </a:r>
            <a:r>
              <a:rPr lang="en-US" sz="1600" b="1" u="none" strike="noStrike">
                <a:solidFill>
                  <a:schemeClr val="dk1"/>
                </a:solidFill>
                <a:effectLst/>
                <a:uFillTx/>
                <a:latin typeface="Arial"/>
                <a:ea typeface="Microsoft YaHei"/>
              </a:rPr>
              <a:t>ptp mode</a:t>
            </a:r>
            <a:r>
              <a:rPr lang="en-US" sz="1600" b="0" u="none" strike="noStrike">
                <a:solidFill>
                  <a:schemeClr val="dk1"/>
                </a:solidFill>
                <a:effectLst/>
                <a:uFillTx/>
                <a:latin typeface="Arial"/>
                <a:ea typeface="Microsoft YaHei"/>
              </a:rPr>
              <a:t> {</a:t>
            </a:r>
            <a:r>
              <a:rPr lang="en-US" sz="1600" b="1" u="none" strike="noStrike">
                <a:solidFill>
                  <a:schemeClr val="dk1"/>
                </a:solidFill>
                <a:effectLst/>
                <a:uFillTx/>
                <a:latin typeface="Arial"/>
                <a:ea typeface="Microsoft YaHei"/>
              </a:rPr>
              <a:t>boundary</a:t>
            </a:r>
            <a:r>
              <a:rPr lang="en-US" sz="1600" b="0" u="none" strike="noStrike">
                <a:solidFill>
                  <a:schemeClr val="dk1"/>
                </a:solidFill>
                <a:effectLst/>
                <a:uFillTx/>
                <a:latin typeface="Arial"/>
                <a:ea typeface="Microsoft YaHei"/>
              </a:rPr>
              <a:t> {</a:t>
            </a:r>
            <a:r>
              <a:rPr lang="en-US" sz="1600" b="1" u="none" strike="noStrike">
                <a:solidFill>
                  <a:schemeClr val="dk1"/>
                </a:solidFill>
                <a:effectLst/>
                <a:uFillTx/>
                <a:latin typeface="Arial"/>
                <a:ea typeface="Microsoft YaHei"/>
              </a:rPr>
              <a:t>delay-req</a:t>
            </a:r>
            <a:r>
              <a:rPr lang="en-US" sz="1600" b="0" u="none" strike="noStrike">
                <a:solidFill>
                  <a:schemeClr val="dk1"/>
                </a:solidFill>
                <a:effectLst/>
                <a:uFillTx/>
                <a:latin typeface="Arial"/>
                <a:ea typeface="Microsoft YaHei"/>
              </a:rPr>
              <a:t>|</a:t>
            </a:r>
            <a:r>
              <a:rPr lang="en-US" sz="1600" b="1" u="none" strike="noStrike">
                <a:solidFill>
                  <a:schemeClr val="dk1"/>
                </a:solidFill>
                <a:effectLst/>
                <a:uFillTx/>
                <a:latin typeface="Arial"/>
                <a:ea typeface="Microsoft YaHei"/>
              </a:rPr>
              <a:t>pdelay-req</a:t>
            </a:r>
            <a:r>
              <a:rPr lang="en-US" sz="1600" b="0" u="none" strike="noStrike">
                <a:solidFill>
                  <a:schemeClr val="dk1"/>
                </a:solidFill>
                <a:effectLst/>
                <a:uFillTx/>
                <a:latin typeface="Arial"/>
                <a:ea typeface="Microsoft YaHei"/>
              </a:rPr>
              <a:t>} | </a:t>
            </a:r>
            <a:r>
              <a:rPr lang="en-US" sz="1600" b="1" u="none" strike="noStrike">
                <a:solidFill>
                  <a:schemeClr val="dk1"/>
                </a:solidFill>
                <a:effectLst/>
                <a:uFillTx/>
                <a:latin typeface="Arial"/>
                <a:ea typeface="Microsoft YaHei"/>
              </a:rPr>
              <a:t>e2etransparent</a:t>
            </a:r>
            <a:r>
              <a:rPr lang="en-US" sz="1600" b="0" u="none" strike="noStrike">
                <a:solidFill>
                  <a:schemeClr val="dk1"/>
                </a:solidFill>
                <a:effectLst/>
                <a:uFillTx/>
                <a:latin typeface="Arial"/>
                <a:ea typeface="Microsoft YaHei"/>
              </a:rPr>
              <a:t> | </a:t>
            </a:r>
            <a:r>
              <a:rPr lang="en-US" sz="1600" b="1" u="none" strike="noStrike">
                <a:solidFill>
                  <a:schemeClr val="dk1"/>
                </a:solidFill>
                <a:effectLst/>
                <a:uFillTx/>
                <a:latin typeface="Arial"/>
                <a:ea typeface="Microsoft YaHei"/>
              </a:rPr>
              <a:t>p2ptransparent</a:t>
            </a:r>
            <a:r>
              <a:rPr lang="en-US" sz="1600" b="0" u="none" strike="noStrike">
                <a:solidFill>
                  <a:schemeClr val="dk1"/>
                </a:solidFill>
                <a:effectLst/>
                <a:uFillTx/>
                <a:latin typeface="Arial"/>
                <a:ea typeface="Microsoft YaHei"/>
              </a:rPr>
              <a:t> }</a:t>
            </a:r>
            <a:endParaRPr lang="en-AU" sz="1600" b="0" u="none" strike="noStrike">
              <a:solidFill>
                <a:srgbClr val="000000"/>
              </a:solidFill>
              <a:effectLst/>
              <a:uFillTx/>
              <a:latin typeface="Arial"/>
            </a:endParaRPr>
          </a:p>
          <a:p>
            <a:pPr marL="228600" indent="-228600" defTabSz="914400">
              <a:lnSpc>
                <a:spcPct val="90000"/>
              </a:lnSpc>
              <a:spcBef>
                <a:spcPts val="717"/>
              </a:spcBef>
              <a:buClr>
                <a:srgbClr val="000000"/>
              </a:buClr>
              <a:buAutoNum type="arabicPeriod"/>
              <a:tabLst>
                <a:tab pos="0" algn="l"/>
              </a:tabLst>
            </a:pPr>
            <a:r>
              <a:rPr lang="en-US" sz="1800" b="0" u="none" strike="noStrike">
                <a:solidFill>
                  <a:schemeClr val="dk1"/>
                </a:solidFill>
                <a:effectLst/>
                <a:uFillTx/>
                <a:latin typeface="Arial"/>
                <a:ea typeface="Microsoft YaHei"/>
              </a:rPr>
              <a:t>With default profile ptp messages are processed in vlan 1 by default. On a trunk port ptp vlan is by default processed in native vlan.Set ptp vlan on a trunk port with command</a:t>
            </a:r>
            <a:r>
              <a:rPr lang="en-US" sz="1600" b="0" u="none" strike="noStrike">
                <a:solidFill>
                  <a:schemeClr val="dk1"/>
                </a:solidFill>
                <a:effectLst/>
                <a:uFillTx/>
                <a:latin typeface="Arial"/>
                <a:ea typeface="Microsoft YaHei"/>
              </a:rPr>
              <a:t> </a:t>
            </a:r>
            <a:r>
              <a:rPr lang="en-US" sz="1600" b="1" u="none" strike="noStrike">
                <a:solidFill>
                  <a:schemeClr val="dk1"/>
                </a:solidFill>
                <a:effectLst/>
                <a:uFillTx/>
                <a:latin typeface="Arial"/>
                <a:ea typeface="Microsoft YaHei"/>
              </a:rPr>
              <a:t>ptp vlan</a:t>
            </a:r>
            <a:r>
              <a:rPr lang="en-US" sz="1600" b="0" u="none" strike="noStrike">
                <a:solidFill>
                  <a:schemeClr val="dk1"/>
                </a:solidFill>
                <a:effectLst/>
                <a:uFillTx/>
                <a:latin typeface="Arial"/>
                <a:ea typeface="Microsoft YaHei"/>
              </a:rPr>
              <a:t> </a:t>
            </a:r>
            <a:r>
              <a:rPr lang="en-US" sz="1600" b="0" i="1" u="none" strike="noStrike">
                <a:solidFill>
                  <a:schemeClr val="dk1"/>
                </a:solidFill>
                <a:effectLst/>
                <a:uFillTx/>
                <a:latin typeface="Arial"/>
                <a:ea typeface="Microsoft YaHei"/>
              </a:rPr>
              <a:t>vlan-id </a:t>
            </a:r>
            <a:r>
              <a:rPr lang="en-US" sz="1800" b="0" u="none" strike="noStrike">
                <a:solidFill>
                  <a:schemeClr val="dk1"/>
                </a:solidFill>
                <a:effectLst/>
                <a:uFillTx/>
                <a:latin typeface="Arial"/>
                <a:ea typeface="Microsoft YaHei"/>
              </a:rPr>
              <a:t>under interface configuration mode.</a:t>
            </a:r>
            <a:endParaRPr lang="en-AU" sz="1800" b="0" u="none" strike="noStrike">
              <a:solidFill>
                <a:srgbClr val="000000"/>
              </a:solidFill>
              <a:effectLst/>
              <a:uFillTx/>
              <a:latin typeface="Arial"/>
            </a:endParaRPr>
          </a:p>
          <a:p>
            <a:pPr marL="228600" indent="-228600" defTabSz="914400">
              <a:lnSpc>
                <a:spcPct val="90000"/>
              </a:lnSpc>
              <a:spcBef>
                <a:spcPts val="1001"/>
              </a:spcBef>
              <a:buClr>
                <a:srgbClr val="000000"/>
              </a:buClr>
              <a:buSzPct val="45000"/>
              <a:buFont typeface="Wingdings" charset="2"/>
              <a:buChar char=""/>
              <a:tabLst>
                <a:tab pos="0" algn="l"/>
              </a:tabLst>
            </a:pP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3. First Hop Redundancy Protocol (FHRP)</a:t>
            </a:r>
            <a:endParaRPr lang="en-US" sz="4400" b="0" u="none" strike="noStrike">
              <a:solidFill>
                <a:schemeClr val="dk1"/>
              </a:solidFill>
              <a:effectLst/>
              <a:uFillTx/>
              <a:latin typeface="Aptos Display"/>
            </a:endParaRPr>
          </a:p>
        </p:txBody>
      </p:sp>
      <p:sp>
        <p:nvSpPr>
          <p:cNvPr id="97" name="PlaceHolder 2"/>
          <p:cNvSpPr>
            <a:spLocks noGrp="1"/>
          </p:cNvSpPr>
          <p:nvPr>
            <p:ph/>
          </p:nvPr>
        </p:nvSpPr>
        <p:spPr>
          <a:xfrm>
            <a:off x="4448520" y="239400"/>
            <a:ext cx="7666920" cy="6433200"/>
          </a:xfrm>
          <a:prstGeom prst="rect">
            <a:avLst/>
          </a:prstGeom>
          <a:noFill/>
          <a:ln w="0">
            <a:noFill/>
          </a:ln>
        </p:spPr>
        <p:txBody>
          <a:bodyPr lIns="91440" tIns="45720" rIns="91440" bIns="45720" anchor="t">
            <a:normAutofit fontScale="85000" lnSpcReduction="9999"/>
          </a:bodyPr>
          <a:p>
            <a:pPr indent="0" algn="l" defTabSz="914400">
              <a:lnSpc>
                <a:spcPct val="90000"/>
              </a:lnSpc>
              <a:spcBef>
                <a:spcPts val="1001"/>
              </a:spcBef>
              <a:buNone/>
              <a:tabLst>
                <a:tab pos="0" algn="l"/>
              </a:tabLst>
            </a:pPr>
            <a:r>
              <a:rPr lang="en-US" sz="2400" b="0" u="none" strike="noStrike">
                <a:solidFill>
                  <a:schemeClr val="dk1"/>
                </a:solidFill>
                <a:effectLst/>
                <a:uFillTx/>
                <a:latin typeface="Aptos"/>
              </a:rPr>
              <a:t>Layer 2 resiliency is achieved with multiple switches and links.</a:t>
            </a: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400" b="0" u="none" strike="noStrike">
                <a:solidFill>
                  <a:schemeClr val="dk1"/>
                </a:solidFill>
                <a:effectLst/>
                <a:uFillTx/>
                <a:latin typeface="Aptos"/>
              </a:rPr>
              <a:t>Layer 3 resiliency is achieved with multiple routes.</a:t>
            </a: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Object Tracking : </a:t>
            </a: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400" b="0" u="none" strike="noStrike">
                <a:solidFill>
                  <a:schemeClr val="dk1"/>
                </a:solidFill>
                <a:effectLst/>
                <a:uFillTx/>
                <a:latin typeface="Aptos"/>
              </a:rPr>
              <a:t>FHRP only works when there is any issue in the data path downstream from the gateway towards end devices or one of the gateway goes down.</a:t>
            </a: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400" b="0" u="none" strike="noStrike">
                <a:solidFill>
                  <a:schemeClr val="dk1"/>
                </a:solidFill>
                <a:effectLst/>
                <a:uFillTx/>
                <a:latin typeface="Aptos"/>
              </a:rPr>
              <a:t>It does not know if any upstream links goes down and there is no path outward from the gateway.</a:t>
            </a: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400" b="0" u="none" strike="noStrike">
                <a:solidFill>
                  <a:schemeClr val="dk1"/>
                </a:solidFill>
                <a:effectLst/>
                <a:uFillTx/>
                <a:latin typeface="Aptos"/>
              </a:rPr>
              <a:t>Object tracking can be used to track upstream links and routes (objects) status.</a:t>
            </a: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400" b="0" u="none" strike="noStrike">
                <a:solidFill>
                  <a:schemeClr val="dk1"/>
                </a:solidFill>
                <a:effectLst/>
                <a:uFillTx/>
                <a:latin typeface="Aptos"/>
              </a:rPr>
              <a:t>Change in object's status then can be used to trigger certain actions.</a:t>
            </a: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Example:</a:t>
            </a:r>
            <a:r>
              <a:rPr lang="en-US" sz="2400" b="0" u="none" strike="noStrike">
                <a:solidFill>
                  <a:schemeClr val="dk1"/>
                </a:solidFill>
                <a:effectLst/>
                <a:uFillTx/>
                <a:latin typeface="Aptos"/>
              </a:rPr>
              <a:t> </a:t>
            </a:r>
            <a:endParaRPr lang="en-US" sz="24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400" b="0" u="none" strike="noStrike">
                <a:solidFill>
                  <a:schemeClr val="dk1"/>
                </a:solidFill>
                <a:effectLst/>
                <a:uFillTx/>
                <a:latin typeface="Aptos"/>
              </a:rPr>
              <a:t>To track upstream route:</a:t>
            </a:r>
            <a:endParaRPr lang="en-US" sz="2400" b="0" u="none" strike="noStrike">
              <a:solidFill>
                <a:schemeClr val="dk1"/>
              </a:solidFill>
              <a:effectLst/>
              <a:uFillTx/>
              <a:latin typeface="Aptos"/>
            </a:endParaRPr>
          </a:p>
          <a:p>
            <a:pPr marL="914400" indent="-228600" algn="l" defTabSz="914400">
              <a:lnSpc>
                <a:spcPct val="90000"/>
              </a:lnSpc>
              <a:spcBef>
                <a:spcPts val="499"/>
              </a:spcBef>
              <a:buNone/>
              <a:tabLst>
                <a:tab pos="0" algn="l"/>
              </a:tabLst>
            </a:pPr>
            <a:r>
              <a:rPr lang="en-US" sz="2000" b="0" u="none" strike="noStrike">
                <a:solidFill>
                  <a:srgbClr val="C00000"/>
                </a:solidFill>
                <a:effectLst/>
                <a:uFillTx/>
                <a:latin typeface="Aptos"/>
              </a:rPr>
              <a:t>track</a:t>
            </a:r>
            <a:r>
              <a:rPr lang="en-US" sz="2000" b="0" u="none" strike="noStrike">
                <a:solidFill>
                  <a:schemeClr val="dk1"/>
                </a:solidFill>
                <a:effectLst/>
                <a:uFillTx/>
                <a:latin typeface="Aptos"/>
              </a:rPr>
              <a:t> </a:t>
            </a:r>
            <a:r>
              <a:rPr lang="en-US" sz="2000" b="0" u="none" strike="noStrike">
                <a:solidFill>
                  <a:srgbClr val="0070C0"/>
                </a:solidFill>
                <a:effectLst/>
                <a:uFillTx/>
                <a:latin typeface="Aptos"/>
              </a:rPr>
              <a:t>object-number</a:t>
            </a:r>
            <a:r>
              <a:rPr lang="en-US" sz="2000" b="0" u="none" strike="noStrike">
                <a:solidFill>
                  <a:schemeClr val="dk1"/>
                </a:solidFill>
                <a:effectLst/>
                <a:uFillTx/>
                <a:latin typeface="Aptos"/>
              </a:rPr>
              <a:t> </a:t>
            </a:r>
            <a:r>
              <a:rPr lang="en-US" sz="2000" b="0" u="none" strike="noStrike">
                <a:solidFill>
                  <a:srgbClr val="C00000"/>
                </a:solidFill>
                <a:effectLst/>
                <a:uFillTx/>
                <a:latin typeface="Aptos"/>
              </a:rPr>
              <a:t>ip route</a:t>
            </a:r>
            <a:r>
              <a:rPr lang="en-US" sz="2000" b="0" u="none" strike="noStrike">
                <a:solidFill>
                  <a:schemeClr val="dk1"/>
                </a:solidFill>
                <a:effectLst/>
                <a:uFillTx/>
                <a:latin typeface="Aptos"/>
              </a:rPr>
              <a:t> </a:t>
            </a:r>
            <a:r>
              <a:rPr lang="en-US" sz="2000" b="0" u="none" strike="noStrike">
                <a:solidFill>
                  <a:srgbClr val="0070C0"/>
                </a:solidFill>
                <a:effectLst/>
                <a:uFillTx/>
                <a:latin typeface="Aptos"/>
              </a:rPr>
              <a:t>route/prefix-length</a:t>
            </a:r>
            <a:r>
              <a:rPr lang="en-US" sz="2000" b="0" u="none" strike="noStrike">
                <a:solidFill>
                  <a:schemeClr val="dk1"/>
                </a:solidFill>
                <a:effectLst/>
                <a:uFillTx/>
                <a:latin typeface="Aptos"/>
              </a:rPr>
              <a:t> </a:t>
            </a:r>
            <a:r>
              <a:rPr lang="en-US" sz="2000" b="0" u="none" strike="noStrike">
                <a:solidFill>
                  <a:srgbClr val="C00000"/>
                </a:solidFill>
                <a:effectLst/>
                <a:uFillTx/>
                <a:latin typeface="Aptos"/>
              </a:rPr>
              <a:t>reachability</a:t>
            </a:r>
            <a:endParaRPr lang="en-US" sz="2000" b="0" u="none" strike="noStrike">
              <a:solidFill>
                <a:schemeClr val="dk1"/>
              </a:solidFill>
              <a:effectLst/>
              <a:uFillTx/>
              <a:latin typeface="Aptos"/>
            </a:endParaRPr>
          </a:p>
          <a:p>
            <a:pPr marL="914400" indent="-228600" algn="l" defTabSz="914400">
              <a:lnSpc>
                <a:spcPct val="90000"/>
              </a:lnSpc>
              <a:spcBef>
                <a:spcPts val="499"/>
              </a:spcBef>
              <a:buNone/>
              <a:tabLst>
                <a:tab pos="0" algn="l"/>
              </a:tabLst>
            </a:pPr>
            <a:r>
              <a:rPr lang="en-US" sz="2000" b="0" u="none" strike="noStrike">
                <a:solidFill>
                  <a:srgbClr val="C00000"/>
                </a:solidFill>
                <a:effectLst/>
                <a:uFillTx/>
                <a:latin typeface="Aptos"/>
              </a:rPr>
              <a:t>track </a:t>
            </a:r>
            <a:r>
              <a:rPr lang="en-US" sz="2000" b="0" u="none" strike="noStrike">
                <a:solidFill>
                  <a:srgbClr val="0070C0"/>
                </a:solidFill>
                <a:effectLst/>
                <a:uFillTx/>
                <a:latin typeface="Aptos"/>
              </a:rPr>
              <a:t>1 </a:t>
            </a:r>
            <a:r>
              <a:rPr lang="en-US" sz="2000" b="0" u="none" strike="noStrike">
                <a:solidFill>
                  <a:srgbClr val="C00000"/>
                </a:solidFill>
                <a:effectLst/>
                <a:uFillTx/>
                <a:latin typeface="Aptos"/>
              </a:rPr>
              <a:t>ip route</a:t>
            </a:r>
            <a:r>
              <a:rPr lang="en-US" sz="2000" b="0" u="none" strike="noStrike">
                <a:solidFill>
                  <a:srgbClr val="000000"/>
                </a:solidFill>
                <a:effectLst/>
                <a:uFillTx/>
                <a:latin typeface="Aptos"/>
              </a:rPr>
              <a:t> </a:t>
            </a:r>
            <a:r>
              <a:rPr lang="en-US" sz="2100" b="0" u="none" strike="noStrike">
                <a:solidFill>
                  <a:srgbClr val="0070C0"/>
                </a:solidFill>
                <a:effectLst/>
                <a:uFillTx/>
                <a:latin typeface="Aptos"/>
              </a:rPr>
              <a:t>100.10.10.1/32 </a:t>
            </a:r>
            <a:r>
              <a:rPr lang="en-US" sz="2000" b="0" u="none" strike="noStrike">
                <a:solidFill>
                  <a:srgbClr val="C00000"/>
                </a:solidFill>
                <a:effectLst/>
                <a:uFillTx/>
                <a:latin typeface="Aptos"/>
              </a:rPr>
              <a:t>reachability</a:t>
            </a:r>
            <a:endParaRPr lang="en-US" sz="20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400" b="0" u="none" strike="noStrike">
                <a:solidFill>
                  <a:schemeClr val="dk1"/>
                </a:solidFill>
                <a:effectLst/>
                <a:uFillTx/>
                <a:latin typeface="Aptos"/>
              </a:rPr>
              <a:t>To track upstream interface line-protocol up/down:</a:t>
            </a:r>
            <a:endParaRPr lang="en-US" sz="2400" b="0" u="none" strike="noStrike">
              <a:solidFill>
                <a:schemeClr val="dk1"/>
              </a:solidFill>
              <a:effectLst/>
              <a:uFillTx/>
              <a:latin typeface="Aptos"/>
            </a:endParaRPr>
          </a:p>
          <a:p>
            <a:pPr marL="914400" indent="-228600" algn="l" defTabSz="914400">
              <a:lnSpc>
                <a:spcPct val="100000"/>
              </a:lnSpc>
              <a:spcBef>
                <a:spcPts val="499"/>
              </a:spcBef>
              <a:buNone/>
              <a:tabLst>
                <a:tab pos="0" algn="l"/>
              </a:tabLst>
            </a:pPr>
            <a:r>
              <a:rPr lang="en-US" sz="2000" b="0" u="none" strike="noStrike">
                <a:solidFill>
                  <a:srgbClr val="C00000"/>
                </a:solidFill>
                <a:effectLst/>
                <a:uFillTx/>
                <a:latin typeface="Aptos"/>
              </a:rPr>
              <a:t>track </a:t>
            </a:r>
            <a:r>
              <a:rPr lang="en-US" sz="2000" b="0" u="none" strike="noStrike">
                <a:solidFill>
                  <a:srgbClr val="0070C0"/>
                </a:solidFill>
                <a:effectLst/>
                <a:uFillTx/>
                <a:latin typeface="Aptos"/>
              </a:rPr>
              <a:t>object-number</a:t>
            </a:r>
            <a:r>
              <a:rPr lang="en-US" sz="2000" b="0" u="none" strike="noStrike">
                <a:solidFill>
                  <a:srgbClr val="C00000"/>
                </a:solidFill>
                <a:effectLst/>
                <a:uFillTx/>
                <a:latin typeface="Aptos"/>
              </a:rPr>
              <a:t> interface </a:t>
            </a:r>
            <a:r>
              <a:rPr lang="en-US" sz="2000" b="0" u="none" strike="noStrike">
                <a:solidFill>
                  <a:srgbClr val="0070C0"/>
                </a:solidFill>
                <a:effectLst/>
                <a:uFillTx/>
                <a:latin typeface="Aptos"/>
              </a:rPr>
              <a:t>interface-id</a:t>
            </a:r>
            <a:r>
              <a:rPr lang="en-US" sz="2000" b="0" u="none" strike="noStrike">
                <a:solidFill>
                  <a:srgbClr val="C00000"/>
                </a:solidFill>
                <a:effectLst/>
                <a:uFillTx/>
                <a:latin typeface="Aptos"/>
              </a:rPr>
              <a:t> line-protocol</a:t>
            </a:r>
            <a:endParaRPr lang="en-US" sz="2000" b="0" u="none" strike="noStrike">
              <a:solidFill>
                <a:schemeClr val="dk1"/>
              </a:solidFill>
              <a:effectLst/>
              <a:uFillTx/>
              <a:latin typeface="Aptos"/>
            </a:endParaRPr>
          </a:p>
          <a:p>
            <a:pPr marL="914400" indent="-228600" algn="l" defTabSz="914400">
              <a:lnSpc>
                <a:spcPct val="100000"/>
              </a:lnSpc>
              <a:spcBef>
                <a:spcPts val="499"/>
              </a:spcBef>
              <a:buNone/>
              <a:tabLst>
                <a:tab pos="0" algn="l"/>
              </a:tabLst>
            </a:pPr>
            <a:r>
              <a:rPr lang="en-US" sz="2100" b="0" u="none" strike="noStrike">
                <a:solidFill>
                  <a:srgbClr val="C00000"/>
                </a:solidFill>
                <a:effectLst/>
                <a:uFillTx/>
                <a:latin typeface="Aptos"/>
              </a:rPr>
              <a:t>track </a:t>
            </a:r>
            <a:r>
              <a:rPr lang="en-US" sz="2100" b="0" u="none" strike="noStrike">
                <a:solidFill>
                  <a:srgbClr val="0070C0"/>
                </a:solidFill>
                <a:effectLst/>
                <a:uFillTx/>
                <a:latin typeface="Aptos"/>
              </a:rPr>
              <a:t> 2</a:t>
            </a:r>
            <a:r>
              <a:rPr lang="en-US" sz="2100" b="0" u="none" strike="noStrike">
                <a:solidFill>
                  <a:srgbClr val="C00000"/>
                </a:solidFill>
                <a:effectLst/>
                <a:uFillTx/>
                <a:latin typeface="Aptos"/>
              </a:rPr>
              <a:t> interface </a:t>
            </a:r>
            <a:r>
              <a:rPr lang="en-US" sz="2100" b="0" u="none" strike="noStrike">
                <a:solidFill>
                  <a:srgbClr val="0070C0"/>
                </a:solidFill>
                <a:effectLst/>
                <a:uFillTx/>
                <a:latin typeface="Aptos"/>
              </a:rPr>
              <a:t>GigabitEthernet 0/1</a:t>
            </a:r>
            <a:r>
              <a:rPr lang="en-US" sz="2100" b="0" u="none" strike="noStrike">
                <a:solidFill>
                  <a:srgbClr val="C00000"/>
                </a:solidFill>
                <a:effectLst/>
                <a:uFillTx/>
                <a:latin typeface="Aptos"/>
              </a:rPr>
              <a:t> </a:t>
            </a:r>
            <a:r>
              <a:rPr lang="en-US" sz="2100" b="0" u="none" strike="noStrike">
                <a:solidFill>
                  <a:srgbClr val="C00000"/>
                </a:solidFill>
                <a:effectLst/>
                <a:uFillTx/>
                <a:latin typeface="Aptos"/>
                <a:ea typeface="Aptos"/>
              </a:rPr>
              <a:t>line-protocol </a:t>
            </a:r>
            <a:endParaRPr lang="en-US" sz="21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3. First Hop Redundancy Protocol (FHRP)</a:t>
            </a:r>
            <a:endParaRPr lang="en-US" sz="4400" b="0" u="none" strike="noStrike">
              <a:solidFill>
                <a:schemeClr val="dk1"/>
              </a:solidFill>
              <a:effectLst/>
              <a:uFillTx/>
              <a:latin typeface="Aptos Display"/>
            </a:endParaRPr>
          </a:p>
        </p:txBody>
      </p:sp>
      <p:sp>
        <p:nvSpPr>
          <p:cNvPr id="99" name="PlaceHolder 2"/>
          <p:cNvSpPr>
            <a:spLocks noGrp="1"/>
          </p:cNvSpPr>
          <p:nvPr>
            <p:ph/>
          </p:nvPr>
        </p:nvSpPr>
        <p:spPr>
          <a:xfrm>
            <a:off x="4448520" y="239400"/>
            <a:ext cx="7666920" cy="6288120"/>
          </a:xfrm>
          <a:prstGeom prst="rect">
            <a:avLst/>
          </a:prstGeom>
          <a:noFill/>
          <a:ln w="0">
            <a:noFill/>
          </a:ln>
        </p:spPr>
        <p:txBody>
          <a:bodyPr lIns="91440" tIns="45720" rIns="91440" bIns="45720" anchor="t">
            <a:normAutofit fontScale="92500" lnSpcReduction="9999"/>
          </a:bodyPr>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800" b="1" u="none" strike="noStrike">
                <a:solidFill>
                  <a:srgbClr val="000000"/>
                </a:solidFill>
                <a:effectLst/>
                <a:uFillTx/>
                <a:latin typeface="Aptos"/>
              </a:rPr>
              <a:t>Types of FHRP:</a:t>
            </a:r>
            <a:endParaRPr lang="en-US" sz="28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1" u="none" strike="noStrike">
                <a:solidFill>
                  <a:srgbClr val="000000"/>
                </a:solidFill>
                <a:effectLst/>
                <a:uFillTx/>
                <a:latin typeface="Aptos"/>
              </a:rPr>
              <a:t>Hot Standby Router Protocol (HSRP):</a:t>
            </a:r>
            <a:r>
              <a:rPr lang="en-US" sz="2400" b="0" u="none" strike="noStrike">
                <a:solidFill>
                  <a:srgbClr val="000000"/>
                </a:solidFill>
                <a:effectLst/>
                <a:uFillTx/>
                <a:latin typeface="Aptos"/>
              </a:rPr>
              <a:t> </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rgbClr val="000000"/>
                </a:solidFill>
                <a:effectLst/>
                <a:uFillTx/>
                <a:latin typeface="Aptos"/>
              </a:rPr>
              <a:t>Cisco proprietary protocol that requires minimum of two devices.</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rgbClr val="000000"/>
                </a:solidFill>
                <a:effectLst/>
                <a:uFillTx/>
                <a:latin typeface="Aptos"/>
              </a:rPr>
              <a:t>One acts as ACTIVE and another as STANDBY</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rgbClr val="000000"/>
                </a:solidFill>
                <a:effectLst/>
                <a:uFillTx/>
                <a:latin typeface="Aptos"/>
              </a:rPr>
              <a:t>Both router is configured with Virtual IP (VIP) as a default gateway to end devices.</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rgbClr val="000000"/>
                </a:solidFill>
                <a:effectLst/>
                <a:uFillTx/>
                <a:latin typeface="Aptos"/>
              </a:rPr>
              <a:t>And a virtual MAC belonging to VIP is assigned to both device.</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rgbClr val="000000"/>
                </a:solidFill>
                <a:effectLst/>
                <a:uFillTx/>
                <a:latin typeface="Aptos"/>
              </a:rPr>
              <a:t>By default, there is no pre-emption during failover.</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rgbClr val="000000"/>
                </a:solidFill>
                <a:effectLst/>
                <a:uFillTx/>
                <a:latin typeface="Aptos"/>
              </a:rPr>
              <a:t>HSRP inter-router communication is via UDP Hello messages on multicast address 224.0.0.2 (HSRPv1) and 224.0.0.102 (HSRPv2)</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rgbClr val="000000"/>
                </a:solidFill>
                <a:effectLst/>
                <a:uFillTx/>
                <a:latin typeface="Aptos"/>
              </a:rPr>
              <a:t>MAC address range 0000.0C07.ACxy (HSRPV1),xy is group number in hex range from 0 to 255 and 0000.0C9F.F000 to 0000.0C9F.FFFF (HSRPv2) group range from 0 to 4095.</a:t>
            </a:r>
            <a:endParaRPr lang="en-US" sz="2400" b="0" u="none" strike="noStrike">
              <a:solidFill>
                <a:schemeClr val="dk1"/>
              </a:solidFill>
              <a:effectLst/>
              <a:uFillTx/>
              <a:latin typeface="Aptos"/>
            </a:endParaRPr>
          </a:p>
          <a:p>
            <a:pPr marL="457200" indent="0" algn="l" defTabSz="914400">
              <a:lnSpc>
                <a:spcPct val="9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3. First Hop Redundancy Protocol (FHRP)</a:t>
            </a:r>
            <a:endParaRPr lang="en-US" sz="4400" b="0" u="none" strike="noStrike">
              <a:solidFill>
                <a:schemeClr val="dk1"/>
              </a:solidFill>
              <a:effectLst/>
              <a:uFillTx/>
              <a:latin typeface="Aptos Display"/>
            </a:endParaRPr>
          </a:p>
        </p:txBody>
      </p:sp>
      <p:sp>
        <p:nvSpPr>
          <p:cNvPr id="101" name="PlaceHolder 2"/>
          <p:cNvSpPr>
            <a:spLocks noGrp="1"/>
          </p:cNvSpPr>
          <p:nvPr>
            <p:ph/>
          </p:nvPr>
        </p:nvSpPr>
        <p:spPr>
          <a:xfrm>
            <a:off x="4448520" y="239400"/>
            <a:ext cx="7666920" cy="6288120"/>
          </a:xfrm>
          <a:prstGeom prst="rect">
            <a:avLst/>
          </a:prstGeom>
          <a:noFill/>
          <a:ln w="0">
            <a:noFill/>
          </a:ln>
        </p:spPr>
        <p:txBody>
          <a:bodyPr lIns="91440" tIns="45720" rIns="91440" bIns="45720" anchor="t">
            <a:normAutofit lnSpcReduction="9999"/>
          </a:bodyPr>
          <a:p>
            <a:pPr indent="0" algn="l" defTabSz="914400">
              <a:lnSpc>
                <a:spcPct val="90000"/>
              </a:lnSpc>
              <a:spcBef>
                <a:spcPts val="1001"/>
              </a:spcBef>
              <a:buNone/>
              <a:tabLst>
                <a:tab pos="0" algn="l"/>
              </a:tabLst>
            </a:pPr>
            <a:r>
              <a:rPr lang="en-US" sz="2800" b="1" u="none" strike="noStrike">
                <a:solidFill>
                  <a:srgbClr val="000000"/>
                </a:solidFill>
                <a:effectLst/>
                <a:uFillTx/>
                <a:latin typeface="Aptos"/>
              </a:rPr>
              <a:t>Virtual Router Redundancy Protocol (VRRP):</a:t>
            </a:r>
            <a:endParaRPr lang="en-US" sz="2800" b="0" u="none" strike="noStrike">
              <a:solidFill>
                <a:schemeClr val="dk1"/>
              </a:solidFill>
              <a:effectLst/>
              <a:uFillTx/>
              <a:latin typeface="Aptos"/>
            </a:endParaRPr>
          </a:p>
          <a:p>
            <a:pPr marL="800280" lvl="1" indent="-343080" algn="l" defTabSz="914400">
              <a:lnSpc>
                <a:spcPct val="90000"/>
              </a:lnSpc>
              <a:spcBef>
                <a:spcPts val="499"/>
              </a:spcBef>
              <a:buClr>
                <a:srgbClr val="000000"/>
              </a:buClr>
              <a:buFont typeface="Arial"/>
              <a:buChar char="•"/>
              <a:tabLst>
                <a:tab pos="0" algn="l"/>
              </a:tabLst>
            </a:pPr>
            <a:r>
              <a:rPr lang="en-US" sz="2400" b="0" u="none" strike="noStrike">
                <a:solidFill>
                  <a:srgbClr val="000000"/>
                </a:solidFill>
                <a:effectLst/>
                <a:uFillTx/>
                <a:latin typeface="Aptos"/>
              </a:rPr>
              <a:t>Active router is MASTER and standby is BACKUP</a:t>
            </a:r>
            <a:endParaRPr lang="en-US" sz="2400" b="0" u="none" strike="noStrike">
              <a:solidFill>
                <a:schemeClr val="dk1"/>
              </a:solidFill>
              <a:effectLst/>
              <a:uFillTx/>
              <a:latin typeface="Aptos"/>
            </a:endParaRPr>
          </a:p>
          <a:p>
            <a:pPr marL="800280" lvl="1" indent="-343080" algn="l" defTabSz="914400">
              <a:lnSpc>
                <a:spcPct val="90000"/>
              </a:lnSpc>
              <a:spcBef>
                <a:spcPts val="499"/>
              </a:spcBef>
              <a:buClr>
                <a:srgbClr val="000000"/>
              </a:buClr>
              <a:buFont typeface="Arial"/>
              <a:buChar char="•"/>
              <a:tabLst>
                <a:tab pos="0" algn="l"/>
              </a:tabLst>
            </a:pPr>
            <a:r>
              <a:rPr lang="en-US" sz="2400" b="0" u="none" strike="noStrike">
                <a:solidFill>
                  <a:srgbClr val="000000"/>
                </a:solidFill>
                <a:effectLst/>
                <a:uFillTx/>
                <a:latin typeface="Aptos"/>
              </a:rPr>
              <a:t>Preemption enabled by default</a:t>
            </a:r>
            <a:endParaRPr lang="en-US" sz="2400" b="0" u="none" strike="noStrike">
              <a:solidFill>
                <a:schemeClr val="dk1"/>
              </a:solidFill>
              <a:effectLst/>
              <a:uFillTx/>
              <a:latin typeface="Aptos"/>
            </a:endParaRPr>
          </a:p>
          <a:p>
            <a:pPr marL="800280" lvl="1" indent="-343080" algn="l" defTabSz="914400">
              <a:lnSpc>
                <a:spcPct val="90000"/>
              </a:lnSpc>
              <a:spcBef>
                <a:spcPts val="499"/>
              </a:spcBef>
              <a:buClr>
                <a:srgbClr val="000000"/>
              </a:buClr>
              <a:buFont typeface="Arial"/>
              <a:buChar char="•"/>
              <a:tabLst>
                <a:tab pos="0" algn="l"/>
              </a:tabLst>
            </a:pPr>
            <a:r>
              <a:rPr lang="en-US" sz="2400" b="0" u="none" strike="noStrike">
                <a:solidFill>
                  <a:srgbClr val="000000"/>
                </a:solidFill>
                <a:effectLst/>
                <a:uFillTx/>
                <a:latin typeface="Aptos"/>
              </a:rPr>
              <a:t>Uses multicast address of 224.0.0.18 and MAC address </a:t>
            </a:r>
            <a:r>
              <a:rPr lang="en-US" sz="2400" b="0" u="none" strike="noStrike">
                <a:solidFill>
                  <a:srgbClr val="000000"/>
                </a:solidFill>
                <a:effectLst/>
                <a:uFillTx/>
                <a:latin typeface="Aptos"/>
                <a:ea typeface="Aptos"/>
              </a:rPr>
              <a:t>0000.5e00.01xx, xx reflects group ID in Hex.</a:t>
            </a:r>
            <a:endParaRPr lang="en-US" sz="2400" b="0" u="none" strike="noStrike">
              <a:solidFill>
                <a:schemeClr val="dk1"/>
              </a:solidFill>
              <a:effectLst/>
              <a:uFillTx/>
              <a:latin typeface="Aptos"/>
            </a:endParaRPr>
          </a:p>
          <a:p>
            <a:pPr marL="800280" lvl="1" indent="-343080" algn="l" defTabSz="914400">
              <a:lnSpc>
                <a:spcPct val="90000"/>
              </a:lnSpc>
              <a:spcBef>
                <a:spcPts val="499"/>
              </a:spcBef>
              <a:buClr>
                <a:srgbClr val="000000"/>
              </a:buClr>
              <a:buFont typeface="Arial"/>
              <a:buChar char="•"/>
              <a:tabLst>
                <a:tab pos="0" algn="l"/>
              </a:tabLst>
            </a:pPr>
            <a:r>
              <a:rPr lang="en-US" sz="2400" b="0" u="none" strike="noStrike">
                <a:solidFill>
                  <a:srgbClr val="000000"/>
                </a:solidFill>
                <a:effectLst/>
                <a:uFillTx/>
                <a:latin typeface="Aptos"/>
                <a:ea typeface="Aptos"/>
              </a:rPr>
              <a:t>VRRP has two version, VRRPv2 and VRRPv3</a:t>
            </a:r>
            <a:endParaRPr lang="en-US" sz="2400" b="0" u="none" strike="noStrike">
              <a:solidFill>
                <a:schemeClr val="dk1"/>
              </a:solidFill>
              <a:effectLst/>
              <a:uFillTx/>
              <a:latin typeface="Aptos"/>
            </a:endParaRPr>
          </a:p>
          <a:p>
            <a:pPr marL="800280" lvl="1" indent="-343080" algn="l" defTabSz="914400">
              <a:lnSpc>
                <a:spcPct val="90000"/>
              </a:lnSpc>
              <a:spcBef>
                <a:spcPts val="499"/>
              </a:spcBef>
              <a:buClr>
                <a:srgbClr val="000000"/>
              </a:buClr>
              <a:buFont typeface="Arial"/>
              <a:buChar char="•"/>
              <a:tabLst>
                <a:tab pos="0" algn="l"/>
              </a:tabLst>
            </a:pPr>
            <a:r>
              <a:rPr lang="en-US" sz="2400" b="0" u="none" strike="noStrike">
                <a:solidFill>
                  <a:srgbClr val="000000"/>
                </a:solidFill>
                <a:effectLst/>
                <a:uFillTx/>
                <a:latin typeface="Aptos"/>
                <a:ea typeface="Aptos"/>
              </a:rPr>
              <a:t>VRRPv2 is not hierarchical in configuration supports only ipv4 whereas, VRRPv3 is hierarchical in configuration and supports ipv4 and ipv6.</a:t>
            </a:r>
            <a:endParaRPr lang="en-US" sz="2400" b="0" u="none" strike="noStrike">
              <a:solidFill>
                <a:schemeClr val="dk1"/>
              </a:solidFill>
              <a:effectLst/>
              <a:uFillTx/>
              <a:latin typeface="Aptos"/>
            </a:endParaRPr>
          </a:p>
          <a:p>
            <a:pPr marL="800280" lvl="1" indent="-343080" algn="l" defTabSz="914400">
              <a:lnSpc>
                <a:spcPct val="90000"/>
              </a:lnSpc>
              <a:spcBef>
                <a:spcPts val="499"/>
              </a:spcBef>
              <a:buClr>
                <a:srgbClr val="000000"/>
              </a:buClr>
              <a:buFont typeface="Arial"/>
              <a:buChar char="•"/>
              <a:tabLst>
                <a:tab pos="0" algn="l"/>
              </a:tabLst>
            </a:pPr>
            <a:r>
              <a:rPr lang="en-US" sz="2400" b="0" u="none" strike="noStrike">
                <a:solidFill>
                  <a:srgbClr val="000000"/>
                </a:solidFill>
                <a:effectLst/>
                <a:uFillTx/>
                <a:latin typeface="Aptos"/>
                <a:ea typeface="Aptos"/>
              </a:rPr>
              <a:t>Fhrp version VRRP v2/v3 global command.</a:t>
            </a:r>
            <a:endParaRPr lang="en-US" sz="2400" b="0" u="none" strike="noStrike">
              <a:solidFill>
                <a:schemeClr val="dk1"/>
              </a:solidFill>
              <a:effectLst/>
              <a:uFillTx/>
              <a:latin typeface="Aptos"/>
            </a:endParaRPr>
          </a:p>
          <a:p>
            <a:pPr marL="800280" lvl="1" indent="-343080" algn="l" defTabSz="914400">
              <a:lnSpc>
                <a:spcPct val="90000"/>
              </a:lnSpc>
              <a:spcBef>
                <a:spcPts val="499"/>
              </a:spcBef>
              <a:buClr>
                <a:srgbClr val="000000"/>
              </a:buClr>
              <a:buFont typeface="Arial"/>
              <a:buChar char="•"/>
              <a:tabLst>
                <a:tab pos="0" algn="l"/>
              </a:tabLst>
            </a:pPr>
            <a:r>
              <a:rPr lang="en-US" sz="2400" b="0" u="none" strike="noStrike">
                <a:solidFill>
                  <a:srgbClr val="000000"/>
                </a:solidFill>
                <a:effectLst/>
                <a:uFillTx/>
                <a:latin typeface="Aptos"/>
                <a:ea typeface="Aptos"/>
              </a:rPr>
              <a:t>Then apply VRRP in interfaces.</a:t>
            </a:r>
            <a:endParaRPr lang="en-US" sz="2400" b="0" u="none" strike="noStrike">
              <a:solidFill>
                <a:schemeClr val="dk1"/>
              </a:solidFill>
              <a:effectLst/>
              <a:uFillTx/>
              <a:latin typeface="Aptos"/>
            </a:endParaRPr>
          </a:p>
          <a:p>
            <a:pPr marL="800280" lvl="1" indent="-343080" algn="l" defTabSz="914400">
              <a:lnSpc>
                <a:spcPct val="90000"/>
              </a:lnSpc>
              <a:spcBef>
                <a:spcPts val="499"/>
              </a:spcBef>
              <a:buClr>
                <a:srgbClr val="000000"/>
              </a:buClr>
              <a:buFont typeface="Arial"/>
              <a:buChar char="•"/>
              <a:tabLst>
                <a:tab pos="0" algn="l"/>
              </a:tabLst>
            </a:pPr>
            <a:r>
              <a:rPr lang="en-US" sz="2400" b="0" u="none" strike="noStrike">
                <a:solidFill>
                  <a:srgbClr val="000000"/>
                </a:solidFill>
                <a:effectLst/>
                <a:uFillTx/>
                <a:latin typeface="Aptos"/>
                <a:ea typeface="Aptos"/>
              </a:rPr>
              <a:t>VRRP v3 choose address family in interface command.</a:t>
            </a: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3. First Hop Redundancy Protocol (FHRP)</a:t>
            </a:r>
            <a:endParaRPr lang="en-US" sz="4400" b="0" u="none" strike="noStrike">
              <a:solidFill>
                <a:schemeClr val="dk1"/>
              </a:solidFill>
              <a:effectLst/>
              <a:uFillTx/>
              <a:latin typeface="Aptos Display"/>
            </a:endParaRPr>
          </a:p>
        </p:txBody>
      </p:sp>
      <p:sp>
        <p:nvSpPr>
          <p:cNvPr id="103" name="PlaceHolder 2"/>
          <p:cNvSpPr>
            <a:spLocks noGrp="1"/>
          </p:cNvSpPr>
          <p:nvPr>
            <p:ph/>
          </p:nvPr>
        </p:nvSpPr>
        <p:spPr>
          <a:xfrm>
            <a:off x="4448520" y="239400"/>
            <a:ext cx="7666920" cy="6288120"/>
          </a:xfrm>
          <a:prstGeom prst="rect">
            <a:avLst/>
          </a:prstGeom>
          <a:noFill/>
          <a:ln w="0">
            <a:noFill/>
          </a:ln>
        </p:spPr>
        <p:txBody>
          <a:bodyPr lIns="91440" tIns="45720" rIns="91440" bIns="45720" anchor="t">
            <a:normAutofit fontScale="70000" lnSpcReduction="19999"/>
          </a:bodyPr>
          <a:p>
            <a:pPr indent="0" algn="l" defTabSz="914400">
              <a:lnSpc>
                <a:spcPct val="90000"/>
              </a:lnSpc>
              <a:spcBef>
                <a:spcPts val="1001"/>
              </a:spcBef>
              <a:buNone/>
              <a:tabLst>
                <a:tab pos="0" algn="l"/>
              </a:tabLst>
            </a:pPr>
            <a:r>
              <a:rPr lang="en-US" sz="2800" b="1" u="none" strike="noStrike">
                <a:solidFill>
                  <a:srgbClr val="000000"/>
                </a:solidFill>
                <a:effectLst/>
                <a:uFillTx/>
                <a:latin typeface="Aptos"/>
              </a:rPr>
              <a:t>Gateway Load Balancing Protocol (GLBP):</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0" u="none" strike="noStrike">
                <a:solidFill>
                  <a:srgbClr val="000000"/>
                </a:solidFill>
                <a:effectLst/>
                <a:uFillTx/>
                <a:latin typeface="Aptos"/>
              </a:rPr>
              <a:t>Provides both redundancy and load balancing</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GLBP group members have 2 roles:</a:t>
            </a:r>
            <a:endParaRPr lang="en-US" sz="2800" b="0" u="none" strike="noStrike">
              <a:solidFill>
                <a:schemeClr val="dk1"/>
              </a:solidFill>
              <a:effectLst/>
              <a:uFillTx/>
              <a:latin typeface="Aptos"/>
            </a:endParaRPr>
          </a:p>
          <a:p>
            <a:pPr marL="914400" lvl="1" indent="-457200" algn="l" defTabSz="914400">
              <a:lnSpc>
                <a:spcPct val="90000"/>
              </a:lnSpc>
              <a:spcBef>
                <a:spcPts val="499"/>
              </a:spcBef>
              <a:buClr>
                <a:srgbClr val="000000"/>
              </a:buClr>
              <a:buFont typeface="Courier New"/>
              <a:buChar char="o"/>
              <a:tabLst>
                <a:tab pos="0" algn="l"/>
              </a:tabLst>
            </a:pPr>
            <a:r>
              <a:rPr lang="en-US" sz="2400" b="0" u="none" strike="noStrike">
                <a:solidFill>
                  <a:schemeClr val="dk1"/>
                </a:solidFill>
                <a:effectLst/>
                <a:uFillTx/>
                <a:latin typeface="Aptos"/>
              </a:rPr>
              <a:t>Active Virtual Gateway (AVG): </a:t>
            </a:r>
            <a:endParaRPr lang="en-US" sz="2400" b="0" u="none" strike="noStrike">
              <a:solidFill>
                <a:schemeClr val="dk1"/>
              </a:solidFill>
              <a:effectLst/>
              <a:uFillTx/>
              <a:latin typeface="Aptos"/>
            </a:endParaRPr>
          </a:p>
          <a:p>
            <a:pPr marL="1371600" lvl="2" indent="-457200" algn="l" defTabSz="914400">
              <a:lnSpc>
                <a:spcPct val="90000"/>
              </a:lnSpc>
              <a:spcBef>
                <a:spcPts val="499"/>
              </a:spcBef>
              <a:buClr>
                <a:srgbClr val="000000"/>
              </a:buClr>
              <a:buFont typeface="Wingdings" charset="2"/>
              <a:buChar char=""/>
              <a:tabLst>
                <a:tab pos="0" algn="l"/>
              </a:tabLst>
            </a:pPr>
            <a:r>
              <a:rPr lang="en-US" sz="2000" b="0" u="none" strike="noStrike">
                <a:solidFill>
                  <a:schemeClr val="dk1"/>
                </a:solidFill>
                <a:effectLst/>
                <a:uFillTx/>
                <a:latin typeface="Aptos"/>
              </a:rPr>
              <a:t>Elected per GLBP group to reply to an initial ARP request for VIP.</a:t>
            </a:r>
            <a:endParaRPr lang="en-US" sz="2000" b="0" u="none" strike="noStrike">
              <a:solidFill>
                <a:schemeClr val="dk1"/>
              </a:solidFill>
              <a:effectLst/>
              <a:uFillTx/>
              <a:latin typeface="Aptos"/>
            </a:endParaRPr>
          </a:p>
          <a:p>
            <a:pPr marL="1371600" lvl="2" indent="-457200" algn="l" defTabSz="914400">
              <a:lnSpc>
                <a:spcPct val="90000"/>
              </a:lnSpc>
              <a:spcBef>
                <a:spcPts val="499"/>
              </a:spcBef>
              <a:buClr>
                <a:srgbClr val="000000"/>
              </a:buClr>
              <a:buFont typeface="Wingdings" charset="2"/>
              <a:buChar char=""/>
              <a:tabLst>
                <a:tab pos="0" algn="l"/>
              </a:tabLst>
            </a:pPr>
            <a:r>
              <a:rPr lang="en-US" sz="2000" b="0" u="none" strike="noStrike">
                <a:solidFill>
                  <a:schemeClr val="dk1"/>
                </a:solidFill>
                <a:effectLst/>
                <a:uFillTx/>
                <a:latin typeface="Aptos"/>
              </a:rPr>
              <a:t>AVG replies with virtual MAC of AVF to ARP request.</a:t>
            </a:r>
            <a:endParaRPr lang="en-US" sz="2000" b="0" u="none" strike="noStrike">
              <a:solidFill>
                <a:schemeClr val="dk1"/>
              </a:solidFill>
              <a:effectLst/>
              <a:uFillTx/>
              <a:latin typeface="Aptos"/>
            </a:endParaRPr>
          </a:p>
          <a:p>
            <a:pPr marL="914400" lvl="1" indent="-457200" algn="l" defTabSz="914400">
              <a:lnSpc>
                <a:spcPct val="90000"/>
              </a:lnSpc>
              <a:spcBef>
                <a:spcPts val="499"/>
              </a:spcBef>
              <a:buClr>
                <a:srgbClr val="000000"/>
              </a:buClr>
              <a:buFont typeface="Courier New"/>
              <a:buChar char="o"/>
              <a:tabLst>
                <a:tab pos="0" algn="l"/>
              </a:tabLst>
            </a:pPr>
            <a:r>
              <a:rPr lang="en-US" sz="2400" b="0" u="none" strike="noStrike">
                <a:solidFill>
                  <a:schemeClr val="dk1"/>
                </a:solidFill>
                <a:effectLst/>
                <a:uFillTx/>
                <a:latin typeface="Aptos"/>
              </a:rPr>
              <a:t>Active Virtual Forwarder(AVF):</a:t>
            </a:r>
            <a:endParaRPr lang="en-US" sz="2400" b="0" u="none" strike="noStrike">
              <a:solidFill>
                <a:schemeClr val="dk1"/>
              </a:solidFill>
              <a:effectLst/>
              <a:uFillTx/>
              <a:latin typeface="Aptos"/>
            </a:endParaRPr>
          </a:p>
          <a:p>
            <a:pPr marL="1371600" lvl="2" indent="-457200" algn="l" defTabSz="914400">
              <a:lnSpc>
                <a:spcPct val="90000"/>
              </a:lnSpc>
              <a:spcBef>
                <a:spcPts val="499"/>
              </a:spcBef>
              <a:buClr>
                <a:srgbClr val="000000"/>
              </a:buClr>
              <a:buFont typeface="Wingdings" charset="2"/>
              <a:buChar char=""/>
              <a:tabLst>
                <a:tab pos="0" algn="l"/>
              </a:tabLst>
            </a:pPr>
            <a:r>
              <a:rPr lang="en-US" sz="2000" b="0" u="none" strike="noStrike">
                <a:solidFill>
                  <a:schemeClr val="dk1"/>
                </a:solidFill>
                <a:effectLst/>
                <a:uFillTx/>
                <a:latin typeface="Aptos"/>
              </a:rPr>
              <a:t>Unique virtual MAC is created by AVG and is assigned to AVF.</a:t>
            </a:r>
            <a:endParaRPr lang="en-US" sz="2000" b="0" u="none" strike="noStrike">
              <a:solidFill>
                <a:schemeClr val="dk1"/>
              </a:solidFill>
              <a:effectLst/>
              <a:uFillTx/>
              <a:latin typeface="Aptos"/>
            </a:endParaRPr>
          </a:p>
          <a:p>
            <a:pPr marL="1371600" lvl="2" indent="-457200" algn="l" defTabSz="914400">
              <a:lnSpc>
                <a:spcPct val="90000"/>
              </a:lnSpc>
              <a:spcBef>
                <a:spcPts val="499"/>
              </a:spcBef>
              <a:buClr>
                <a:srgbClr val="000000"/>
              </a:buClr>
              <a:buFont typeface="Wingdings" charset="2"/>
              <a:buChar char=""/>
              <a:tabLst>
                <a:tab pos="0" algn="l"/>
              </a:tabLst>
            </a:pPr>
            <a:r>
              <a:rPr lang="en-US" sz="2000" b="0" u="none" strike="noStrike">
                <a:solidFill>
                  <a:schemeClr val="dk1"/>
                </a:solidFill>
                <a:effectLst/>
                <a:uFillTx/>
                <a:latin typeface="Aptos"/>
              </a:rPr>
              <a:t>AVF forwards traffic from hosts assigned to it.</a:t>
            </a:r>
            <a:endParaRPr lang="en-US" sz="2000" b="0" u="none" strike="noStrike">
              <a:solidFill>
                <a:schemeClr val="dk1"/>
              </a:solidFill>
              <a:effectLst/>
              <a:uFillTx/>
              <a:latin typeface="Aptos"/>
            </a:endParaRPr>
          </a:p>
          <a:p>
            <a:pPr marL="1371600" lvl="2" indent="-457200" algn="l" defTabSz="914400">
              <a:lnSpc>
                <a:spcPct val="90000"/>
              </a:lnSpc>
              <a:spcBef>
                <a:spcPts val="499"/>
              </a:spcBef>
              <a:buClr>
                <a:srgbClr val="000000"/>
              </a:buClr>
              <a:buFont typeface="Wingdings" charset="2"/>
              <a:buChar char=""/>
              <a:tabLst>
                <a:tab pos="0" algn="l"/>
              </a:tabLst>
            </a:pPr>
            <a:r>
              <a:rPr lang="en-US" sz="2000" b="0" u="none" strike="noStrike">
                <a:solidFill>
                  <a:schemeClr val="dk1"/>
                </a:solidFill>
                <a:effectLst/>
                <a:uFillTx/>
                <a:latin typeface="Aptos"/>
              </a:rPr>
              <a:t>AVFs are recognised in a router as a FWD instances.</a:t>
            </a:r>
            <a:endParaRPr lang="en-US" sz="20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Supports four active AVFs and 1 AVG per group</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AVG Active device failovers to AVG Standby</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AVF failure is taken over by other AVFs in the group.</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GLBP load balancing models:</a:t>
            </a:r>
            <a:endParaRPr lang="en-US" sz="2800" b="0" u="none" strike="noStrike">
              <a:solidFill>
                <a:schemeClr val="dk1"/>
              </a:solidFill>
              <a:effectLst/>
              <a:uFillTx/>
              <a:latin typeface="Aptos"/>
            </a:endParaRPr>
          </a:p>
          <a:p>
            <a:pPr marL="914400" lvl="1" indent="-457200" algn="l" defTabSz="914400">
              <a:lnSpc>
                <a:spcPct val="90000"/>
              </a:lnSpc>
              <a:spcBef>
                <a:spcPts val="499"/>
              </a:spcBef>
              <a:buClr>
                <a:srgbClr val="000000"/>
              </a:buClr>
              <a:buFont typeface="Courier New"/>
              <a:buChar char="o"/>
              <a:tabLst>
                <a:tab pos="0" algn="l"/>
              </a:tabLst>
            </a:pPr>
            <a:r>
              <a:rPr lang="en-US" sz="2400" b="0" u="none" strike="noStrike">
                <a:solidFill>
                  <a:schemeClr val="dk1"/>
                </a:solidFill>
                <a:effectLst/>
                <a:uFillTx/>
                <a:latin typeface="Aptos"/>
              </a:rPr>
              <a:t>Round Robin: Forwarder assigned in round robin manner.</a:t>
            </a:r>
            <a:endParaRPr lang="en-US" sz="2400" b="0" u="none" strike="noStrike">
              <a:solidFill>
                <a:schemeClr val="dk1"/>
              </a:solidFill>
              <a:effectLst/>
              <a:uFillTx/>
              <a:latin typeface="Aptos"/>
            </a:endParaRPr>
          </a:p>
          <a:p>
            <a:pPr marL="914400" lvl="1" indent="-457200" algn="l" defTabSz="914400">
              <a:lnSpc>
                <a:spcPct val="90000"/>
              </a:lnSpc>
              <a:spcBef>
                <a:spcPts val="499"/>
              </a:spcBef>
              <a:buClr>
                <a:srgbClr val="000000"/>
              </a:buClr>
              <a:buFont typeface="Courier New,monospace"/>
              <a:buChar char="o"/>
              <a:tabLst>
                <a:tab pos="0" algn="l"/>
              </a:tabLst>
            </a:pPr>
            <a:r>
              <a:rPr lang="en-US" sz="2400" b="0" u="none" strike="noStrike">
                <a:solidFill>
                  <a:schemeClr val="dk1"/>
                </a:solidFill>
                <a:effectLst/>
                <a:uFillTx/>
                <a:latin typeface="Aptos"/>
              </a:rPr>
              <a:t>Weighted: Forwarder assigned based on set weight. Weight lower is the minimum required to remain Active forwarder. Weight upper is the value the forwarder must be restored to, to be Active forwarder again. </a:t>
            </a:r>
            <a:endParaRPr lang="en-US" sz="2400" b="0" u="none" strike="noStrike">
              <a:solidFill>
                <a:schemeClr val="dk1"/>
              </a:solidFill>
              <a:effectLst/>
              <a:uFillTx/>
              <a:latin typeface="Aptos"/>
            </a:endParaRPr>
          </a:p>
          <a:p>
            <a:pPr marL="914400" lvl="1" indent="-457200" algn="l" defTabSz="914400">
              <a:lnSpc>
                <a:spcPct val="90000"/>
              </a:lnSpc>
              <a:spcBef>
                <a:spcPts val="499"/>
              </a:spcBef>
              <a:buClr>
                <a:srgbClr val="000000"/>
              </a:buClr>
              <a:buFont typeface="Courier New"/>
              <a:buChar char="o"/>
              <a:tabLst>
                <a:tab pos="0" algn="l"/>
              </a:tabLst>
            </a:pPr>
            <a:r>
              <a:rPr lang="en-US" sz="2400" b="0" u="none" strike="noStrike">
                <a:solidFill>
                  <a:schemeClr val="dk1"/>
                </a:solidFill>
                <a:effectLst/>
                <a:uFillTx/>
                <a:latin typeface="Aptos"/>
              </a:rPr>
              <a:t>Host dependent: Uses same forwarder for source MAC address</a:t>
            </a:r>
            <a:endParaRPr lang="en-US" sz="2400" b="0" u="none" strike="noStrike">
              <a:solidFill>
                <a:schemeClr val="dk1"/>
              </a:solidFill>
              <a:effectLst/>
              <a:uFillTx/>
              <a:latin typeface="Aptos"/>
            </a:endParaRPr>
          </a:p>
          <a:p>
            <a:pPr indent="0" algn="l" defTabSz="914400">
              <a:lnSpc>
                <a:spcPct val="90000"/>
              </a:lnSpc>
              <a:spcBef>
                <a:spcPts val="499"/>
              </a:spcBef>
              <a:buNone/>
              <a:tabLst>
                <a:tab pos="0" algn="l"/>
              </a:tabLst>
            </a:pPr>
            <a:endParaRPr lang="en-US" sz="20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pitchFamily="0" charset="1"/>
        <a:ea typeface=""/>
        <a:cs typeface=""/>
      </a:majorFont>
      <a:minorFont>
        <a:latin typeface="Aptos" panose="020B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49</TotalTime>
  <Application>LibreOffice/26.2.5.2$Windows_X86_64 LibreOffice_project/cd7284b4cbbfeb507e630c1aac019f4157393acb</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2013-07-15T20:26:40Z</dcterms:created>
  <dc:creator/>
  <dc:description/>
  <dc:language>en-AU</dc:language>
  <cp:lastModifiedBy/>
  <dcterms:modified xsi:type="dcterms:W3CDTF">2026-08-20T21:15:32Z</dcterms:modified>
  <cp:revision>277</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12</vt:i4>
  </property>
  <property fmtid="{D5CDD505-2E9C-101B-9397-08002B2CF9AE}" pid="3" name="PresentationFormat">
    <vt:lpwstr>Widescreen</vt:lpwstr>
  </property>
  <property fmtid="{D5CDD505-2E9C-101B-9397-08002B2CF9AE}" pid="4" name="Slides">
    <vt:i4>13</vt:i4>
  </property>
</Properties>
</file>