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ppt/ink/ink19.xml" ContentType="application/inkml+xml"/>
  <Override PartName="/ppt/ink/ink20.xml" ContentType="application/inkml+xml"/>
  <Override PartName="/ppt/ink/ink21.xml" ContentType="application/inkml+xml"/>
  <Override PartName="/ppt/ink/ink22.xml" ContentType="application/inkml+xml"/>
  <Override PartName="/ppt/ink/ink23.xml" ContentType="application/inkml+xml"/>
  <Override PartName="/ppt/ink/ink24.xml" ContentType="application/inkml+xml"/>
  <Override PartName="/ppt/ink/ink25.xml" ContentType="application/inkml+xml"/>
  <Override PartName="/ppt/ink/ink26.xml" ContentType="application/inkml+xml"/>
  <Override PartName="/ppt/ink/ink27.xml" ContentType="application/inkml+xml"/>
  <Override PartName="/ppt/ink/ink28.xml" ContentType="application/inkml+xml"/>
  <Override PartName="/ppt/ink/ink29.xml" ContentType="application/inkml+xml"/>
  <Override PartName="/ppt/ink/ink30.xml" ContentType="application/inkml+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7"/>
  </p:notesMasterIdLst>
  <p:sldIdLst>
    <p:sldId id="264" r:id="rId2"/>
    <p:sldId id="258" r:id="rId3"/>
    <p:sldId id="265" r:id="rId4"/>
    <p:sldId id="266" r:id="rId5"/>
    <p:sldId id="267" r:id="rId6"/>
    <p:sldId id="268" r:id="rId7"/>
    <p:sldId id="269" r:id="rId8"/>
    <p:sldId id="270" r:id="rId9"/>
    <p:sldId id="271" r:id="rId10"/>
    <p:sldId id="272" r:id="rId11"/>
    <p:sldId id="273" r:id="rId12"/>
    <p:sldId id="274" r:id="rId13"/>
    <p:sldId id="276" r:id="rId14"/>
    <p:sldId id="275" r:id="rId15"/>
    <p:sldId id="278" r:id="rId16"/>
    <p:sldId id="277" r:id="rId17"/>
    <p:sldId id="279" r:id="rId18"/>
    <p:sldId id="280" r:id="rId19"/>
    <p:sldId id="281" r:id="rId20"/>
    <p:sldId id="282" r:id="rId21"/>
    <p:sldId id="283" r:id="rId22"/>
    <p:sldId id="284" r:id="rId23"/>
    <p:sldId id="285" r:id="rId24"/>
    <p:sldId id="286" r:id="rId25"/>
    <p:sldId id="287" r:id="rId2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36A15C7-35A6-8437-1261-D5B0BDC38E8F}" v="2446" dt="2026-06-02T10:35:42.978"/>
    <p1510:client id="{7E73457F-8CDE-5240-9E0F-955781DD133A}" v="684" dt="2026-06-03T00:20:12.053"/>
    <p1510:client id="{DBD56B44-D5A3-2DD9-BAEA-D91ECCB18988}" v="2286" dt="2026-06-03T08:36:08.698"/>
    <p1510:client id="{FACC74C6-EFCB-93F4-0249-038D5ACA0940}" v="2914" dt="2026-06-04T06:33:56.10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72" autoAdjust="0"/>
    <p:restoredTop sz="94660"/>
  </p:normalViewPr>
  <p:slideViewPr>
    <p:cSldViewPr snapToGrid="0">
      <p:cViewPr varScale="1">
        <p:scale>
          <a:sx n="86" d="100"/>
          <a:sy n="86" d="100"/>
        </p:scale>
        <p:origin x="96" y="88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oran Shahi" userId="9e80e87edecd0726" providerId="Windows Live" clId="Web-{E83EBCDB-3605-CB50-7F8B-4127DE2CE515}"/>
    <pc:docChg chg="addSld modSld sldOrd">
      <pc:chgData name="Toran Shahi" userId="9e80e87edecd0726" providerId="Windows Live" clId="Web-{E83EBCDB-3605-CB50-7F8B-4127DE2CE515}" dt="2026-06-01T08:13:26.871" v="19" actId="14100"/>
      <pc:docMkLst>
        <pc:docMk/>
      </pc:docMkLst>
      <pc:sldChg chg="modSp">
        <pc:chgData name="Toran Shahi" userId="9e80e87edecd0726" providerId="Windows Live" clId="Web-{E83EBCDB-3605-CB50-7F8B-4127DE2CE515}" dt="2026-06-01T08:12:30.821" v="1" actId="20577"/>
        <pc:sldMkLst>
          <pc:docMk/>
          <pc:sldMk cId="1516740404" sldId="258"/>
        </pc:sldMkLst>
        <pc:spChg chg="mod">
          <ac:chgData name="Toran Shahi" userId="9e80e87edecd0726" providerId="Windows Live" clId="Web-{E83EBCDB-3605-CB50-7F8B-4127DE2CE515}" dt="2026-06-01T08:12:30.821" v="1" actId="20577"/>
          <ac:spMkLst>
            <pc:docMk/>
            <pc:sldMk cId="1516740404" sldId="258"/>
            <ac:spMk id="3" creationId="{19642708-C46C-0C1F-6CBC-B422CA064D0D}"/>
          </ac:spMkLst>
        </pc:spChg>
      </pc:sldChg>
      <pc:sldChg chg="ord">
        <pc:chgData name="Toran Shahi" userId="9e80e87edecd0726" providerId="Windows Live" clId="Web-{E83EBCDB-3605-CB50-7F8B-4127DE2CE515}" dt="2026-06-01T08:13:01.963" v="3"/>
        <pc:sldMkLst>
          <pc:docMk/>
          <pc:sldMk cId="3520865283" sldId="265"/>
        </pc:sldMkLst>
      </pc:sldChg>
      <pc:sldChg chg="modSp add replId">
        <pc:chgData name="Toran Shahi" userId="9e80e87edecd0726" providerId="Windows Live" clId="Web-{E83EBCDB-3605-CB50-7F8B-4127DE2CE515}" dt="2026-06-01T08:13:26.871" v="19" actId="14100"/>
        <pc:sldMkLst>
          <pc:docMk/>
          <pc:sldMk cId="1565796198" sldId="266"/>
        </pc:sldMkLst>
        <pc:spChg chg="mod">
          <ac:chgData name="Toran Shahi" userId="9e80e87edecd0726" providerId="Windows Live" clId="Web-{E83EBCDB-3605-CB50-7F8B-4127DE2CE515}" dt="2026-06-01T08:13:26.871" v="19" actId="14100"/>
          <ac:spMkLst>
            <pc:docMk/>
            <pc:sldMk cId="1565796198" sldId="266"/>
            <ac:spMk id="3" creationId="{085F7C86-DC66-90A3-7C0D-C68B47DE8CF0}"/>
          </ac:spMkLst>
        </pc:spChg>
      </pc:sldChg>
    </pc:docChg>
  </pc:docChgLst>
  <pc:docChgLst>
    <pc:chgData name="Toran Shahi" userId="9e80e87edecd0726" providerId="Windows Live" clId="Web-{A0E7C04F-56A7-FC87-FF11-3F3D76960879}"/>
    <pc:docChg chg="addSld modSld">
      <pc:chgData name="Toran Shahi" userId="9e80e87edecd0726" providerId="Windows Live" clId="Web-{A0E7C04F-56A7-FC87-FF11-3F3D76960879}" dt="2026-06-01T09:57:21.962" v="983" actId="20577"/>
      <pc:docMkLst>
        <pc:docMk/>
      </pc:docMkLst>
      <pc:sldChg chg="modSp">
        <pc:chgData name="Toran Shahi" userId="9e80e87edecd0726" providerId="Windows Live" clId="Web-{A0E7C04F-56A7-FC87-FF11-3F3D76960879}" dt="2026-06-01T08:33:09.846" v="219" actId="20577"/>
        <pc:sldMkLst>
          <pc:docMk/>
          <pc:sldMk cId="1516740404" sldId="258"/>
        </pc:sldMkLst>
        <pc:spChg chg="mod">
          <ac:chgData name="Toran Shahi" userId="9e80e87edecd0726" providerId="Windows Live" clId="Web-{A0E7C04F-56A7-FC87-FF11-3F3D76960879}" dt="2026-06-01T08:33:09.846" v="219" actId="20577"/>
          <ac:spMkLst>
            <pc:docMk/>
            <pc:sldMk cId="1516740404" sldId="258"/>
            <ac:spMk id="3" creationId="{19642708-C46C-0C1F-6CBC-B422CA064D0D}"/>
          </ac:spMkLst>
        </pc:spChg>
      </pc:sldChg>
      <pc:sldChg chg="modSp">
        <pc:chgData name="Toran Shahi" userId="9e80e87edecd0726" providerId="Windows Live" clId="Web-{A0E7C04F-56A7-FC87-FF11-3F3D76960879}" dt="2026-06-01T09:56:34.442" v="957" actId="20577"/>
        <pc:sldMkLst>
          <pc:docMk/>
          <pc:sldMk cId="2028896172" sldId="264"/>
        </pc:sldMkLst>
        <pc:spChg chg="mod">
          <ac:chgData name="Toran Shahi" userId="9e80e87edecd0726" providerId="Windows Live" clId="Web-{A0E7C04F-56A7-FC87-FF11-3F3D76960879}" dt="2026-06-01T09:56:34.442" v="957" actId="20577"/>
          <ac:spMkLst>
            <pc:docMk/>
            <pc:sldMk cId="2028896172" sldId="264"/>
            <ac:spMk id="3" creationId="{EF11D623-E612-AE09-C358-96D356FF3BF3}"/>
          </ac:spMkLst>
        </pc:spChg>
      </pc:sldChg>
      <pc:sldChg chg="modSp">
        <pc:chgData name="Toran Shahi" userId="9e80e87edecd0726" providerId="Windows Live" clId="Web-{A0E7C04F-56A7-FC87-FF11-3F3D76960879}" dt="2026-06-01T08:39:23.518" v="400" actId="20577"/>
        <pc:sldMkLst>
          <pc:docMk/>
          <pc:sldMk cId="1565796198" sldId="266"/>
        </pc:sldMkLst>
        <pc:spChg chg="mod">
          <ac:chgData name="Toran Shahi" userId="9e80e87edecd0726" providerId="Windows Live" clId="Web-{A0E7C04F-56A7-FC87-FF11-3F3D76960879}" dt="2026-06-01T08:39:23.518" v="400" actId="20577"/>
          <ac:spMkLst>
            <pc:docMk/>
            <pc:sldMk cId="1565796198" sldId="266"/>
            <ac:spMk id="3" creationId="{085F7C86-DC66-90A3-7C0D-C68B47DE8CF0}"/>
          </ac:spMkLst>
        </pc:spChg>
      </pc:sldChg>
      <pc:sldChg chg="modSp add replId">
        <pc:chgData name="Toran Shahi" userId="9e80e87edecd0726" providerId="Windows Live" clId="Web-{A0E7C04F-56A7-FC87-FF11-3F3D76960879}" dt="2026-06-01T09:46:56.691" v="934" actId="20577"/>
        <pc:sldMkLst>
          <pc:docMk/>
          <pc:sldMk cId="420794339" sldId="267"/>
        </pc:sldMkLst>
        <pc:spChg chg="mod">
          <ac:chgData name="Toran Shahi" userId="9e80e87edecd0726" providerId="Windows Live" clId="Web-{A0E7C04F-56A7-FC87-FF11-3F3D76960879}" dt="2026-06-01T08:41:37.225" v="421" actId="20577"/>
          <ac:spMkLst>
            <pc:docMk/>
            <pc:sldMk cId="420794339" sldId="267"/>
            <ac:spMk id="2" creationId="{564D6262-862F-E60A-0D05-5A73521B717C}"/>
          </ac:spMkLst>
        </pc:spChg>
        <pc:spChg chg="mod">
          <ac:chgData name="Toran Shahi" userId="9e80e87edecd0726" providerId="Windows Live" clId="Web-{A0E7C04F-56A7-FC87-FF11-3F3D76960879}" dt="2026-06-01T09:46:56.691" v="934" actId="20577"/>
          <ac:spMkLst>
            <pc:docMk/>
            <pc:sldMk cId="420794339" sldId="267"/>
            <ac:spMk id="3" creationId="{20E9AE82-B47E-A119-0ED6-140E2D79BFC7}"/>
          </ac:spMkLst>
        </pc:spChg>
      </pc:sldChg>
      <pc:sldChg chg="modSp add replId">
        <pc:chgData name="Toran Shahi" userId="9e80e87edecd0726" providerId="Windows Live" clId="Web-{A0E7C04F-56A7-FC87-FF11-3F3D76960879}" dt="2026-06-01T09:57:21.962" v="983" actId="20577"/>
        <pc:sldMkLst>
          <pc:docMk/>
          <pc:sldMk cId="3584275452" sldId="268"/>
        </pc:sldMkLst>
        <pc:spChg chg="mod">
          <ac:chgData name="Toran Shahi" userId="9e80e87edecd0726" providerId="Windows Live" clId="Web-{A0E7C04F-56A7-FC87-FF11-3F3D76960879}" dt="2026-06-01T09:57:10.898" v="981" actId="20577"/>
          <ac:spMkLst>
            <pc:docMk/>
            <pc:sldMk cId="3584275452" sldId="268"/>
            <ac:spMk id="2" creationId="{FC0D6EF9-7EDB-461D-2099-E7926311E28B}"/>
          </ac:spMkLst>
        </pc:spChg>
      </pc:sldChg>
    </pc:docChg>
  </pc:docChgLst>
  <pc:docChgLst>
    <pc:chgData name="Toran Shahi" userId="9e80e87edecd0726" providerId="Windows Live" clId="Web-{DBD56B44-D5A3-2DD9-BAEA-D91ECCB18988}"/>
    <pc:docChg chg="addSld modSld sldOrd">
      <pc:chgData name="Toran Shahi" userId="9e80e87edecd0726" providerId="Windows Live" clId="Web-{DBD56B44-D5A3-2DD9-BAEA-D91ECCB18988}" dt="2026-06-03T08:36:08.698" v="2391" actId="20577"/>
      <pc:docMkLst>
        <pc:docMk/>
      </pc:docMkLst>
      <pc:sldChg chg="modSp">
        <pc:chgData name="Toran Shahi" userId="9e80e87edecd0726" providerId="Windows Live" clId="Web-{DBD56B44-D5A3-2DD9-BAEA-D91ECCB18988}" dt="2026-06-03T00:49:02.034" v="540" actId="20577"/>
        <pc:sldMkLst>
          <pc:docMk/>
          <pc:sldMk cId="1516740404" sldId="258"/>
        </pc:sldMkLst>
        <pc:spChg chg="mod">
          <ac:chgData name="Toran Shahi" userId="9e80e87edecd0726" providerId="Windows Live" clId="Web-{DBD56B44-D5A3-2DD9-BAEA-D91ECCB18988}" dt="2026-06-03T00:49:02.034" v="540" actId="20577"/>
          <ac:spMkLst>
            <pc:docMk/>
            <pc:sldMk cId="1516740404" sldId="258"/>
            <ac:spMk id="3" creationId="{19642708-C46C-0C1F-6CBC-B422CA064D0D}"/>
          </ac:spMkLst>
        </pc:spChg>
      </pc:sldChg>
      <pc:sldChg chg="modSp">
        <pc:chgData name="Toran Shahi" userId="9e80e87edecd0726" providerId="Windows Live" clId="Web-{DBD56B44-D5A3-2DD9-BAEA-D91ECCB18988}" dt="2026-06-03T07:25:42.729" v="1013" actId="20577"/>
        <pc:sldMkLst>
          <pc:docMk/>
          <pc:sldMk cId="2028896172" sldId="264"/>
        </pc:sldMkLst>
        <pc:spChg chg="mod">
          <ac:chgData name="Toran Shahi" userId="9e80e87edecd0726" providerId="Windows Live" clId="Web-{DBD56B44-D5A3-2DD9-BAEA-D91ECCB18988}" dt="2026-06-03T07:25:42.729" v="1013" actId="20577"/>
          <ac:spMkLst>
            <pc:docMk/>
            <pc:sldMk cId="2028896172" sldId="264"/>
            <ac:spMk id="3" creationId="{EF11D623-E612-AE09-C358-96D356FF3BF3}"/>
          </ac:spMkLst>
        </pc:spChg>
      </pc:sldChg>
      <pc:sldChg chg="modSp">
        <pc:chgData name="Toran Shahi" userId="9e80e87edecd0726" providerId="Windows Live" clId="Web-{DBD56B44-D5A3-2DD9-BAEA-D91ECCB18988}" dt="2026-06-03T00:50:34.615" v="564" actId="20577"/>
        <pc:sldMkLst>
          <pc:docMk/>
          <pc:sldMk cId="3520865283" sldId="265"/>
        </pc:sldMkLst>
        <pc:spChg chg="mod">
          <ac:chgData name="Toran Shahi" userId="9e80e87edecd0726" providerId="Windows Live" clId="Web-{DBD56B44-D5A3-2DD9-BAEA-D91ECCB18988}" dt="2026-06-03T00:50:34.615" v="564" actId="20577"/>
          <ac:spMkLst>
            <pc:docMk/>
            <pc:sldMk cId="3520865283" sldId="265"/>
            <ac:spMk id="3" creationId="{72AD6AB5-E87E-4D11-86D5-882C2ED96FCE}"/>
          </ac:spMkLst>
        </pc:spChg>
      </pc:sldChg>
      <pc:sldChg chg="addSp delSp modSp">
        <pc:chgData name="Toran Shahi" userId="9e80e87edecd0726" providerId="Windows Live" clId="Web-{DBD56B44-D5A3-2DD9-BAEA-D91ECCB18988}" dt="2026-06-03T00:27:22.859" v="45"/>
        <pc:sldMkLst>
          <pc:docMk/>
          <pc:sldMk cId="2178007281" sldId="272"/>
        </pc:sldMkLst>
        <pc:spChg chg="mod">
          <ac:chgData name="Toran Shahi" userId="9e80e87edecd0726" providerId="Windows Live" clId="Web-{DBD56B44-D5A3-2DD9-BAEA-D91ECCB18988}" dt="2026-06-03T00:27:22.797" v="44" actId="20577"/>
          <ac:spMkLst>
            <pc:docMk/>
            <pc:sldMk cId="2178007281" sldId="272"/>
            <ac:spMk id="3" creationId="{88830A99-088C-63B3-8507-CBC81347E9C1}"/>
          </ac:spMkLst>
        </pc:spChg>
        <pc:grpChg chg="mod">
          <ac:chgData name="Toran Shahi" userId="9e80e87edecd0726" providerId="Windows Live" clId="Web-{DBD56B44-D5A3-2DD9-BAEA-D91ECCB18988}" dt="2026-06-03T00:22:20.195" v="13" actId="1076"/>
          <ac:grpSpMkLst>
            <pc:docMk/>
            <pc:sldMk cId="2178007281" sldId="272"/>
            <ac:grpSpMk id="8" creationId="{FC057C45-DBD8-A63A-8005-2F31FC06051B}"/>
          </ac:grpSpMkLst>
        </pc:grpChg>
        <pc:grpChg chg="add">
          <ac:chgData name="Toran Shahi" userId="9e80e87edecd0726" providerId="Windows Live" clId="Web-{DBD56B44-D5A3-2DD9-BAEA-D91ECCB18988}" dt="2026-06-03T00:22:10.007" v="12"/>
          <ac:grpSpMkLst>
            <pc:docMk/>
            <pc:sldMk cId="2178007281" sldId="272"/>
            <ac:grpSpMk id="26" creationId="{867BF39F-C6D8-E0DD-101A-C2B42F1E8B5F}"/>
          </ac:grpSpMkLst>
        </pc:grpChg>
        <pc:inkChg chg="add del">
          <ac:chgData name="Toran Shahi" userId="9e80e87edecd0726" providerId="Windows Live" clId="Web-{DBD56B44-D5A3-2DD9-BAEA-D91ECCB18988}" dt="2026-06-03T00:21:08.443" v="5"/>
          <ac:inkMkLst>
            <pc:docMk/>
            <pc:sldMk cId="2178007281" sldId="272"/>
            <ac:inkMk id="9" creationId="{833BF016-1B24-11BD-BF4C-7679ABD130E0}"/>
          </ac:inkMkLst>
        </pc:inkChg>
        <pc:inkChg chg="del">
          <ac:chgData name="Toran Shahi" userId="9e80e87edecd0726" providerId="Windows Live" clId="Web-{DBD56B44-D5A3-2DD9-BAEA-D91ECCB18988}" dt="2026-06-03T00:21:08.443" v="7"/>
          <ac:inkMkLst>
            <pc:docMk/>
            <pc:sldMk cId="2178007281" sldId="272"/>
            <ac:inkMk id="10" creationId="{AE935645-F530-83DC-0474-9309A8627B7D}"/>
          </ac:inkMkLst>
        </pc:inkChg>
        <pc:inkChg chg="add del">
          <ac:chgData name="Toran Shahi" userId="9e80e87edecd0726" providerId="Windows Live" clId="Web-{DBD56B44-D5A3-2DD9-BAEA-D91ECCB18988}" dt="2026-06-03T00:21:08.443" v="4"/>
          <ac:inkMkLst>
            <pc:docMk/>
            <pc:sldMk cId="2178007281" sldId="272"/>
            <ac:inkMk id="11" creationId="{4AA868DA-C9DB-AA2A-83C9-262A09359957}"/>
          </ac:inkMkLst>
        </pc:inkChg>
        <pc:inkChg chg="del">
          <ac:chgData name="Toran Shahi" userId="9e80e87edecd0726" providerId="Windows Live" clId="Web-{DBD56B44-D5A3-2DD9-BAEA-D91ECCB18988}" dt="2026-06-03T00:21:08.443" v="6"/>
          <ac:inkMkLst>
            <pc:docMk/>
            <pc:sldMk cId="2178007281" sldId="272"/>
            <ac:inkMk id="12" creationId="{5613FE18-D264-E31C-1128-53CE18757604}"/>
          </ac:inkMkLst>
        </pc:inkChg>
        <pc:inkChg chg="del">
          <ac:chgData name="Toran Shahi" userId="9e80e87edecd0726" providerId="Windows Live" clId="Web-{DBD56B44-D5A3-2DD9-BAEA-D91ECCB18988}" dt="2026-06-03T00:22:44.852" v="22"/>
          <ac:inkMkLst>
            <pc:docMk/>
            <pc:sldMk cId="2178007281" sldId="272"/>
            <ac:inkMk id="13" creationId="{C6D8DC03-C198-FFD5-E192-83160C22B589}"/>
          </ac:inkMkLst>
        </pc:inkChg>
        <pc:inkChg chg="del">
          <ac:chgData name="Toran Shahi" userId="9e80e87edecd0726" providerId="Windows Live" clId="Web-{DBD56B44-D5A3-2DD9-BAEA-D91ECCB18988}" dt="2026-06-03T00:22:44.821" v="21"/>
          <ac:inkMkLst>
            <pc:docMk/>
            <pc:sldMk cId="2178007281" sldId="272"/>
            <ac:inkMk id="14" creationId="{28DD0151-D96C-6BD6-7FF1-DD82ED21914C}"/>
          </ac:inkMkLst>
        </pc:inkChg>
        <pc:inkChg chg="del">
          <ac:chgData name="Toran Shahi" userId="9e80e87edecd0726" providerId="Windows Live" clId="Web-{DBD56B44-D5A3-2DD9-BAEA-D91ECCB18988}" dt="2026-06-03T00:22:44.821" v="20"/>
          <ac:inkMkLst>
            <pc:docMk/>
            <pc:sldMk cId="2178007281" sldId="272"/>
            <ac:inkMk id="15" creationId="{5206089F-4093-2714-5AF5-E048F7219D06}"/>
          </ac:inkMkLst>
        </pc:inkChg>
        <pc:inkChg chg="add del">
          <ac:chgData name="Toran Shahi" userId="9e80e87edecd0726" providerId="Windows Live" clId="Web-{DBD56B44-D5A3-2DD9-BAEA-D91ECCB18988}" dt="2026-06-03T00:25:01.418" v="33"/>
          <ac:inkMkLst>
            <pc:docMk/>
            <pc:sldMk cId="2178007281" sldId="272"/>
            <ac:inkMk id="20" creationId="{765FF8F9-CD79-C507-B341-B3B29F74334E}"/>
          </ac:inkMkLst>
        </pc:inkChg>
        <pc:inkChg chg="add del">
          <ac:chgData name="Toran Shahi" userId="9e80e87edecd0726" providerId="Windows Live" clId="Web-{DBD56B44-D5A3-2DD9-BAEA-D91ECCB18988}" dt="2026-06-03T00:21:31.772" v="10"/>
          <ac:inkMkLst>
            <pc:docMk/>
            <pc:sldMk cId="2178007281" sldId="272"/>
            <ac:inkMk id="21" creationId="{25F76611-FF03-43CB-8144-E7BA9AF59E3A}"/>
          </ac:inkMkLst>
        </pc:inkChg>
        <pc:inkChg chg="add del">
          <ac:chgData name="Toran Shahi" userId="9e80e87edecd0726" providerId="Windows Live" clId="Web-{DBD56B44-D5A3-2DD9-BAEA-D91ECCB18988}" dt="2026-06-03T00:22:53.071" v="26"/>
          <ac:inkMkLst>
            <pc:docMk/>
            <pc:sldMk cId="2178007281" sldId="272"/>
            <ac:inkMk id="24" creationId="{EFADEA13-DE66-9201-D698-9A798F97387A}"/>
          </ac:inkMkLst>
        </pc:inkChg>
        <pc:inkChg chg="add">
          <ac:chgData name="Toran Shahi" userId="9e80e87edecd0726" providerId="Windows Live" clId="Web-{DBD56B44-D5A3-2DD9-BAEA-D91ECCB18988}" dt="2026-06-03T00:21:53.179" v="11"/>
          <ac:inkMkLst>
            <pc:docMk/>
            <pc:sldMk cId="2178007281" sldId="272"/>
            <ac:inkMk id="25" creationId="{62CA7FD4-2BC8-0C1E-27E6-91F89CA32991}"/>
          </ac:inkMkLst>
        </pc:inkChg>
        <pc:inkChg chg="add">
          <ac:chgData name="Toran Shahi" userId="9e80e87edecd0726" providerId="Windows Live" clId="Web-{DBD56B44-D5A3-2DD9-BAEA-D91ECCB18988}" dt="2026-06-03T00:22:43.352" v="14"/>
          <ac:inkMkLst>
            <pc:docMk/>
            <pc:sldMk cId="2178007281" sldId="272"/>
            <ac:inkMk id="30" creationId="{DB90E41D-1D3A-6321-883B-614F3AE54AA6}"/>
          </ac:inkMkLst>
        </pc:inkChg>
        <pc:inkChg chg="mod">
          <ac:chgData name="Toran Shahi" userId="9e80e87edecd0726" providerId="Windows Live" clId="Web-{DBD56B44-D5A3-2DD9-BAEA-D91ECCB18988}" dt="2026-06-03T00:25:20.731" v="35" actId="1076"/>
          <ac:inkMkLst>
            <pc:docMk/>
            <pc:sldMk cId="2178007281" sldId="272"/>
            <ac:inkMk id="32" creationId="{768EC233-DA5F-53D6-4D14-8E55E805278B}"/>
          </ac:inkMkLst>
        </pc:inkChg>
        <pc:inkChg chg="add">
          <ac:chgData name="Toran Shahi" userId="9e80e87edecd0726" providerId="Windows Live" clId="Web-{DBD56B44-D5A3-2DD9-BAEA-D91ECCB18988}" dt="2026-06-03T00:22:43.367" v="15"/>
          <ac:inkMkLst>
            <pc:docMk/>
            <pc:sldMk cId="2178007281" sldId="272"/>
            <ac:inkMk id="33" creationId="{38747EB3-F854-C4E2-5716-1C3C201E4C8B}"/>
          </ac:inkMkLst>
        </pc:inkChg>
        <pc:inkChg chg="del">
          <ac:chgData name="Toran Shahi" userId="9e80e87edecd0726" providerId="Windows Live" clId="Web-{DBD56B44-D5A3-2DD9-BAEA-D91ECCB18988}" dt="2026-06-03T00:22:44.821" v="19"/>
          <ac:inkMkLst>
            <pc:docMk/>
            <pc:sldMk cId="2178007281" sldId="272"/>
            <ac:inkMk id="36" creationId="{9BAFB902-E1C6-C5B2-A55B-8B6DAF50D32B}"/>
          </ac:inkMkLst>
        </pc:inkChg>
        <pc:inkChg chg="add">
          <ac:chgData name="Toran Shahi" userId="9e80e87edecd0726" providerId="Windows Live" clId="Web-{DBD56B44-D5A3-2DD9-BAEA-D91ECCB18988}" dt="2026-06-03T00:22:43.367" v="16"/>
          <ac:inkMkLst>
            <pc:docMk/>
            <pc:sldMk cId="2178007281" sldId="272"/>
            <ac:inkMk id="37" creationId="{05BE306A-0D5A-D989-C24C-A0EF8FDF2CEA}"/>
          </ac:inkMkLst>
        </pc:inkChg>
        <pc:inkChg chg="add">
          <ac:chgData name="Toran Shahi" userId="9e80e87edecd0726" providerId="Windows Live" clId="Web-{DBD56B44-D5A3-2DD9-BAEA-D91ECCB18988}" dt="2026-06-03T00:22:44.008" v="17"/>
          <ac:inkMkLst>
            <pc:docMk/>
            <pc:sldMk cId="2178007281" sldId="272"/>
            <ac:inkMk id="39" creationId="{64661D53-527B-DD72-0DD5-2C2ED422F060}"/>
          </ac:inkMkLst>
        </pc:inkChg>
        <pc:inkChg chg="add">
          <ac:chgData name="Toran Shahi" userId="9e80e87edecd0726" providerId="Windows Live" clId="Web-{DBD56B44-D5A3-2DD9-BAEA-D91ECCB18988}" dt="2026-06-03T00:22:44.008" v="18"/>
          <ac:inkMkLst>
            <pc:docMk/>
            <pc:sldMk cId="2178007281" sldId="272"/>
            <ac:inkMk id="40" creationId="{D7CF1A12-DC7C-73FF-7809-EF16EB94D460}"/>
          </ac:inkMkLst>
        </pc:inkChg>
        <pc:inkChg chg="add del">
          <ac:chgData name="Toran Shahi" userId="9e80e87edecd0726" providerId="Windows Live" clId="Web-{DBD56B44-D5A3-2DD9-BAEA-D91ECCB18988}" dt="2026-06-03T00:22:53.071" v="25"/>
          <ac:inkMkLst>
            <pc:docMk/>
            <pc:sldMk cId="2178007281" sldId="272"/>
            <ac:inkMk id="41" creationId="{CBB288DA-A785-59BA-49A2-50971662C0D0}"/>
          </ac:inkMkLst>
        </pc:inkChg>
        <pc:inkChg chg="add">
          <ac:chgData name="Toran Shahi" userId="9e80e87edecd0726" providerId="Windows Live" clId="Web-{DBD56B44-D5A3-2DD9-BAEA-D91ECCB18988}" dt="2026-06-03T00:22:52.133" v="24"/>
          <ac:inkMkLst>
            <pc:docMk/>
            <pc:sldMk cId="2178007281" sldId="272"/>
            <ac:inkMk id="42" creationId="{75E5895B-76DD-19F1-1A6D-37B85BCE1261}"/>
          </ac:inkMkLst>
        </pc:inkChg>
        <pc:inkChg chg="add del">
          <ac:chgData name="Toran Shahi" userId="9e80e87edecd0726" providerId="Windows Live" clId="Web-{DBD56B44-D5A3-2DD9-BAEA-D91ECCB18988}" dt="2026-06-03T00:25:08.356" v="34"/>
          <ac:inkMkLst>
            <pc:docMk/>
            <pc:sldMk cId="2178007281" sldId="272"/>
            <ac:inkMk id="43" creationId="{AE814555-D292-20EB-18DE-7CBA3B8C58D7}"/>
          </ac:inkMkLst>
        </pc:inkChg>
        <pc:inkChg chg="add del">
          <ac:chgData name="Toran Shahi" userId="9e80e87edecd0726" providerId="Windows Live" clId="Web-{DBD56B44-D5A3-2DD9-BAEA-D91ECCB18988}" dt="2026-06-03T00:23:53.854" v="29"/>
          <ac:inkMkLst>
            <pc:docMk/>
            <pc:sldMk cId="2178007281" sldId="272"/>
            <ac:inkMk id="44" creationId="{56D477A0-7BEB-092A-2DE5-704447F42B66}"/>
          </ac:inkMkLst>
        </pc:inkChg>
        <pc:inkChg chg="add">
          <ac:chgData name="Toran Shahi" userId="9e80e87edecd0726" providerId="Windows Live" clId="Web-{DBD56B44-D5A3-2DD9-BAEA-D91ECCB18988}" dt="2026-06-03T00:24:18.807" v="30"/>
          <ac:inkMkLst>
            <pc:docMk/>
            <pc:sldMk cId="2178007281" sldId="272"/>
            <ac:inkMk id="45" creationId="{50B81FBC-7340-261B-13CE-1DF346B07268}"/>
          </ac:inkMkLst>
        </pc:inkChg>
        <pc:inkChg chg="add">
          <ac:chgData name="Toran Shahi" userId="9e80e87edecd0726" providerId="Windows Live" clId="Web-{DBD56B44-D5A3-2DD9-BAEA-D91ECCB18988}" dt="2026-06-03T00:24:28.651" v="31"/>
          <ac:inkMkLst>
            <pc:docMk/>
            <pc:sldMk cId="2178007281" sldId="272"/>
            <ac:inkMk id="46" creationId="{AB848E82-EA7B-3C11-6693-066CD5AA28C0}"/>
          </ac:inkMkLst>
        </pc:inkChg>
        <pc:inkChg chg="add">
          <ac:chgData name="Toran Shahi" userId="9e80e87edecd0726" providerId="Windows Live" clId="Web-{DBD56B44-D5A3-2DD9-BAEA-D91ECCB18988}" dt="2026-06-03T00:24:33.792" v="32"/>
          <ac:inkMkLst>
            <pc:docMk/>
            <pc:sldMk cId="2178007281" sldId="272"/>
            <ac:inkMk id="47" creationId="{1EE51244-58B8-5C80-1A32-54C8E1051B41}"/>
          </ac:inkMkLst>
        </pc:inkChg>
        <pc:inkChg chg="add">
          <ac:chgData name="Toran Shahi" userId="9e80e87edecd0726" providerId="Windows Live" clId="Web-{DBD56B44-D5A3-2DD9-BAEA-D91ECCB18988}" dt="2026-06-03T00:26:03.373" v="36"/>
          <ac:inkMkLst>
            <pc:docMk/>
            <pc:sldMk cId="2178007281" sldId="272"/>
            <ac:inkMk id="48" creationId="{9EEDF14F-5316-A807-EA95-3F9323936CC0}"/>
          </ac:inkMkLst>
        </pc:inkChg>
        <pc:inkChg chg="add del">
          <ac:chgData name="Toran Shahi" userId="9e80e87edecd0726" providerId="Windows Live" clId="Web-{DBD56B44-D5A3-2DD9-BAEA-D91ECCB18988}" dt="2026-06-03T00:26:08.388" v="38"/>
          <ac:inkMkLst>
            <pc:docMk/>
            <pc:sldMk cId="2178007281" sldId="272"/>
            <ac:inkMk id="49" creationId="{283A316C-8F94-0BFA-224C-16FB09EE6908}"/>
          </ac:inkMkLst>
        </pc:inkChg>
        <pc:inkChg chg="add">
          <ac:chgData name="Toran Shahi" userId="9e80e87edecd0726" providerId="Windows Live" clId="Web-{DBD56B44-D5A3-2DD9-BAEA-D91ECCB18988}" dt="2026-06-03T00:26:16.639" v="39"/>
          <ac:inkMkLst>
            <pc:docMk/>
            <pc:sldMk cId="2178007281" sldId="272"/>
            <ac:inkMk id="51" creationId="{31EFC044-88BD-10FD-823D-6433B2334D55}"/>
          </ac:inkMkLst>
        </pc:inkChg>
        <pc:inkChg chg="add del">
          <ac:chgData name="Toran Shahi" userId="9e80e87edecd0726" providerId="Windows Live" clId="Web-{DBD56B44-D5A3-2DD9-BAEA-D91ECCB18988}" dt="2026-06-03T00:26:21.795" v="41"/>
          <ac:inkMkLst>
            <pc:docMk/>
            <pc:sldMk cId="2178007281" sldId="272"/>
            <ac:inkMk id="52" creationId="{A0A014ED-7BAC-546C-CA85-09689E19DE90}"/>
          </ac:inkMkLst>
        </pc:inkChg>
        <pc:inkChg chg="add">
          <ac:chgData name="Toran Shahi" userId="9e80e87edecd0726" providerId="Windows Live" clId="Web-{DBD56B44-D5A3-2DD9-BAEA-D91ECCB18988}" dt="2026-06-03T00:27:22.859" v="45"/>
          <ac:inkMkLst>
            <pc:docMk/>
            <pc:sldMk cId="2178007281" sldId="272"/>
            <ac:inkMk id="53" creationId="{DBBEE829-EE0B-22E3-7071-6695477C36C4}"/>
          </ac:inkMkLst>
        </pc:inkChg>
        <pc:inkChg chg="del">
          <ac:chgData name="Toran Shahi" userId="9e80e87edecd0726" providerId="Windows Live" clId="Web-{DBD56B44-D5A3-2DD9-BAEA-D91ECCB18988}" dt="2026-06-03T00:21:08.443" v="8"/>
          <ac:inkMkLst>
            <pc:docMk/>
            <pc:sldMk cId="2178007281" sldId="272"/>
            <ac:inkMk id="68" creationId="{76830BAB-1F7D-FED4-D304-239BD8084798}"/>
          </ac:inkMkLst>
        </pc:inkChg>
      </pc:sldChg>
      <pc:sldChg chg="modSp">
        <pc:chgData name="Toran Shahi" userId="9e80e87edecd0726" providerId="Windows Live" clId="Web-{DBD56B44-D5A3-2DD9-BAEA-D91ECCB18988}" dt="2026-06-03T07:26:10.278" v="1016" actId="20577"/>
        <pc:sldMkLst>
          <pc:docMk/>
          <pc:sldMk cId="2628299720" sldId="273"/>
        </pc:sldMkLst>
        <pc:spChg chg="mod">
          <ac:chgData name="Toran Shahi" userId="9e80e87edecd0726" providerId="Windows Live" clId="Web-{DBD56B44-D5A3-2DD9-BAEA-D91ECCB18988}" dt="2026-06-03T07:26:10.278" v="1016" actId="20577"/>
          <ac:spMkLst>
            <pc:docMk/>
            <pc:sldMk cId="2628299720" sldId="273"/>
            <ac:spMk id="2" creationId="{1FBC252A-B286-3FA6-840A-498286EEB856}"/>
          </ac:spMkLst>
        </pc:spChg>
        <pc:spChg chg="mod">
          <ac:chgData name="Toran Shahi" userId="9e80e87edecd0726" providerId="Windows Live" clId="Web-{DBD56B44-D5A3-2DD9-BAEA-D91ECCB18988}" dt="2026-06-03T02:21:15.760" v="571" actId="20577"/>
          <ac:spMkLst>
            <pc:docMk/>
            <pc:sldMk cId="2628299720" sldId="273"/>
            <ac:spMk id="3" creationId="{BFD172D3-248A-2768-56EA-2FBC1805CB4D}"/>
          </ac:spMkLst>
        </pc:spChg>
      </pc:sldChg>
      <pc:sldChg chg="modSp">
        <pc:chgData name="Toran Shahi" userId="9e80e87edecd0726" providerId="Windows Live" clId="Web-{DBD56B44-D5A3-2DD9-BAEA-D91ECCB18988}" dt="2026-06-03T07:26:14.528" v="1018" actId="20577"/>
        <pc:sldMkLst>
          <pc:docMk/>
          <pc:sldMk cId="2157760752" sldId="274"/>
        </pc:sldMkLst>
        <pc:spChg chg="mod">
          <ac:chgData name="Toran Shahi" userId="9e80e87edecd0726" providerId="Windows Live" clId="Web-{DBD56B44-D5A3-2DD9-BAEA-D91ECCB18988}" dt="2026-06-03T07:26:14.528" v="1018" actId="20577"/>
          <ac:spMkLst>
            <pc:docMk/>
            <pc:sldMk cId="2157760752" sldId="274"/>
            <ac:spMk id="2" creationId="{1A887062-D6F1-51E8-7F4B-5D511FE49FFA}"/>
          </ac:spMkLst>
        </pc:spChg>
      </pc:sldChg>
      <pc:sldChg chg="modSp modNotes">
        <pc:chgData name="Toran Shahi" userId="9e80e87edecd0726" providerId="Windows Live" clId="Web-{DBD56B44-D5A3-2DD9-BAEA-D91ECCB18988}" dt="2026-06-03T07:26:24.904" v="1022" actId="20577"/>
        <pc:sldMkLst>
          <pc:docMk/>
          <pc:sldMk cId="1053600440" sldId="275"/>
        </pc:sldMkLst>
        <pc:spChg chg="mod">
          <ac:chgData name="Toran Shahi" userId="9e80e87edecd0726" providerId="Windows Live" clId="Web-{DBD56B44-D5A3-2DD9-BAEA-D91ECCB18988}" dt="2026-06-03T07:26:24.904" v="1022" actId="20577"/>
          <ac:spMkLst>
            <pc:docMk/>
            <pc:sldMk cId="1053600440" sldId="275"/>
            <ac:spMk id="2" creationId="{CC33BD24-1F45-325C-8CDB-687D2D9904F7}"/>
          </ac:spMkLst>
        </pc:spChg>
        <pc:spChg chg="mod">
          <ac:chgData name="Toran Shahi" userId="9e80e87edecd0726" providerId="Windows Live" clId="Web-{DBD56B44-D5A3-2DD9-BAEA-D91ECCB18988}" dt="2026-06-03T02:31:56.967" v="771" actId="20577"/>
          <ac:spMkLst>
            <pc:docMk/>
            <pc:sldMk cId="1053600440" sldId="275"/>
            <ac:spMk id="3" creationId="{85B6841B-D96A-4ECD-3749-2057B3F9FA09}"/>
          </ac:spMkLst>
        </pc:spChg>
      </pc:sldChg>
      <pc:sldChg chg="addSp delSp modSp modNotes">
        <pc:chgData name="Toran Shahi" userId="9e80e87edecd0726" providerId="Windows Live" clId="Web-{DBD56B44-D5A3-2DD9-BAEA-D91ECCB18988}" dt="2026-06-03T07:26:20.216" v="1020" actId="20577"/>
        <pc:sldMkLst>
          <pc:docMk/>
          <pc:sldMk cId="2705385322" sldId="276"/>
        </pc:sldMkLst>
        <pc:spChg chg="mod">
          <ac:chgData name="Toran Shahi" userId="9e80e87edecd0726" providerId="Windows Live" clId="Web-{DBD56B44-D5A3-2DD9-BAEA-D91ECCB18988}" dt="2026-06-03T07:26:20.216" v="1020" actId="20577"/>
          <ac:spMkLst>
            <pc:docMk/>
            <pc:sldMk cId="2705385322" sldId="276"/>
            <ac:spMk id="2" creationId="{51CB61FE-4116-1132-28BF-FBC94B820A8E}"/>
          </ac:spMkLst>
        </pc:spChg>
        <pc:spChg chg="mod">
          <ac:chgData name="Toran Shahi" userId="9e80e87edecd0726" providerId="Windows Live" clId="Web-{DBD56B44-D5A3-2DD9-BAEA-D91ECCB18988}" dt="2026-06-03T02:28:19.550" v="749" actId="14100"/>
          <ac:spMkLst>
            <pc:docMk/>
            <pc:sldMk cId="2705385322" sldId="276"/>
            <ac:spMk id="3" creationId="{96481D04-C8EB-26CF-BDC5-3DC2E5B149E2}"/>
          </ac:spMkLst>
        </pc:spChg>
        <pc:inkChg chg="add del">
          <ac:chgData name="Toran Shahi" userId="9e80e87edecd0726" providerId="Windows Live" clId="Web-{DBD56B44-D5A3-2DD9-BAEA-D91ECCB18988}" dt="2026-06-03T00:30:06.004" v="51"/>
          <ac:inkMkLst>
            <pc:docMk/>
            <pc:sldMk cId="2705385322" sldId="276"/>
            <ac:inkMk id="4" creationId="{47D29DF1-4E96-1AC8-CB0E-B183ACA279EF}"/>
          </ac:inkMkLst>
        </pc:inkChg>
        <pc:inkChg chg="add del">
          <ac:chgData name="Toran Shahi" userId="9e80e87edecd0726" providerId="Windows Live" clId="Web-{DBD56B44-D5A3-2DD9-BAEA-D91ECCB18988}" dt="2026-06-03T00:30:03.473" v="50"/>
          <ac:inkMkLst>
            <pc:docMk/>
            <pc:sldMk cId="2705385322" sldId="276"/>
            <ac:inkMk id="5" creationId="{39C0E954-1BA6-4F7D-E954-F49CBF22DE80}"/>
          </ac:inkMkLst>
        </pc:inkChg>
        <pc:inkChg chg="add del">
          <ac:chgData name="Toran Shahi" userId="9e80e87edecd0726" providerId="Windows Live" clId="Web-{DBD56B44-D5A3-2DD9-BAEA-D91ECCB18988}" dt="2026-06-03T00:30:02.832" v="49"/>
          <ac:inkMkLst>
            <pc:docMk/>
            <pc:sldMk cId="2705385322" sldId="276"/>
            <ac:inkMk id="6" creationId="{2A03D2EA-0CC6-4960-E73E-8E582EE7C2D2}"/>
          </ac:inkMkLst>
        </pc:inkChg>
      </pc:sldChg>
      <pc:sldChg chg="modSp add replId">
        <pc:chgData name="Toran Shahi" userId="9e80e87edecd0726" providerId="Windows Live" clId="Web-{DBD56B44-D5A3-2DD9-BAEA-D91ECCB18988}" dt="2026-06-03T07:26:33.982" v="1026" actId="20577"/>
        <pc:sldMkLst>
          <pc:docMk/>
          <pc:sldMk cId="901190444" sldId="277"/>
        </pc:sldMkLst>
        <pc:spChg chg="mod">
          <ac:chgData name="Toran Shahi" userId="9e80e87edecd0726" providerId="Windows Live" clId="Web-{DBD56B44-D5A3-2DD9-BAEA-D91ECCB18988}" dt="2026-06-03T07:26:33.982" v="1026" actId="20577"/>
          <ac:spMkLst>
            <pc:docMk/>
            <pc:sldMk cId="901190444" sldId="277"/>
            <ac:spMk id="2" creationId="{94D4DBDE-6E10-2BD1-0D50-D3C993E5C423}"/>
          </ac:spMkLst>
        </pc:spChg>
        <pc:spChg chg="mod">
          <ac:chgData name="Toran Shahi" userId="9e80e87edecd0726" providerId="Windows Live" clId="Web-{DBD56B44-D5A3-2DD9-BAEA-D91ECCB18988}" dt="2026-06-03T02:44:04.906" v="1000" actId="20577"/>
          <ac:spMkLst>
            <pc:docMk/>
            <pc:sldMk cId="901190444" sldId="277"/>
            <ac:spMk id="3" creationId="{1B3EFD79-EC43-C512-9023-5608D7C7F05F}"/>
          </ac:spMkLst>
        </pc:spChg>
      </pc:sldChg>
      <pc:sldChg chg="modSp add ord replId">
        <pc:chgData name="Toran Shahi" userId="9e80e87edecd0726" providerId="Windows Live" clId="Web-{DBD56B44-D5A3-2DD9-BAEA-D91ECCB18988}" dt="2026-06-03T07:26:29.169" v="1024" actId="20577"/>
        <pc:sldMkLst>
          <pc:docMk/>
          <pc:sldMk cId="1689047379" sldId="278"/>
        </pc:sldMkLst>
        <pc:spChg chg="mod">
          <ac:chgData name="Toran Shahi" userId="9e80e87edecd0726" providerId="Windows Live" clId="Web-{DBD56B44-D5A3-2DD9-BAEA-D91ECCB18988}" dt="2026-06-03T07:26:29.169" v="1024" actId="20577"/>
          <ac:spMkLst>
            <pc:docMk/>
            <pc:sldMk cId="1689047379" sldId="278"/>
            <ac:spMk id="2" creationId="{D17DE757-7801-D47B-C4D4-714AEDD5E206}"/>
          </ac:spMkLst>
        </pc:spChg>
        <pc:spChg chg="mod">
          <ac:chgData name="Toran Shahi" userId="9e80e87edecd0726" providerId="Windows Live" clId="Web-{DBD56B44-D5A3-2DD9-BAEA-D91ECCB18988}" dt="2026-06-03T02:37:44.057" v="844" actId="20577"/>
          <ac:spMkLst>
            <pc:docMk/>
            <pc:sldMk cId="1689047379" sldId="278"/>
            <ac:spMk id="3" creationId="{040FE709-35B3-56DB-A14C-891F8956B7D8}"/>
          </ac:spMkLst>
        </pc:spChg>
      </pc:sldChg>
      <pc:sldChg chg="modSp add replId modNotes">
        <pc:chgData name="Toran Shahi" userId="9e80e87edecd0726" providerId="Windows Live" clId="Web-{DBD56B44-D5A3-2DD9-BAEA-D91ECCB18988}" dt="2026-06-03T08:36:08.698" v="2391" actId="20577"/>
        <pc:sldMkLst>
          <pc:docMk/>
          <pc:sldMk cId="2085887991" sldId="279"/>
        </pc:sldMkLst>
        <pc:spChg chg="mod">
          <ac:chgData name="Toran Shahi" userId="9e80e87edecd0726" providerId="Windows Live" clId="Web-{DBD56B44-D5A3-2DD9-BAEA-D91ECCB18988}" dt="2026-06-03T07:27:08.844" v="1033" actId="20577"/>
          <ac:spMkLst>
            <pc:docMk/>
            <pc:sldMk cId="2085887991" sldId="279"/>
            <ac:spMk id="2" creationId="{607D6865-8E73-8DC0-413C-E530D1C20747}"/>
          </ac:spMkLst>
        </pc:spChg>
        <pc:spChg chg="mod">
          <ac:chgData name="Toran Shahi" userId="9e80e87edecd0726" providerId="Windows Live" clId="Web-{DBD56B44-D5A3-2DD9-BAEA-D91ECCB18988}" dt="2026-06-03T08:36:08.698" v="2391" actId="20577"/>
          <ac:spMkLst>
            <pc:docMk/>
            <pc:sldMk cId="2085887991" sldId="279"/>
            <ac:spMk id="3" creationId="{86FA56E0-AFB8-2CD8-4F21-4555A458B6A1}"/>
          </ac:spMkLst>
        </pc:spChg>
      </pc:sldChg>
      <pc:sldChg chg="modSp add replId">
        <pc:chgData name="Toran Shahi" userId="9e80e87edecd0726" providerId="Windows Live" clId="Web-{DBD56B44-D5A3-2DD9-BAEA-D91ECCB18988}" dt="2026-06-03T08:11:45.177" v="2148" actId="20577"/>
        <pc:sldMkLst>
          <pc:docMk/>
          <pc:sldMk cId="1658215970" sldId="280"/>
        </pc:sldMkLst>
        <pc:spChg chg="mod">
          <ac:chgData name="Toran Shahi" userId="9e80e87edecd0726" providerId="Windows Live" clId="Web-{DBD56B44-D5A3-2DD9-BAEA-D91ECCB18988}" dt="2026-06-03T08:11:45.177" v="2148" actId="20577"/>
          <ac:spMkLst>
            <pc:docMk/>
            <pc:sldMk cId="1658215970" sldId="280"/>
            <ac:spMk id="3" creationId="{33E92BC7-C877-D7EF-572A-49C4723F74AE}"/>
          </ac:spMkLst>
        </pc:spChg>
      </pc:sldChg>
      <pc:sldChg chg="modSp add replId">
        <pc:chgData name="Toran Shahi" userId="9e80e87edecd0726" providerId="Windows Live" clId="Web-{DBD56B44-D5A3-2DD9-BAEA-D91ECCB18988}" dt="2026-06-03T07:46:09.140" v="1638" actId="20577"/>
        <pc:sldMkLst>
          <pc:docMk/>
          <pc:sldMk cId="2885137193" sldId="281"/>
        </pc:sldMkLst>
        <pc:spChg chg="mod">
          <ac:chgData name="Toran Shahi" userId="9e80e87edecd0726" providerId="Windows Live" clId="Web-{DBD56B44-D5A3-2DD9-BAEA-D91ECCB18988}" dt="2026-06-03T07:46:09.140" v="1638" actId="20577"/>
          <ac:spMkLst>
            <pc:docMk/>
            <pc:sldMk cId="2885137193" sldId="281"/>
            <ac:spMk id="3" creationId="{DC321D91-0B62-D1AF-18AD-378612B48C73}"/>
          </ac:spMkLst>
        </pc:spChg>
      </pc:sldChg>
      <pc:sldChg chg="modSp add replId">
        <pc:chgData name="Toran Shahi" userId="9e80e87edecd0726" providerId="Windows Live" clId="Web-{DBD56B44-D5A3-2DD9-BAEA-D91ECCB18988}" dt="2026-06-03T07:46:02.874" v="1636" actId="20577"/>
        <pc:sldMkLst>
          <pc:docMk/>
          <pc:sldMk cId="3631788354" sldId="282"/>
        </pc:sldMkLst>
        <pc:spChg chg="mod">
          <ac:chgData name="Toran Shahi" userId="9e80e87edecd0726" providerId="Windows Live" clId="Web-{DBD56B44-D5A3-2DD9-BAEA-D91ECCB18988}" dt="2026-06-03T07:46:02.874" v="1636" actId="20577"/>
          <ac:spMkLst>
            <pc:docMk/>
            <pc:sldMk cId="3631788354" sldId="282"/>
            <ac:spMk id="3" creationId="{80AFAF05-255D-3CA2-F3C6-6166EDE83E57}"/>
          </ac:spMkLst>
        </pc:spChg>
      </pc:sldChg>
    </pc:docChg>
  </pc:docChgLst>
  <pc:docChgLst>
    <pc:chgData name="Toran Shahi" userId="9e80e87edecd0726" providerId="Windows Live" clId="Web-{7E73457F-8CDE-5240-9E0F-955781DD133A}"/>
    <pc:docChg chg="addSld modSld sldOrd">
      <pc:chgData name="Toran Shahi" userId="9e80e87edecd0726" providerId="Windows Live" clId="Web-{7E73457F-8CDE-5240-9E0F-955781DD133A}" dt="2026-06-03T00:20:12.053" v="693"/>
      <pc:docMkLst>
        <pc:docMk/>
      </pc:docMkLst>
      <pc:sldChg chg="modSp">
        <pc:chgData name="Toran Shahi" userId="9e80e87edecd0726" providerId="Windows Live" clId="Web-{7E73457F-8CDE-5240-9E0F-955781DD133A}" dt="2026-06-03T00:12:07.624" v="636" actId="20577"/>
        <pc:sldMkLst>
          <pc:docMk/>
          <pc:sldMk cId="4125237036" sldId="271"/>
        </pc:sldMkLst>
        <pc:spChg chg="mod">
          <ac:chgData name="Toran Shahi" userId="9e80e87edecd0726" providerId="Windows Live" clId="Web-{7E73457F-8CDE-5240-9E0F-955781DD133A}" dt="2026-06-03T00:12:07.624" v="636" actId="20577"/>
          <ac:spMkLst>
            <pc:docMk/>
            <pc:sldMk cId="4125237036" sldId="271"/>
            <ac:spMk id="3" creationId="{75D1C396-B730-2A83-6F66-896343BBFCB3}"/>
          </ac:spMkLst>
        </pc:spChg>
      </pc:sldChg>
      <pc:sldChg chg="addSp delSp modSp">
        <pc:chgData name="Toran Shahi" userId="9e80e87edecd0726" providerId="Windows Live" clId="Web-{7E73457F-8CDE-5240-9E0F-955781DD133A}" dt="2026-06-03T00:20:12.053" v="693"/>
        <pc:sldMkLst>
          <pc:docMk/>
          <pc:sldMk cId="2178007281" sldId="272"/>
        </pc:sldMkLst>
        <pc:spChg chg="mod">
          <ac:chgData name="Toran Shahi" userId="9e80e87edecd0726" providerId="Windows Live" clId="Web-{7E73457F-8CDE-5240-9E0F-955781DD133A}" dt="2026-06-03T00:17:48.737" v="668" actId="14100"/>
          <ac:spMkLst>
            <pc:docMk/>
            <pc:sldMk cId="2178007281" sldId="272"/>
            <ac:spMk id="3" creationId="{88830A99-088C-63B3-8507-CBC81347E9C1}"/>
          </ac:spMkLst>
        </pc:spChg>
        <pc:spChg chg="mod">
          <ac:chgData name="Toran Shahi" userId="9e80e87edecd0726" providerId="Windows Live" clId="Web-{7E73457F-8CDE-5240-9E0F-955781DD133A}" dt="2026-06-03T00:16:39.750" v="662" actId="1076"/>
          <ac:spMkLst>
            <pc:docMk/>
            <pc:sldMk cId="2178007281" sldId="272"/>
            <ac:spMk id="62" creationId="{E8D26EF2-234C-5044-B476-83D436AB64D4}"/>
          </ac:spMkLst>
        </pc:spChg>
        <pc:grpChg chg="mod">
          <ac:chgData name="Toran Shahi" userId="9e80e87edecd0726" providerId="Windows Live" clId="Web-{7E73457F-8CDE-5240-9E0F-955781DD133A}" dt="2026-06-03T00:17:38.533" v="667" actId="1076"/>
          <ac:grpSpMkLst>
            <pc:docMk/>
            <pc:sldMk cId="2178007281" sldId="272"/>
            <ac:grpSpMk id="5" creationId="{5163BB8E-4CE7-250C-08A1-9038F6093ACC}"/>
          </ac:grpSpMkLst>
        </pc:grpChg>
        <pc:grpChg chg="mod">
          <ac:chgData name="Toran Shahi" userId="9e80e87edecd0726" providerId="Windows Live" clId="Web-{7E73457F-8CDE-5240-9E0F-955781DD133A}" dt="2026-06-03T00:17:23.486" v="666" actId="1076"/>
          <ac:grpSpMkLst>
            <pc:docMk/>
            <pc:sldMk cId="2178007281" sldId="272"/>
            <ac:grpSpMk id="6" creationId="{3CC87444-F910-0CC3-5CCF-C1E9C82A8FCF}"/>
          </ac:grpSpMkLst>
        </pc:grpChg>
        <pc:grpChg chg="mod">
          <ac:chgData name="Toran Shahi" userId="9e80e87edecd0726" providerId="Windows Live" clId="Web-{7E73457F-8CDE-5240-9E0F-955781DD133A}" dt="2026-06-03T00:15:00.542" v="653" actId="1076"/>
          <ac:grpSpMkLst>
            <pc:docMk/>
            <pc:sldMk cId="2178007281" sldId="272"/>
            <ac:grpSpMk id="8" creationId="{FC057C45-DBD8-A63A-8005-2F31FC06051B}"/>
          </ac:grpSpMkLst>
        </pc:grpChg>
        <pc:inkChg chg="add del">
          <ac:chgData name="Toran Shahi" userId="9e80e87edecd0726" providerId="Windows Live" clId="Web-{7E73457F-8CDE-5240-9E0F-955781DD133A}" dt="2026-06-03T00:19:19.114" v="675"/>
          <ac:inkMkLst>
            <pc:docMk/>
            <pc:sldMk cId="2178007281" sldId="272"/>
            <ac:inkMk id="9" creationId="{566E910A-BDC0-9804-145C-18667BA4BBA2}"/>
          </ac:inkMkLst>
        </pc:inkChg>
        <pc:inkChg chg="add">
          <ac:chgData name="Toran Shahi" userId="9e80e87edecd0726" providerId="Windows Live" clId="Web-{7E73457F-8CDE-5240-9E0F-955781DD133A}" dt="2026-06-03T00:19:14.943" v="671"/>
          <ac:inkMkLst>
            <pc:docMk/>
            <pc:sldMk cId="2178007281" sldId="272"/>
            <ac:inkMk id="10" creationId="{AE935645-F530-83DC-0474-9309A8627B7D}"/>
          </ac:inkMkLst>
        </pc:inkChg>
        <pc:inkChg chg="add del">
          <ac:chgData name="Toran Shahi" userId="9e80e87edecd0726" providerId="Windows Live" clId="Web-{7E73457F-8CDE-5240-9E0F-955781DD133A}" dt="2026-06-03T00:19:24.662" v="686"/>
          <ac:inkMkLst>
            <pc:docMk/>
            <pc:sldMk cId="2178007281" sldId="272"/>
            <ac:inkMk id="11" creationId="{98B4F754-BC69-DDBE-B02B-3B7B376155F0}"/>
          </ac:inkMkLst>
        </pc:inkChg>
        <pc:inkChg chg="add">
          <ac:chgData name="Toran Shahi" userId="9e80e87edecd0726" providerId="Windows Live" clId="Web-{7E73457F-8CDE-5240-9E0F-955781DD133A}" dt="2026-06-03T00:19:14.958" v="673"/>
          <ac:inkMkLst>
            <pc:docMk/>
            <pc:sldMk cId="2178007281" sldId="272"/>
            <ac:inkMk id="12" creationId="{5613FE18-D264-E31C-1128-53CE18757604}"/>
          </ac:inkMkLst>
        </pc:inkChg>
        <pc:inkChg chg="add del">
          <ac:chgData name="Toran Shahi" userId="9e80e87edecd0726" providerId="Windows Live" clId="Web-{7E73457F-8CDE-5240-9E0F-955781DD133A}" dt="2026-06-03T00:19:24.662" v="685"/>
          <ac:inkMkLst>
            <pc:docMk/>
            <pc:sldMk cId="2178007281" sldId="272"/>
            <ac:inkMk id="20" creationId="{96D14BA2-B111-940D-0A5E-574EAD559D47}"/>
          </ac:inkMkLst>
        </pc:inkChg>
        <pc:inkChg chg="del mod">
          <ac:chgData name="Toran Shahi" userId="9e80e87edecd0726" providerId="Windows Live" clId="Web-{7E73457F-8CDE-5240-9E0F-955781DD133A}" dt="2026-06-03T00:17:13.236" v="665"/>
          <ac:inkMkLst>
            <pc:docMk/>
            <pc:sldMk cId="2178007281" sldId="272"/>
            <ac:inkMk id="21" creationId="{CE42E16A-2B6D-CCD4-5464-4CC97E963D5E}"/>
          </ac:inkMkLst>
        </pc:inkChg>
        <pc:inkChg chg="add del">
          <ac:chgData name="Toran Shahi" userId="9e80e87edecd0726" providerId="Windows Live" clId="Web-{7E73457F-8CDE-5240-9E0F-955781DD133A}" dt="2026-06-03T00:19:24.662" v="684"/>
          <ac:inkMkLst>
            <pc:docMk/>
            <pc:sldMk cId="2178007281" sldId="272"/>
            <ac:inkMk id="24" creationId="{CABB983D-2821-255F-99E4-31F0757891BF}"/>
          </ac:inkMkLst>
        </pc:inkChg>
        <pc:inkChg chg="add del">
          <ac:chgData name="Toran Shahi" userId="9e80e87edecd0726" providerId="Windows Live" clId="Web-{7E73457F-8CDE-5240-9E0F-955781DD133A}" dt="2026-06-03T00:19:24.646" v="683"/>
          <ac:inkMkLst>
            <pc:docMk/>
            <pc:sldMk cId="2178007281" sldId="272"/>
            <ac:inkMk id="25" creationId="{BFCD31D6-9684-0B50-9DED-5E06C3E7078C}"/>
          </ac:inkMkLst>
        </pc:inkChg>
        <pc:inkChg chg="add del">
          <ac:chgData name="Toran Shahi" userId="9e80e87edecd0726" providerId="Windows Live" clId="Web-{7E73457F-8CDE-5240-9E0F-955781DD133A}" dt="2026-06-03T00:20:12.053" v="693"/>
          <ac:inkMkLst>
            <pc:docMk/>
            <pc:sldMk cId="2178007281" sldId="272"/>
            <ac:inkMk id="26" creationId="{FC2B1B11-C457-7925-CF4E-37175A081303}"/>
          </ac:inkMkLst>
        </pc:inkChg>
        <pc:inkChg chg="del mod">
          <ac:chgData name="Toran Shahi" userId="9e80e87edecd0726" providerId="Windows Live" clId="Web-{7E73457F-8CDE-5240-9E0F-955781DD133A}" dt="2026-06-03T00:18:27.004" v="669"/>
          <ac:inkMkLst>
            <pc:docMk/>
            <pc:sldMk cId="2178007281" sldId="272"/>
            <ac:inkMk id="30" creationId="{47157A60-D07E-07EF-E950-902AE287A73B}"/>
          </ac:inkMkLst>
        </pc:inkChg>
        <pc:inkChg chg="add del">
          <ac:chgData name="Toran Shahi" userId="9e80e87edecd0726" providerId="Windows Live" clId="Web-{7E73457F-8CDE-5240-9E0F-955781DD133A}" dt="2026-06-03T00:20:12.053" v="692"/>
          <ac:inkMkLst>
            <pc:docMk/>
            <pc:sldMk cId="2178007281" sldId="272"/>
            <ac:inkMk id="33" creationId="{FA154EDD-A7CE-C9C8-6340-104DCF0FA2D8}"/>
          </ac:inkMkLst>
        </pc:inkChg>
        <pc:inkChg chg="add">
          <ac:chgData name="Toran Shahi" userId="9e80e87edecd0726" providerId="Windows Live" clId="Web-{7E73457F-8CDE-5240-9E0F-955781DD133A}" dt="2026-06-03T00:19:39.037" v="687"/>
          <ac:inkMkLst>
            <pc:docMk/>
            <pc:sldMk cId="2178007281" sldId="272"/>
            <ac:inkMk id="36" creationId="{9BAFB902-E1C6-C5B2-A55B-8B6DAF50D32B}"/>
          </ac:inkMkLst>
        </pc:inkChg>
        <pc:inkChg chg="del">
          <ac:chgData name="Toran Shahi" userId="9e80e87edecd0726" providerId="Windows Live" clId="Web-{7E73457F-8CDE-5240-9E0F-955781DD133A}" dt="2026-06-03T00:15:27.012" v="655"/>
          <ac:inkMkLst>
            <pc:docMk/>
            <pc:sldMk cId="2178007281" sldId="272"/>
            <ac:inkMk id="37" creationId="{5E89CE91-3A9D-0FD8-924A-06112F808EBC}"/>
          </ac:inkMkLst>
        </pc:inkChg>
        <pc:inkChg chg="del">
          <ac:chgData name="Toran Shahi" userId="9e80e87edecd0726" providerId="Windows Live" clId="Web-{7E73457F-8CDE-5240-9E0F-955781DD133A}" dt="2026-06-03T00:19:19.146" v="678"/>
          <ac:inkMkLst>
            <pc:docMk/>
            <pc:sldMk cId="2178007281" sldId="272"/>
            <ac:inkMk id="39" creationId="{BE4E35EE-0FD2-33DE-81E4-62F51664FE0E}"/>
          </ac:inkMkLst>
        </pc:inkChg>
        <pc:inkChg chg="del mod">
          <ac:chgData name="Toran Shahi" userId="9e80e87edecd0726" providerId="Windows Live" clId="Web-{7E73457F-8CDE-5240-9E0F-955781DD133A}" dt="2026-06-03T00:19:19.114" v="676"/>
          <ac:inkMkLst>
            <pc:docMk/>
            <pc:sldMk cId="2178007281" sldId="272"/>
            <ac:inkMk id="40" creationId="{9042145E-A4F9-FB73-CA31-91D83CF3D689}"/>
          </ac:inkMkLst>
        </pc:inkChg>
        <pc:inkChg chg="del">
          <ac:chgData name="Toran Shahi" userId="9e80e87edecd0726" providerId="Windows Live" clId="Web-{7E73457F-8CDE-5240-9E0F-955781DD133A}" dt="2026-06-03T00:19:19.114" v="677"/>
          <ac:inkMkLst>
            <pc:docMk/>
            <pc:sldMk cId="2178007281" sldId="272"/>
            <ac:inkMk id="41" creationId="{3A55EFA5-9563-B72F-8F4D-FC8AB6B00A7F}"/>
          </ac:inkMkLst>
        </pc:inkChg>
        <pc:inkChg chg="add del">
          <ac:chgData name="Toran Shahi" userId="9e80e87edecd0726" providerId="Windows Live" clId="Web-{7E73457F-8CDE-5240-9E0F-955781DD133A}" dt="2026-06-03T00:19:52.256" v="689"/>
          <ac:inkMkLst>
            <pc:docMk/>
            <pc:sldMk cId="2178007281" sldId="272"/>
            <ac:inkMk id="42" creationId="{DE901976-B9E8-19D4-DAFF-CF6C933A1BDB}"/>
          </ac:inkMkLst>
        </pc:inkChg>
        <pc:inkChg chg="add del">
          <ac:chgData name="Toran Shahi" userId="9e80e87edecd0726" providerId="Windows Live" clId="Web-{7E73457F-8CDE-5240-9E0F-955781DD133A}" dt="2026-06-03T00:20:02.319" v="691"/>
          <ac:inkMkLst>
            <pc:docMk/>
            <pc:sldMk cId="2178007281" sldId="272"/>
            <ac:inkMk id="43" creationId="{B4654572-6F37-95E5-D324-3C003EF380C8}"/>
          </ac:inkMkLst>
        </pc:inkChg>
      </pc:sldChg>
      <pc:sldChg chg="delSp modSp modNotes">
        <pc:chgData name="Toran Shahi" userId="9e80e87edecd0726" providerId="Windows Live" clId="Web-{7E73457F-8CDE-5240-9E0F-955781DD133A}" dt="2026-06-03T00:09:00.800" v="568" actId="14100"/>
        <pc:sldMkLst>
          <pc:docMk/>
          <pc:sldMk cId="2628299720" sldId="273"/>
        </pc:sldMkLst>
        <pc:spChg chg="mod">
          <ac:chgData name="Toran Shahi" userId="9e80e87edecd0726" providerId="Windows Live" clId="Web-{7E73457F-8CDE-5240-9E0F-955781DD133A}" dt="2026-06-03T00:09:00.800" v="568" actId="14100"/>
          <ac:spMkLst>
            <pc:docMk/>
            <pc:sldMk cId="2628299720" sldId="273"/>
            <ac:spMk id="3" creationId="{BFD172D3-248A-2768-56EA-2FBC1805CB4D}"/>
          </ac:spMkLst>
        </pc:spChg>
      </pc:sldChg>
      <pc:sldChg chg="modSp add replId">
        <pc:chgData name="Toran Shahi" userId="9e80e87edecd0726" providerId="Windows Live" clId="Web-{7E73457F-8CDE-5240-9E0F-955781DD133A}" dt="2026-06-03T00:09:02.613" v="569" actId="14100"/>
        <pc:sldMkLst>
          <pc:docMk/>
          <pc:sldMk cId="2157760752" sldId="274"/>
        </pc:sldMkLst>
        <pc:spChg chg="mod">
          <ac:chgData name="Toran Shahi" userId="9e80e87edecd0726" providerId="Windows Live" clId="Web-{7E73457F-8CDE-5240-9E0F-955781DD133A}" dt="2026-06-03T00:09:02.613" v="569" actId="14100"/>
          <ac:spMkLst>
            <pc:docMk/>
            <pc:sldMk cId="2157760752" sldId="274"/>
            <ac:spMk id="3" creationId="{B6E282F0-BCC2-40F9-7F71-BC6AD1F96012}"/>
          </ac:spMkLst>
        </pc:spChg>
      </pc:sldChg>
      <pc:sldChg chg="modSp add replId">
        <pc:chgData name="Toran Shahi" userId="9e80e87edecd0726" providerId="Windows Live" clId="Web-{7E73457F-8CDE-5240-9E0F-955781DD133A}" dt="2026-06-03T00:05:28.297" v="538" actId="14100"/>
        <pc:sldMkLst>
          <pc:docMk/>
          <pc:sldMk cId="1053600440" sldId="275"/>
        </pc:sldMkLst>
        <pc:spChg chg="mod">
          <ac:chgData name="Toran Shahi" userId="9e80e87edecd0726" providerId="Windows Live" clId="Web-{7E73457F-8CDE-5240-9E0F-955781DD133A}" dt="2026-06-03T00:05:28.297" v="538" actId="14100"/>
          <ac:spMkLst>
            <pc:docMk/>
            <pc:sldMk cId="1053600440" sldId="275"/>
            <ac:spMk id="3" creationId="{85B6841B-D96A-4ECD-3749-2057B3F9FA09}"/>
          </ac:spMkLst>
        </pc:spChg>
      </pc:sldChg>
      <pc:sldChg chg="modSp add ord replId">
        <pc:chgData name="Toran Shahi" userId="9e80e87edecd0726" providerId="Windows Live" clId="Web-{7E73457F-8CDE-5240-9E0F-955781DD133A}" dt="2026-06-03T00:05:49.641" v="542" actId="14100"/>
        <pc:sldMkLst>
          <pc:docMk/>
          <pc:sldMk cId="2705385322" sldId="276"/>
        </pc:sldMkLst>
        <pc:spChg chg="mod">
          <ac:chgData name="Toran Shahi" userId="9e80e87edecd0726" providerId="Windows Live" clId="Web-{7E73457F-8CDE-5240-9E0F-955781DD133A}" dt="2026-06-03T00:05:49.641" v="542" actId="14100"/>
          <ac:spMkLst>
            <pc:docMk/>
            <pc:sldMk cId="2705385322" sldId="276"/>
            <ac:spMk id="3" creationId="{96481D04-C8EB-26CF-BDC5-3DC2E5B149E2}"/>
          </ac:spMkLst>
        </pc:spChg>
      </pc:sldChg>
    </pc:docChg>
  </pc:docChgLst>
  <pc:docChgLst>
    <pc:chgData name="Toran Shahi" userId="9e80e87edecd0726" providerId="Windows Live" clId="Web-{4E954056-E758-1B5A-EA8D-8B28B28B7380}"/>
    <pc:docChg chg="addSld delSld modSld">
      <pc:chgData name="Toran Shahi" userId="9e80e87edecd0726" providerId="Windows Live" clId="Web-{4E954056-E758-1B5A-EA8D-8B28B28B7380}" dt="2026-05-29T22:26:03.477" v="1467" actId="20577"/>
      <pc:docMkLst>
        <pc:docMk/>
      </pc:docMkLst>
      <pc:sldChg chg="modSp add">
        <pc:chgData name="Toran Shahi" userId="9e80e87edecd0726" providerId="Windows Live" clId="Web-{4E954056-E758-1B5A-EA8D-8B28B28B7380}" dt="2026-05-28T23:46:33.460" v="210" actId="20577"/>
        <pc:sldMkLst>
          <pc:docMk/>
          <pc:sldMk cId="1516740404" sldId="258"/>
        </pc:sldMkLst>
        <pc:spChg chg="mod">
          <ac:chgData name="Toran Shahi" userId="9e80e87edecd0726" providerId="Windows Live" clId="Web-{4E954056-E758-1B5A-EA8D-8B28B28B7380}" dt="2026-05-28T23:41:04.351" v="38" actId="20577"/>
          <ac:spMkLst>
            <pc:docMk/>
            <pc:sldMk cId="1516740404" sldId="258"/>
            <ac:spMk id="2" creationId="{8254306B-2FA9-DBD0-4879-2F0F9F640255}"/>
          </ac:spMkLst>
        </pc:spChg>
        <pc:spChg chg="mod">
          <ac:chgData name="Toran Shahi" userId="9e80e87edecd0726" providerId="Windows Live" clId="Web-{4E954056-E758-1B5A-EA8D-8B28B28B7380}" dt="2026-05-28T23:46:33.460" v="210" actId="20577"/>
          <ac:spMkLst>
            <pc:docMk/>
            <pc:sldMk cId="1516740404" sldId="258"/>
            <ac:spMk id="3" creationId="{19642708-C46C-0C1F-6CBC-B422CA064D0D}"/>
          </ac:spMkLst>
        </pc:spChg>
      </pc:sldChg>
      <pc:sldChg chg="modSp add">
        <pc:chgData name="Toran Shahi" userId="9e80e87edecd0726" providerId="Windows Live" clId="Web-{4E954056-E758-1B5A-EA8D-8B28B28B7380}" dt="2026-05-28T23:40:38.991" v="27" actId="20577"/>
        <pc:sldMkLst>
          <pc:docMk/>
          <pc:sldMk cId="2028896172" sldId="264"/>
        </pc:sldMkLst>
        <pc:spChg chg="mod">
          <ac:chgData name="Toran Shahi" userId="9e80e87edecd0726" providerId="Windows Live" clId="Web-{4E954056-E758-1B5A-EA8D-8B28B28B7380}" dt="2026-05-28T23:40:05.425" v="19" actId="20577"/>
          <ac:spMkLst>
            <pc:docMk/>
            <pc:sldMk cId="2028896172" sldId="264"/>
            <ac:spMk id="2" creationId="{C57AAFDA-F4A5-D0EE-C884-F2F4D1C46CBA}"/>
          </ac:spMkLst>
        </pc:spChg>
        <pc:spChg chg="mod">
          <ac:chgData name="Toran Shahi" userId="9e80e87edecd0726" providerId="Windows Live" clId="Web-{4E954056-E758-1B5A-EA8D-8B28B28B7380}" dt="2026-05-28T23:40:38.991" v="27" actId="20577"/>
          <ac:spMkLst>
            <pc:docMk/>
            <pc:sldMk cId="2028896172" sldId="264"/>
            <ac:spMk id="3" creationId="{EF11D623-E612-AE09-C358-96D356FF3BF3}"/>
          </ac:spMkLst>
        </pc:spChg>
      </pc:sldChg>
      <pc:sldChg chg="addSp modSp add replId">
        <pc:chgData name="Toran Shahi" userId="9e80e87edecd0726" providerId="Windows Live" clId="Web-{4E954056-E758-1B5A-EA8D-8B28B28B7380}" dt="2026-05-29T22:26:03.477" v="1467" actId="20577"/>
        <pc:sldMkLst>
          <pc:docMk/>
          <pc:sldMk cId="3520865283" sldId="265"/>
        </pc:sldMkLst>
        <pc:spChg chg="mod">
          <ac:chgData name="Toran Shahi" userId="9e80e87edecd0726" providerId="Windows Live" clId="Web-{4E954056-E758-1B5A-EA8D-8B28B28B7380}" dt="2026-05-29T00:09:50.262" v="708" actId="14100"/>
          <ac:spMkLst>
            <pc:docMk/>
            <pc:sldMk cId="3520865283" sldId="265"/>
            <ac:spMk id="3" creationId="{72AD6AB5-E87E-4D11-86D5-882C2ED96FCE}"/>
          </ac:spMkLst>
        </pc:spChg>
        <pc:spChg chg="add mod">
          <ac:chgData name="Toran Shahi" userId="9e80e87edecd0726" providerId="Windows Live" clId="Web-{4E954056-E758-1B5A-EA8D-8B28B28B7380}" dt="2026-05-29T22:26:03.477" v="1467" actId="20577"/>
          <ac:spMkLst>
            <pc:docMk/>
            <pc:sldMk cId="3520865283" sldId="265"/>
            <ac:spMk id="5" creationId="{FAF7A5A5-EC64-83B3-0E89-8ABCCA8E571C}"/>
          </ac:spMkLst>
        </pc:spChg>
        <pc:graphicFrameChg chg="add mod modGraphic">
          <ac:chgData name="Toran Shahi" userId="9e80e87edecd0726" providerId="Windows Live" clId="Web-{4E954056-E758-1B5A-EA8D-8B28B28B7380}" dt="2026-05-29T00:27:42.418" v="886"/>
          <ac:graphicFrameMkLst>
            <pc:docMk/>
            <pc:sldMk cId="3520865283" sldId="265"/>
            <ac:graphicFrameMk id="4" creationId="{33AB7159-B120-A7F3-7CC4-6962F4263AD1}"/>
          </ac:graphicFrameMkLst>
        </pc:graphicFrameChg>
      </pc:sldChg>
    </pc:docChg>
  </pc:docChgLst>
  <pc:docChgLst>
    <pc:chgData name="Toran Shahi" userId="9e80e87edecd0726" providerId="Windows Live" clId="Web-{536A15C7-35A6-8437-1261-D5B0BDC38E8F}"/>
    <pc:docChg chg="addSld modSld sldOrd">
      <pc:chgData name="Toran Shahi" userId="9e80e87edecd0726" providerId="Windows Live" clId="Web-{536A15C7-35A6-8437-1261-D5B0BDC38E8F}" dt="2026-06-02T10:35:42.978" v="2537" actId="20577"/>
      <pc:docMkLst>
        <pc:docMk/>
      </pc:docMkLst>
      <pc:sldChg chg="modSp">
        <pc:chgData name="Toran Shahi" userId="9e80e87edecd0726" providerId="Windows Live" clId="Web-{536A15C7-35A6-8437-1261-D5B0BDC38E8F}" dt="2026-06-02T10:28:32.793" v="2373" actId="20577"/>
        <pc:sldMkLst>
          <pc:docMk/>
          <pc:sldMk cId="2028896172" sldId="264"/>
        </pc:sldMkLst>
        <pc:spChg chg="mod">
          <ac:chgData name="Toran Shahi" userId="9e80e87edecd0726" providerId="Windows Live" clId="Web-{536A15C7-35A6-8437-1261-D5B0BDC38E8F}" dt="2026-06-02T10:28:32.793" v="2373" actId="20577"/>
          <ac:spMkLst>
            <pc:docMk/>
            <pc:sldMk cId="2028896172" sldId="264"/>
            <ac:spMk id="3" creationId="{EF11D623-E612-AE09-C358-96D356FF3BF3}"/>
          </ac:spMkLst>
        </pc:spChg>
      </pc:sldChg>
      <pc:sldChg chg="modNotes">
        <pc:chgData name="Toran Shahi" userId="9e80e87edecd0726" providerId="Windows Live" clId="Web-{536A15C7-35A6-8437-1261-D5B0BDC38E8F}" dt="2026-06-02T08:14:49.153" v="2264"/>
        <pc:sldMkLst>
          <pc:docMk/>
          <pc:sldMk cId="1565796198" sldId="266"/>
        </pc:sldMkLst>
      </pc:sldChg>
      <pc:sldChg chg="addSp delSp modSp ord">
        <pc:chgData name="Toran Shahi" userId="9e80e87edecd0726" providerId="Windows Live" clId="Web-{536A15C7-35A6-8437-1261-D5B0BDC38E8F}" dt="2026-06-02T05:44:50.853" v="1539" actId="20577"/>
        <pc:sldMkLst>
          <pc:docMk/>
          <pc:sldMk cId="3584275452" sldId="268"/>
        </pc:sldMkLst>
        <pc:spChg chg="mod">
          <ac:chgData name="Toran Shahi" userId="9e80e87edecd0726" providerId="Windows Live" clId="Web-{536A15C7-35A6-8437-1261-D5B0BDC38E8F}" dt="2026-06-02T05:44:50.853" v="1539" actId="20577"/>
          <ac:spMkLst>
            <pc:docMk/>
            <pc:sldMk cId="3584275452" sldId="268"/>
            <ac:spMk id="2" creationId="{FC0D6EF9-7EDB-461D-2099-E7926311E28B}"/>
          </ac:spMkLst>
        </pc:spChg>
        <pc:spChg chg="add mod">
          <ac:chgData name="Toran Shahi" userId="9e80e87edecd0726" providerId="Windows Live" clId="Web-{536A15C7-35A6-8437-1261-D5B0BDC38E8F}" dt="2026-06-01T22:29:42.857" v="779" actId="1076"/>
          <ac:spMkLst>
            <pc:docMk/>
            <pc:sldMk cId="3584275452" sldId="268"/>
            <ac:spMk id="5" creationId="{4B4472C4-A8EA-59F5-0EA7-E1FC461250E3}"/>
          </ac:spMkLst>
        </pc:spChg>
        <pc:spChg chg="add mod">
          <ac:chgData name="Toran Shahi" userId="9e80e87edecd0726" providerId="Windows Live" clId="Web-{536A15C7-35A6-8437-1261-D5B0BDC38E8F}" dt="2026-06-01T22:29:24.857" v="778" actId="1076"/>
          <ac:spMkLst>
            <pc:docMk/>
            <pc:sldMk cId="3584275452" sldId="268"/>
            <ac:spMk id="9" creationId="{AF6D8612-FA04-F212-E707-2048193CCDEF}"/>
          </ac:spMkLst>
        </pc:spChg>
        <pc:graphicFrameChg chg="add mod modGraphic">
          <ac:chgData name="Toran Shahi" userId="9e80e87edecd0726" providerId="Windows Live" clId="Web-{536A15C7-35A6-8437-1261-D5B0BDC38E8F}" dt="2026-06-01T22:29:19.825" v="777" actId="1076"/>
          <ac:graphicFrameMkLst>
            <pc:docMk/>
            <pc:sldMk cId="3584275452" sldId="268"/>
            <ac:graphicFrameMk id="6" creationId="{D6411C97-192D-4F9D-EC43-A6811DAABA9F}"/>
          </ac:graphicFrameMkLst>
        </pc:graphicFrameChg>
      </pc:sldChg>
      <pc:sldChg chg="modSp add replId modNotes">
        <pc:chgData name="Toran Shahi" userId="9e80e87edecd0726" providerId="Windows Live" clId="Web-{536A15C7-35A6-8437-1261-D5B0BDC38E8F}" dt="2026-06-02T08:15:24.014" v="2290"/>
        <pc:sldMkLst>
          <pc:docMk/>
          <pc:sldMk cId="3010866026" sldId="269"/>
        </pc:sldMkLst>
        <pc:spChg chg="mod">
          <ac:chgData name="Toran Shahi" userId="9e80e87edecd0726" providerId="Windows Live" clId="Web-{536A15C7-35A6-8437-1261-D5B0BDC38E8F}" dt="2026-06-02T05:44:58.665" v="1541" actId="20577"/>
          <ac:spMkLst>
            <pc:docMk/>
            <pc:sldMk cId="3010866026" sldId="269"/>
            <ac:spMk id="2" creationId="{4AA7932E-CC74-1EF4-19BF-C81B4AE2C009}"/>
          </ac:spMkLst>
        </pc:spChg>
        <pc:spChg chg="mod">
          <ac:chgData name="Toran Shahi" userId="9e80e87edecd0726" providerId="Windows Live" clId="Web-{536A15C7-35A6-8437-1261-D5B0BDC38E8F}" dt="2026-06-02T03:18:17.856" v="1132" actId="20577"/>
          <ac:spMkLst>
            <pc:docMk/>
            <pc:sldMk cId="3010866026" sldId="269"/>
            <ac:spMk id="3" creationId="{20932E80-68D1-2442-9D01-6E70492D5F37}"/>
          </ac:spMkLst>
        </pc:spChg>
      </pc:sldChg>
      <pc:sldChg chg="addSp modSp add replId">
        <pc:chgData name="Toran Shahi" userId="9e80e87edecd0726" providerId="Windows Live" clId="Web-{536A15C7-35A6-8437-1261-D5B0BDC38E8F}" dt="2026-06-02T05:45:03.634" v="1543" actId="20577"/>
        <pc:sldMkLst>
          <pc:docMk/>
          <pc:sldMk cId="1442694316" sldId="270"/>
        </pc:sldMkLst>
        <pc:spChg chg="mod">
          <ac:chgData name="Toran Shahi" userId="9e80e87edecd0726" providerId="Windows Live" clId="Web-{536A15C7-35A6-8437-1261-D5B0BDC38E8F}" dt="2026-06-02T05:45:03.634" v="1543" actId="20577"/>
          <ac:spMkLst>
            <pc:docMk/>
            <pc:sldMk cId="1442694316" sldId="270"/>
            <ac:spMk id="2" creationId="{E3D3AB72-9C79-66CD-13EF-F89035E70D03}"/>
          </ac:spMkLst>
        </pc:spChg>
        <pc:spChg chg="mod">
          <ac:chgData name="Toran Shahi" userId="9e80e87edecd0726" providerId="Windows Live" clId="Web-{536A15C7-35A6-8437-1261-D5B0BDC38E8F}" dt="2026-06-02T05:42:26.350" v="1538" actId="14100"/>
          <ac:spMkLst>
            <pc:docMk/>
            <pc:sldMk cId="1442694316" sldId="270"/>
            <ac:spMk id="3" creationId="{309272A0-0AF3-6515-48E0-0B32D054F129}"/>
          </ac:spMkLst>
        </pc:spChg>
        <pc:graphicFrameChg chg="add mod modGraphic">
          <ac:chgData name="Toran Shahi" userId="9e80e87edecd0726" providerId="Windows Live" clId="Web-{536A15C7-35A6-8437-1261-D5B0BDC38E8F}" dt="2026-06-02T05:42:11.990" v="1535" actId="1076"/>
          <ac:graphicFrameMkLst>
            <pc:docMk/>
            <pc:sldMk cId="1442694316" sldId="270"/>
            <ac:graphicFrameMk id="4" creationId="{37D8BC90-077C-1B2D-7A2D-681A1BDA047D}"/>
          </ac:graphicFrameMkLst>
        </pc:graphicFrameChg>
      </pc:sldChg>
      <pc:sldChg chg="delSp modSp add replId modNotes">
        <pc:chgData name="Toran Shahi" userId="9e80e87edecd0726" providerId="Windows Live" clId="Web-{536A15C7-35A6-8437-1261-D5B0BDC38E8F}" dt="2026-06-02T08:15:58.046" v="2329"/>
        <pc:sldMkLst>
          <pc:docMk/>
          <pc:sldMk cId="4125237036" sldId="271"/>
        </pc:sldMkLst>
        <pc:spChg chg="mod">
          <ac:chgData name="Toran Shahi" userId="9e80e87edecd0726" providerId="Windows Live" clId="Web-{536A15C7-35A6-8437-1261-D5B0BDC38E8F}" dt="2026-06-02T05:55:14.678" v="1787" actId="14100"/>
          <ac:spMkLst>
            <pc:docMk/>
            <pc:sldMk cId="4125237036" sldId="271"/>
            <ac:spMk id="3" creationId="{75D1C396-B730-2A83-6F66-896343BBFCB3}"/>
          </ac:spMkLst>
        </pc:spChg>
      </pc:sldChg>
      <pc:sldChg chg="addSp delSp modSp add replId modNotes">
        <pc:chgData name="Toran Shahi" userId="9e80e87edecd0726" providerId="Windows Live" clId="Web-{536A15C7-35A6-8437-1261-D5B0BDC38E8F}" dt="2026-06-02T10:32:49.764" v="2475" actId="1076"/>
        <pc:sldMkLst>
          <pc:docMk/>
          <pc:sldMk cId="2178007281" sldId="272"/>
        </pc:sldMkLst>
        <pc:spChg chg="mod">
          <ac:chgData name="Toran Shahi" userId="9e80e87edecd0726" providerId="Windows Live" clId="Web-{536A15C7-35A6-8437-1261-D5B0BDC38E8F}" dt="2026-06-02T07:18:08.490" v="1801" actId="20577"/>
          <ac:spMkLst>
            <pc:docMk/>
            <pc:sldMk cId="2178007281" sldId="272"/>
            <ac:spMk id="2" creationId="{6E06E77B-867C-2826-1492-24B3DF89AE90}"/>
          </ac:spMkLst>
        </pc:spChg>
        <pc:spChg chg="mod">
          <ac:chgData name="Toran Shahi" userId="9e80e87edecd0726" providerId="Windows Live" clId="Web-{536A15C7-35A6-8437-1261-D5B0BDC38E8F}" dt="2026-06-02T07:42:29.371" v="2249" actId="14100"/>
          <ac:spMkLst>
            <pc:docMk/>
            <pc:sldMk cId="2178007281" sldId="272"/>
            <ac:spMk id="3" creationId="{88830A99-088C-63B3-8507-CBC81347E9C1}"/>
          </ac:spMkLst>
        </pc:spChg>
        <pc:spChg chg="add mod">
          <ac:chgData name="Toran Shahi" userId="9e80e87edecd0726" providerId="Windows Live" clId="Web-{536A15C7-35A6-8437-1261-D5B0BDC38E8F}" dt="2026-06-02T07:37:16.021" v="2185" actId="14100"/>
          <ac:spMkLst>
            <pc:docMk/>
            <pc:sldMk cId="2178007281" sldId="272"/>
            <ac:spMk id="55" creationId="{CC196AB2-4529-2B3A-40AC-0E9C61001C04}"/>
          </ac:spMkLst>
        </pc:spChg>
        <pc:spChg chg="add mod">
          <ac:chgData name="Toran Shahi" userId="9e80e87edecd0726" providerId="Windows Live" clId="Web-{536A15C7-35A6-8437-1261-D5B0BDC38E8F}" dt="2026-06-02T07:40:06.706" v="2233" actId="1076"/>
          <ac:spMkLst>
            <pc:docMk/>
            <pc:sldMk cId="2178007281" sldId="272"/>
            <ac:spMk id="62" creationId="{E8D26EF2-234C-5044-B476-83D436AB64D4}"/>
          </ac:spMkLst>
        </pc:spChg>
        <pc:grpChg chg="add">
          <ac:chgData name="Toran Shahi" userId="9e80e87edecd0726" providerId="Windows Live" clId="Web-{536A15C7-35A6-8437-1261-D5B0BDC38E8F}" dt="2026-06-02T10:30:54.584" v="2466"/>
          <ac:grpSpMkLst>
            <pc:docMk/>
            <pc:sldMk cId="2178007281" sldId="272"/>
            <ac:grpSpMk id="4" creationId="{D9514ED5-7A2B-5449-3F52-8055CF3DEDE0}"/>
          </ac:grpSpMkLst>
        </pc:grpChg>
        <pc:grpChg chg="add">
          <ac:chgData name="Toran Shahi" userId="9e80e87edecd0726" providerId="Windows Live" clId="Web-{536A15C7-35A6-8437-1261-D5B0BDC38E8F}" dt="2026-06-02T10:31:11.570" v="2468"/>
          <ac:grpSpMkLst>
            <pc:docMk/>
            <pc:sldMk cId="2178007281" sldId="272"/>
            <ac:grpSpMk id="5" creationId="{5163BB8E-4CE7-250C-08A1-9038F6093ACC}"/>
          </ac:grpSpMkLst>
        </pc:grpChg>
        <pc:grpChg chg="add">
          <ac:chgData name="Toran Shahi" userId="9e80e87edecd0726" providerId="Windows Live" clId="Web-{536A15C7-35A6-8437-1261-D5B0BDC38E8F}" dt="2026-06-02T10:31:29.946" v="2469"/>
          <ac:grpSpMkLst>
            <pc:docMk/>
            <pc:sldMk cId="2178007281" sldId="272"/>
            <ac:grpSpMk id="6" creationId="{3CC87444-F910-0CC3-5CCF-C1E9C82A8FCF}"/>
          </ac:grpSpMkLst>
        </pc:grpChg>
        <pc:grpChg chg="add mod">
          <ac:chgData name="Toran Shahi" userId="9e80e87edecd0726" providerId="Windows Live" clId="Web-{536A15C7-35A6-8437-1261-D5B0BDC38E8F}" dt="2026-06-02T10:32:20.559" v="2472" actId="1076"/>
          <ac:grpSpMkLst>
            <pc:docMk/>
            <pc:sldMk cId="2178007281" sldId="272"/>
            <ac:grpSpMk id="7" creationId="{0D3FF8B7-F759-AF87-8046-ED105F63C683}"/>
          </ac:grpSpMkLst>
        </pc:grpChg>
        <pc:grpChg chg="add mod">
          <ac:chgData name="Toran Shahi" userId="9e80e87edecd0726" providerId="Windows Live" clId="Web-{536A15C7-35A6-8437-1261-D5B0BDC38E8F}" dt="2026-06-02T10:32:49.764" v="2475" actId="1076"/>
          <ac:grpSpMkLst>
            <pc:docMk/>
            <pc:sldMk cId="2178007281" sldId="272"/>
            <ac:grpSpMk id="8" creationId="{FC057C45-DBD8-A63A-8005-2F31FC06051B}"/>
          </ac:grpSpMkLst>
        </pc:grpChg>
        <pc:inkChg chg="add">
          <ac:chgData name="Toran Shahi" userId="9e80e87edecd0726" providerId="Windows Live" clId="Web-{536A15C7-35A6-8437-1261-D5B0BDC38E8F}" dt="2026-06-02T07:31:53.686" v="2122"/>
          <ac:inkMkLst>
            <pc:docMk/>
            <pc:sldMk cId="2178007281" sldId="272"/>
            <ac:inkMk id="16" creationId="{A14B62FB-0F07-6EC2-E556-44A551E5D230}"/>
          </ac:inkMkLst>
        </pc:inkChg>
        <pc:inkChg chg="add">
          <ac:chgData name="Toran Shahi" userId="9e80e87edecd0726" providerId="Windows Live" clId="Web-{536A15C7-35A6-8437-1261-D5B0BDC38E8F}" dt="2026-06-02T07:31:59.765" v="2123"/>
          <ac:inkMkLst>
            <pc:docMk/>
            <pc:sldMk cId="2178007281" sldId="272"/>
            <ac:inkMk id="17" creationId="{FEBC5477-0F6E-A4F5-3B6E-10978D6CAC7A}"/>
          </ac:inkMkLst>
        </pc:inkChg>
        <pc:inkChg chg="add">
          <ac:chgData name="Toran Shahi" userId="9e80e87edecd0726" providerId="Windows Live" clId="Web-{536A15C7-35A6-8437-1261-D5B0BDC38E8F}" dt="2026-06-02T07:32:05.749" v="2124"/>
          <ac:inkMkLst>
            <pc:docMk/>
            <pc:sldMk cId="2178007281" sldId="272"/>
            <ac:inkMk id="18" creationId="{1334017B-F9D0-6456-B2A0-9E7C5A519D64}"/>
          </ac:inkMkLst>
        </pc:inkChg>
        <pc:inkChg chg="add">
          <ac:chgData name="Toran Shahi" userId="9e80e87edecd0726" providerId="Windows Live" clId="Web-{536A15C7-35A6-8437-1261-D5B0BDC38E8F}" dt="2026-06-02T07:32:12.453" v="2125"/>
          <ac:inkMkLst>
            <pc:docMk/>
            <pc:sldMk cId="2178007281" sldId="272"/>
            <ac:inkMk id="19" creationId="{9764FC3A-8443-159E-FE2F-7A6A337D5ED0}"/>
          </ac:inkMkLst>
        </pc:inkChg>
        <pc:inkChg chg="add">
          <ac:chgData name="Toran Shahi" userId="9e80e87edecd0726" providerId="Windows Live" clId="Web-{536A15C7-35A6-8437-1261-D5B0BDC38E8F}" dt="2026-06-02T07:32:50.908" v="2129"/>
          <ac:inkMkLst>
            <pc:docMk/>
            <pc:sldMk cId="2178007281" sldId="272"/>
            <ac:inkMk id="22" creationId="{459953B8-8237-B275-46E2-21329BBC0791}"/>
          </ac:inkMkLst>
        </pc:inkChg>
        <pc:inkChg chg="add">
          <ac:chgData name="Toran Shahi" userId="9e80e87edecd0726" providerId="Windows Live" clId="Web-{536A15C7-35A6-8437-1261-D5B0BDC38E8F}" dt="2026-06-02T07:32:54.924" v="2130"/>
          <ac:inkMkLst>
            <pc:docMk/>
            <pc:sldMk cId="2178007281" sldId="272"/>
            <ac:inkMk id="23" creationId="{51161043-EF19-E925-C2CD-97DB94D97CAD}"/>
          </ac:inkMkLst>
        </pc:inkChg>
        <pc:inkChg chg="add">
          <ac:chgData name="Toran Shahi" userId="9e80e87edecd0726" providerId="Windows Live" clId="Web-{536A15C7-35A6-8437-1261-D5B0BDC38E8F}" dt="2026-06-02T07:33:09.628" v="2137"/>
          <ac:inkMkLst>
            <pc:docMk/>
            <pc:sldMk cId="2178007281" sldId="272"/>
            <ac:inkMk id="27" creationId="{4917BFC2-9B57-B7A0-0B84-21AE94B70B7B}"/>
          </ac:inkMkLst>
        </pc:inkChg>
        <pc:inkChg chg="add">
          <ac:chgData name="Toran Shahi" userId="9e80e87edecd0726" providerId="Windows Live" clId="Web-{536A15C7-35A6-8437-1261-D5B0BDC38E8F}" dt="2026-06-02T07:33:11.753" v="2138"/>
          <ac:inkMkLst>
            <pc:docMk/>
            <pc:sldMk cId="2178007281" sldId="272"/>
            <ac:inkMk id="28" creationId="{08659266-1F88-3C8D-A790-241D3C78B9E8}"/>
          </ac:inkMkLst>
        </pc:inkChg>
        <pc:inkChg chg="add">
          <ac:chgData name="Toran Shahi" userId="9e80e87edecd0726" providerId="Windows Live" clId="Web-{536A15C7-35A6-8437-1261-D5B0BDC38E8F}" dt="2026-06-02T07:33:16.504" v="2139"/>
          <ac:inkMkLst>
            <pc:docMk/>
            <pc:sldMk cId="2178007281" sldId="272"/>
            <ac:inkMk id="29" creationId="{790237C9-78D0-0EAF-C5CA-B0503A27CD5C}"/>
          </ac:inkMkLst>
        </pc:inkChg>
        <pc:inkChg chg="add">
          <ac:chgData name="Toran Shahi" userId="9e80e87edecd0726" providerId="Windows Live" clId="Web-{536A15C7-35A6-8437-1261-D5B0BDC38E8F}" dt="2026-06-02T07:33:38.989" v="2141"/>
          <ac:inkMkLst>
            <pc:docMk/>
            <pc:sldMk cId="2178007281" sldId="272"/>
            <ac:inkMk id="31" creationId="{48EE29FB-93ED-F368-EACB-F7A0D3EB5D20}"/>
          </ac:inkMkLst>
        </pc:inkChg>
        <pc:inkChg chg="add">
          <ac:chgData name="Toran Shahi" userId="9e80e87edecd0726" providerId="Windows Live" clId="Web-{536A15C7-35A6-8437-1261-D5B0BDC38E8F}" dt="2026-06-02T07:33:45.208" v="2142"/>
          <ac:inkMkLst>
            <pc:docMk/>
            <pc:sldMk cId="2178007281" sldId="272"/>
            <ac:inkMk id="32" creationId="{768EC233-DA5F-53D6-4D14-8E55E805278B}"/>
          </ac:inkMkLst>
        </pc:inkChg>
        <pc:inkChg chg="add">
          <ac:chgData name="Toran Shahi" userId="9e80e87edecd0726" providerId="Windows Live" clId="Web-{536A15C7-35A6-8437-1261-D5B0BDC38E8F}" dt="2026-06-02T07:34:19.523" v="2144"/>
          <ac:inkMkLst>
            <pc:docMk/>
            <pc:sldMk cId="2178007281" sldId="272"/>
            <ac:inkMk id="34" creationId="{8274784D-8108-C33C-C14A-C5764BE52ED2}"/>
          </ac:inkMkLst>
        </pc:inkChg>
        <pc:inkChg chg="add">
          <ac:chgData name="Toran Shahi" userId="9e80e87edecd0726" providerId="Windows Live" clId="Web-{536A15C7-35A6-8437-1261-D5B0BDC38E8F}" dt="2026-06-02T07:34:23.836" v="2145"/>
          <ac:inkMkLst>
            <pc:docMk/>
            <pc:sldMk cId="2178007281" sldId="272"/>
            <ac:inkMk id="35" creationId="{5C4C5E13-25A2-FF1D-83AE-A4B867F47AFE}"/>
          </ac:inkMkLst>
        </pc:inkChg>
        <pc:inkChg chg="add">
          <ac:chgData name="Toran Shahi" userId="9e80e87edecd0726" providerId="Windows Live" clId="Web-{536A15C7-35A6-8437-1261-D5B0BDC38E8F}" dt="2026-06-02T07:34:39.836" v="2148"/>
          <ac:inkMkLst>
            <pc:docMk/>
            <pc:sldMk cId="2178007281" sldId="272"/>
            <ac:inkMk id="38" creationId="{7615A50B-1BEC-16CB-55CB-366CD8C0F0CB}"/>
          </ac:inkMkLst>
        </pc:inkChg>
        <pc:inkChg chg="add">
          <ac:chgData name="Toran Shahi" userId="9e80e87edecd0726" providerId="Windows Live" clId="Web-{536A15C7-35A6-8437-1261-D5B0BDC38E8F}" dt="2026-06-02T07:35:34.200" v="2163"/>
          <ac:inkMkLst>
            <pc:docMk/>
            <pc:sldMk cId="2178007281" sldId="272"/>
            <ac:inkMk id="50" creationId="{15ED4251-F241-928C-0962-1475BF5777DF}"/>
          </ac:inkMkLst>
        </pc:inkChg>
        <pc:inkChg chg="add">
          <ac:chgData name="Toran Shahi" userId="9e80e87edecd0726" providerId="Windows Live" clId="Web-{536A15C7-35A6-8437-1261-D5B0BDC38E8F}" dt="2026-06-02T07:37:28.725" v="2186"/>
          <ac:inkMkLst>
            <pc:docMk/>
            <pc:sldMk cId="2178007281" sldId="272"/>
            <ac:inkMk id="56" creationId="{DAF58D5B-4D15-9BB2-89F6-7EAE01F5530A}"/>
          </ac:inkMkLst>
        </pc:inkChg>
        <pc:inkChg chg="add">
          <ac:chgData name="Toran Shahi" userId="9e80e87edecd0726" providerId="Windows Live" clId="Web-{536A15C7-35A6-8437-1261-D5B0BDC38E8F}" dt="2026-06-02T07:37:48.649" v="2190"/>
          <ac:inkMkLst>
            <pc:docMk/>
            <pc:sldMk cId="2178007281" sldId="272"/>
            <ac:inkMk id="59" creationId="{4F41EE14-F47B-5EEF-A041-4A04FF080256}"/>
          </ac:inkMkLst>
        </pc:inkChg>
      </pc:sldChg>
      <pc:sldChg chg="addSp delSp modSp add replId">
        <pc:chgData name="Toran Shahi" userId="9e80e87edecd0726" providerId="Windows Live" clId="Web-{536A15C7-35A6-8437-1261-D5B0BDC38E8F}" dt="2026-06-02T10:35:42.978" v="2537" actId="20577"/>
        <pc:sldMkLst>
          <pc:docMk/>
          <pc:sldMk cId="2628299720" sldId="273"/>
        </pc:sldMkLst>
        <pc:spChg chg="mod">
          <ac:chgData name="Toran Shahi" userId="9e80e87edecd0726" providerId="Windows Live" clId="Web-{536A15C7-35A6-8437-1261-D5B0BDC38E8F}" dt="2026-06-02T10:28:57.841" v="2391" actId="20577"/>
          <ac:spMkLst>
            <pc:docMk/>
            <pc:sldMk cId="2628299720" sldId="273"/>
            <ac:spMk id="2" creationId="{1FBC252A-B286-3FA6-840A-498286EEB856}"/>
          </ac:spMkLst>
        </pc:spChg>
        <pc:spChg chg="add del mod">
          <ac:chgData name="Toran Shahi" userId="9e80e87edecd0726" providerId="Windows Live" clId="Web-{536A15C7-35A6-8437-1261-D5B0BDC38E8F}" dt="2026-06-02T10:35:42.978" v="2537" actId="20577"/>
          <ac:spMkLst>
            <pc:docMk/>
            <pc:sldMk cId="2628299720" sldId="273"/>
            <ac:spMk id="3" creationId="{BFD172D3-248A-2768-56EA-2FBC1805CB4D}"/>
          </ac:spMkLst>
        </pc:spChg>
      </pc:sldChg>
    </pc:docChg>
  </pc:docChgLst>
  <pc:docChgLst>
    <pc:chgData name="Toran Shahi" userId="9e80e87edecd0726" providerId="Windows Live" clId="Web-{FACC74C6-EFCB-93F4-0249-038D5ACA0940}"/>
    <pc:docChg chg="addSld modSld">
      <pc:chgData name="Toran Shahi" userId="9e80e87edecd0726" providerId="Windows Live" clId="Web-{FACC74C6-EFCB-93F4-0249-038D5ACA0940}" dt="2026-06-04T06:33:56.104" v="2961" actId="20577"/>
      <pc:docMkLst>
        <pc:docMk/>
      </pc:docMkLst>
      <pc:sldChg chg="modSp">
        <pc:chgData name="Toran Shahi" userId="9e80e87edecd0726" providerId="Windows Live" clId="Web-{FACC74C6-EFCB-93F4-0249-038D5ACA0940}" dt="2026-06-04T02:14:11.252" v="1317" actId="20577"/>
        <pc:sldMkLst>
          <pc:docMk/>
          <pc:sldMk cId="2028896172" sldId="264"/>
        </pc:sldMkLst>
        <pc:spChg chg="mod">
          <ac:chgData name="Toran Shahi" userId="9e80e87edecd0726" providerId="Windows Live" clId="Web-{FACC74C6-EFCB-93F4-0249-038D5ACA0940}" dt="2026-06-04T02:14:11.252" v="1317" actId="20577"/>
          <ac:spMkLst>
            <pc:docMk/>
            <pc:sldMk cId="2028896172" sldId="264"/>
            <ac:spMk id="3" creationId="{EF11D623-E612-AE09-C358-96D356FF3BF3}"/>
          </ac:spMkLst>
        </pc:spChg>
      </pc:sldChg>
      <pc:sldChg chg="modSp">
        <pc:chgData name="Toran Shahi" userId="9e80e87edecd0726" providerId="Windows Live" clId="Web-{FACC74C6-EFCB-93F4-0249-038D5ACA0940}" dt="2026-06-04T01:31:15.226" v="1304" actId="14100"/>
        <pc:sldMkLst>
          <pc:docMk/>
          <pc:sldMk cId="2085887991" sldId="279"/>
        </pc:sldMkLst>
        <pc:spChg chg="mod">
          <ac:chgData name="Toran Shahi" userId="9e80e87edecd0726" providerId="Windows Live" clId="Web-{FACC74C6-EFCB-93F4-0249-038D5ACA0940}" dt="2026-06-04T01:31:15.226" v="1304" actId="14100"/>
          <ac:spMkLst>
            <pc:docMk/>
            <pc:sldMk cId="2085887991" sldId="279"/>
            <ac:spMk id="3" creationId="{86FA56E0-AFB8-2CD8-4F21-4555A458B6A1}"/>
          </ac:spMkLst>
        </pc:spChg>
      </pc:sldChg>
      <pc:sldChg chg="modSp">
        <pc:chgData name="Toran Shahi" userId="9e80e87edecd0726" providerId="Windows Live" clId="Web-{FACC74C6-EFCB-93F4-0249-038D5ACA0940}" dt="2026-06-03T22:01:39.752" v="246" actId="20577"/>
        <pc:sldMkLst>
          <pc:docMk/>
          <pc:sldMk cId="1658215970" sldId="280"/>
        </pc:sldMkLst>
        <pc:spChg chg="mod">
          <ac:chgData name="Toran Shahi" userId="9e80e87edecd0726" providerId="Windows Live" clId="Web-{FACC74C6-EFCB-93F4-0249-038D5ACA0940}" dt="2026-06-03T22:01:39.752" v="246" actId="20577"/>
          <ac:spMkLst>
            <pc:docMk/>
            <pc:sldMk cId="1658215970" sldId="280"/>
            <ac:spMk id="3" creationId="{33E92BC7-C877-D7EF-572A-49C4723F74AE}"/>
          </ac:spMkLst>
        </pc:spChg>
      </pc:sldChg>
      <pc:sldChg chg="modSp">
        <pc:chgData name="Toran Shahi" userId="9e80e87edecd0726" providerId="Windows Live" clId="Web-{FACC74C6-EFCB-93F4-0249-038D5ACA0940}" dt="2026-06-03T22:03:08.821" v="293" actId="20577"/>
        <pc:sldMkLst>
          <pc:docMk/>
          <pc:sldMk cId="2885137193" sldId="281"/>
        </pc:sldMkLst>
        <pc:spChg chg="mod">
          <ac:chgData name="Toran Shahi" userId="9e80e87edecd0726" providerId="Windows Live" clId="Web-{FACC74C6-EFCB-93F4-0249-038D5ACA0940}" dt="2026-06-03T22:03:08.821" v="293" actId="20577"/>
          <ac:spMkLst>
            <pc:docMk/>
            <pc:sldMk cId="2885137193" sldId="281"/>
            <ac:spMk id="3" creationId="{DC321D91-0B62-D1AF-18AD-378612B48C73}"/>
          </ac:spMkLst>
        </pc:spChg>
      </pc:sldChg>
      <pc:sldChg chg="modSp modNotes">
        <pc:chgData name="Toran Shahi" userId="9e80e87edecd0726" providerId="Windows Live" clId="Web-{FACC74C6-EFCB-93F4-0249-038D5ACA0940}" dt="2026-06-03T23:18:54.329" v="1256"/>
        <pc:sldMkLst>
          <pc:docMk/>
          <pc:sldMk cId="3631788354" sldId="282"/>
        </pc:sldMkLst>
        <pc:spChg chg="mod">
          <ac:chgData name="Toran Shahi" userId="9e80e87edecd0726" providerId="Windows Live" clId="Web-{FACC74C6-EFCB-93F4-0249-038D5ACA0940}" dt="2026-06-03T23:16:58.263" v="1255" actId="20577"/>
          <ac:spMkLst>
            <pc:docMk/>
            <pc:sldMk cId="3631788354" sldId="282"/>
            <ac:spMk id="3" creationId="{80AFAF05-255D-3CA2-F3C6-6166EDE83E57}"/>
          </ac:spMkLst>
        </pc:spChg>
      </pc:sldChg>
      <pc:sldChg chg="modSp add replId modNotes">
        <pc:chgData name="Toran Shahi" userId="9e80e87edecd0726" providerId="Windows Live" clId="Web-{FACC74C6-EFCB-93F4-0249-038D5ACA0940}" dt="2026-06-04T01:18:52.045" v="1259" actId="20577"/>
        <pc:sldMkLst>
          <pc:docMk/>
          <pc:sldMk cId="2846087046" sldId="283"/>
        </pc:sldMkLst>
        <pc:spChg chg="mod">
          <ac:chgData name="Toran Shahi" userId="9e80e87edecd0726" providerId="Windows Live" clId="Web-{FACC74C6-EFCB-93F4-0249-038D5ACA0940}" dt="2026-06-04T01:18:52.045" v="1259" actId="20577"/>
          <ac:spMkLst>
            <pc:docMk/>
            <pc:sldMk cId="2846087046" sldId="283"/>
            <ac:spMk id="3" creationId="{F62C6BF1-5F53-8E3D-AC5F-AB6DA898D585}"/>
          </ac:spMkLst>
        </pc:spChg>
      </pc:sldChg>
      <pc:sldChg chg="modSp add replId">
        <pc:chgData name="Toran Shahi" userId="9e80e87edecd0726" providerId="Windows Live" clId="Web-{FACC74C6-EFCB-93F4-0249-038D5ACA0940}" dt="2026-06-04T01:21:46.614" v="1291" actId="20577"/>
        <pc:sldMkLst>
          <pc:docMk/>
          <pc:sldMk cId="323318828" sldId="284"/>
        </pc:sldMkLst>
        <pc:spChg chg="mod">
          <ac:chgData name="Toran Shahi" userId="9e80e87edecd0726" providerId="Windows Live" clId="Web-{FACC74C6-EFCB-93F4-0249-038D5ACA0940}" dt="2026-06-04T01:21:46.614" v="1291" actId="20577"/>
          <ac:spMkLst>
            <pc:docMk/>
            <pc:sldMk cId="323318828" sldId="284"/>
            <ac:spMk id="3" creationId="{62004BB8-65A8-71EC-9332-934520B1B737}"/>
          </ac:spMkLst>
        </pc:spChg>
      </pc:sldChg>
      <pc:sldChg chg="addSp modSp add replId modNotes">
        <pc:chgData name="Toran Shahi" userId="9e80e87edecd0726" providerId="Windows Live" clId="Web-{FACC74C6-EFCB-93F4-0249-038D5ACA0940}" dt="2026-06-04T05:17:18.422" v="1970" actId="1076"/>
        <pc:sldMkLst>
          <pc:docMk/>
          <pc:sldMk cId="3162846082" sldId="285"/>
        </pc:sldMkLst>
        <pc:spChg chg="mod">
          <ac:chgData name="Toran Shahi" userId="9e80e87edecd0726" providerId="Windows Live" clId="Web-{FACC74C6-EFCB-93F4-0249-038D5ACA0940}" dt="2026-06-04T02:14:31.269" v="1330" actId="20577"/>
          <ac:spMkLst>
            <pc:docMk/>
            <pc:sldMk cId="3162846082" sldId="285"/>
            <ac:spMk id="2" creationId="{F0DC5285-0A83-307F-52FD-9B91EB084323}"/>
          </ac:spMkLst>
        </pc:spChg>
        <pc:spChg chg="mod">
          <ac:chgData name="Toran Shahi" userId="9e80e87edecd0726" providerId="Windows Live" clId="Web-{FACC74C6-EFCB-93F4-0249-038D5ACA0940}" dt="2026-06-04T05:15:02.323" v="1967" actId="20577"/>
          <ac:spMkLst>
            <pc:docMk/>
            <pc:sldMk cId="3162846082" sldId="285"/>
            <ac:spMk id="3" creationId="{DC13090F-3964-8971-0FA5-C15405586AC2}"/>
          </ac:spMkLst>
        </pc:spChg>
        <pc:graphicFrameChg chg="add mod modGraphic">
          <ac:chgData name="Toran Shahi" userId="9e80e87edecd0726" providerId="Windows Live" clId="Web-{FACC74C6-EFCB-93F4-0249-038D5ACA0940}" dt="2026-06-04T05:17:18.422" v="1970" actId="1076"/>
          <ac:graphicFrameMkLst>
            <pc:docMk/>
            <pc:sldMk cId="3162846082" sldId="285"/>
            <ac:graphicFrameMk id="4" creationId="{BB85E5BD-98DA-FA63-2458-7635C498530C}"/>
          </ac:graphicFrameMkLst>
        </pc:graphicFrameChg>
      </pc:sldChg>
      <pc:sldChg chg="delSp modSp add replId">
        <pc:chgData name="Toran Shahi" userId="9e80e87edecd0726" providerId="Windows Live" clId="Web-{FACC74C6-EFCB-93F4-0249-038D5ACA0940}" dt="2026-06-04T05:46:44.468" v="2038" actId="20577"/>
        <pc:sldMkLst>
          <pc:docMk/>
          <pc:sldMk cId="1445617258" sldId="286"/>
        </pc:sldMkLst>
        <pc:spChg chg="mod">
          <ac:chgData name="Toran Shahi" userId="9e80e87edecd0726" providerId="Windows Live" clId="Web-{FACC74C6-EFCB-93F4-0249-038D5ACA0940}" dt="2026-06-04T05:46:44.468" v="2038" actId="20577"/>
          <ac:spMkLst>
            <pc:docMk/>
            <pc:sldMk cId="1445617258" sldId="286"/>
            <ac:spMk id="3" creationId="{A7070725-9914-34C1-A4DB-FFEA10D0CEC4}"/>
          </ac:spMkLst>
        </pc:spChg>
        <pc:graphicFrameChg chg="del">
          <ac:chgData name="Toran Shahi" userId="9e80e87edecd0726" providerId="Windows Live" clId="Web-{FACC74C6-EFCB-93F4-0249-038D5ACA0940}" dt="2026-06-04T05:44:10.194" v="1992"/>
          <ac:graphicFrameMkLst>
            <pc:docMk/>
            <pc:sldMk cId="1445617258" sldId="286"/>
            <ac:graphicFrameMk id="4" creationId="{C8667B54-2416-6D03-DE90-8B9DB9CC0802}"/>
          </ac:graphicFrameMkLst>
        </pc:graphicFrameChg>
      </pc:sldChg>
      <pc:sldChg chg="addSp modSp add replId modNotes">
        <pc:chgData name="Toran Shahi" userId="9e80e87edecd0726" providerId="Windows Live" clId="Web-{FACC74C6-EFCB-93F4-0249-038D5ACA0940}" dt="2026-06-04T06:33:56.104" v="2961" actId="20577"/>
        <pc:sldMkLst>
          <pc:docMk/>
          <pc:sldMk cId="2561223159" sldId="287"/>
        </pc:sldMkLst>
        <pc:spChg chg="mod">
          <ac:chgData name="Toran Shahi" userId="9e80e87edecd0726" providerId="Windows Live" clId="Web-{FACC74C6-EFCB-93F4-0249-038D5ACA0940}" dt="2026-06-04T06:21:32.003" v="2535" actId="1076"/>
          <ac:spMkLst>
            <pc:docMk/>
            <pc:sldMk cId="2561223159" sldId="287"/>
            <ac:spMk id="2" creationId="{1AABA73A-65A3-F78E-054D-93763F5EBF98}"/>
          </ac:spMkLst>
        </pc:spChg>
        <pc:spChg chg="mod">
          <ac:chgData name="Toran Shahi" userId="9e80e87edecd0726" providerId="Windows Live" clId="Web-{FACC74C6-EFCB-93F4-0249-038D5ACA0940}" dt="2026-06-04T06:33:56.104" v="2961" actId="20577"/>
          <ac:spMkLst>
            <pc:docMk/>
            <pc:sldMk cId="2561223159" sldId="287"/>
            <ac:spMk id="3" creationId="{5361EED8-E8CC-D749-1ECC-6F0ED84C1A46}"/>
          </ac:spMkLst>
        </pc:spChg>
        <pc:spChg chg="add mod">
          <ac:chgData name="Toran Shahi" userId="9e80e87edecd0726" providerId="Windows Live" clId="Web-{FACC74C6-EFCB-93F4-0249-038D5ACA0940}" dt="2026-06-04T06:33:47.541" v="2960" actId="20577"/>
          <ac:spMkLst>
            <pc:docMk/>
            <pc:sldMk cId="2561223159" sldId="287"/>
            <ac:spMk id="5" creationId="{DCE7562B-6DC7-48E6-25B3-542214378E68}"/>
          </ac:spMkLst>
        </pc:spChg>
        <pc:graphicFrameChg chg="add mod modGraphic">
          <ac:chgData name="Toran Shahi" userId="9e80e87edecd0726" providerId="Windows Live" clId="Web-{FACC74C6-EFCB-93F4-0249-038D5ACA0940}" dt="2026-06-04T06:28:59.552" v="2807"/>
          <ac:graphicFrameMkLst>
            <pc:docMk/>
            <pc:sldMk cId="2561223159" sldId="287"/>
            <ac:graphicFrameMk id="4" creationId="{F588BDED-E752-153B-74BA-5713FA718E06}"/>
          </ac:graphicFrameMkLst>
        </pc:graphicFrameChg>
        <pc:graphicFrameChg chg="add mod modGraphic">
          <ac:chgData name="Toran Shahi" userId="9e80e87edecd0726" providerId="Windows Live" clId="Web-{FACC74C6-EFCB-93F4-0249-038D5ACA0940}" dt="2026-06-04T06:26:21.273" v="2793"/>
          <ac:graphicFrameMkLst>
            <pc:docMk/>
            <pc:sldMk cId="2561223159" sldId="287"/>
            <ac:graphicFrameMk id="6" creationId="{558E8855-4783-4D56-DF18-B73FDA968535}"/>
          </ac:graphicFrameMkLst>
        </pc:graphicFrameChg>
      </pc:sldChg>
    </pc:docChg>
  </pc:docChgLst>
</pc:chgInfo>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02T08:04:23.749"/>
    </inkml:context>
    <inkml:brush xml:id="br0">
      <inkml:brushProperty name="width" value="0.1" units="cm"/>
      <inkml:brushProperty name="height" value="0.1" units="cm"/>
      <inkml:brushProperty name="color" value="#00A0D7"/>
    </inkml:brush>
  </inkml:definitions>
  <inkml:trace contextRef="#ctx0" brushRef="#br0">17939 13547 16383 0 0,'26'447'0'0'0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02T08:04:23.750"/>
    </inkml:context>
    <inkml:brush xml:id="br0">
      <inkml:brushProperty name="width" value="0.1" units="cm"/>
      <inkml:brushProperty name="height" value="0.1" units="cm"/>
      <inkml:brushProperty name="color" value="#00A0D7"/>
    </inkml:brush>
  </inkml:definitions>
  <inkml:trace contextRef="#ctx0" brushRef="#br0">35878 13097 16383 0 0,'-27'658'0'0'0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02T08:04:23.752"/>
    </inkml:context>
    <inkml:brush xml:id="br0">
      <inkml:brushProperty name="width" value="0.1" units="cm"/>
      <inkml:brushProperty name="height" value="0.1" units="cm"/>
      <inkml:brushProperty name="color" value="#00A0D7"/>
    </inkml:brush>
  </inkml:definitions>
  <inkml:trace contextRef="#ctx0" brushRef="#br0">17833 13070 16383 0 0,'53'924'0'0'0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02T08:04:23.756"/>
    </inkml:context>
    <inkml:brush xml:id="br0">
      <inkml:brushProperty name="width" value="0.1" units="cm"/>
      <inkml:brushProperty name="height" value="0.1" units="cm"/>
      <inkml:brushProperty name="color" value="#00A0D7"/>
    </inkml:brush>
  </inkml:definitions>
  <inkml:trace contextRef="#ctx0" brushRef="#br0">17886 13679 16383 0 0,'9'0'0'0'0,"12"0"0"0"0,11 0 0 0 0,5 0 0 0 0,5 0 0 0 0,9 0 0 0 0,1 0 0 0 0,-1 0 0 0 0,6 0 0 0 0,1 0 0 0 0,6940-13 0 0 0</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02T08:04:23.757"/>
    </inkml:context>
    <inkml:brush xml:id="br0">
      <inkml:brushProperty name="width" value="0.1" units="cm"/>
      <inkml:brushProperty name="height" value="0.1" units="cm"/>
      <inkml:brushProperty name="color" value="#00A0D7"/>
    </inkml:brush>
  </inkml:definitions>
  <inkml:trace contextRef="#ctx0" brushRef="#br0">27623 13679 16383 0 0,'8172'-79'0'0'0</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02T08:04:23.758"/>
    </inkml:context>
    <inkml:brush xml:id="br0">
      <inkml:brushProperty name="width" value="0.1" units="cm"/>
      <inkml:brushProperty name="height" value="0.1" units="cm"/>
      <inkml:brushProperty name="color" value="#00A0D7"/>
    </inkml:brush>
  </inkml:definitions>
  <inkml:trace contextRef="#ctx0" brushRef="#br0">24633 13626 16383 0 0,'0'0'0'0'0</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02T08:04:23.747"/>
    </inkml:context>
    <inkml:brush xml:id="br0">
      <inkml:brushProperty name="width" value="0.1" units="cm"/>
      <inkml:brushProperty name="height" value="0.1" units="cm"/>
      <inkml:brushProperty name="color" value="#00A0D7"/>
    </inkml:brush>
  </inkml:definitions>
  <inkml:trace contextRef="#ctx0" brushRef="#br0">28178 14340 16383 0 0,'0'5'0'0'0,"0"5"0"0"0,0 7 0 0 0,0 3 0 0 0,0 4 0 0 0,0 3 0 0 0,0 0 0 0 0,0 0 0 0 0,0 1 0 0 0,0-1 0 0 0,0 0 0 0 0,0 0 0 0 0,0 0 0 0 0,0 0 0 0 0,0-1 0 0 0,0 1 0 0 0,0-1 0 0 0,0 0 0 0 0,0 1 0 0 0,0-1 0 0 0,0 1 0 0 0,0-1 0 0 0,0 1 0 0 0,0-1 0 0 0,0 1 0 0 0,0-1 0 0 0,0 0 0 0 0,0 1 0 0 0,0-1 0 0 0,0 1 0 0 0,0-1 0 0 0,0 1 0 0 0,0-1 0 0 0,0 1 0 0 0,0-5 0 0 0</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02T08:04:23.748"/>
    </inkml:context>
    <inkml:brush xml:id="br0">
      <inkml:brushProperty name="width" value="0.1" units="cm"/>
      <inkml:brushProperty name="height" value="0.1" units="cm"/>
      <inkml:brushProperty name="color" value="#00A0D7"/>
    </inkml:brush>
  </inkml:definitions>
  <inkml:trace contextRef="#ctx0" brushRef="#br0">17965 14843 16383 0 0,'4871'79'0'0'0</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02T08:04:23.725"/>
    </inkml:context>
    <inkml:brush xml:id="br0">
      <inkml:brushProperty name="width" value="0.1" units="cm"/>
      <inkml:brushProperty name="height" value="0.1" units="cm"/>
      <inkml:brushProperty name="color" value="#00A0D7"/>
    </inkml:brush>
  </inkml:definitions>
  <inkml:trace contextRef="#ctx0" brushRef="#br0">17939 17145 16383 0 0,'18228'-234'0'0'0</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02T08:04:23.726"/>
    </inkml:context>
    <inkml:brush xml:id="br0">
      <inkml:brushProperty name="width" value="0.1" units="cm"/>
      <inkml:brushProperty name="height" value="0.1" units="cm"/>
      <inkml:brushProperty name="color" value="#00A0D7"/>
    </inkml:brush>
  </inkml:definitions>
  <inkml:trace contextRef="#ctx0" brushRef="#br0">36063 15690 16383 0 0,'35'1137'0'0'0</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02T08:04:23.738"/>
    </inkml:context>
    <inkml:brush xml:id="br0">
      <inkml:brushProperty name="width" value="0.1" units="cm"/>
      <inkml:brushProperty name="height" value="0.1" units="cm"/>
      <inkml:brushProperty name="color" value="#00A0D7"/>
    </inkml:brush>
  </inkml:definitions>
  <inkml:trace contextRef="#ctx0" brushRef="#br0">23627 15716 16383 0 0,'27'1294'0'0'0</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02T08:04:23.739"/>
    </inkml:context>
    <inkml:brush xml:id="br0">
      <inkml:brushProperty name="width" value="0.1" units="cm"/>
      <inkml:brushProperty name="height" value="0.1" units="cm"/>
      <inkml:brushProperty name="color" value="#00A0D7"/>
    </inkml:brush>
  </inkml:definitions>
  <inkml:trace contextRef="#ctx0" brushRef="#br0">28205 15690 16383 0 0,'0'1240'0'0'0</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02T08:04:23.741"/>
    </inkml:context>
    <inkml:brush xml:id="br0">
      <inkml:brushProperty name="width" value="0.1" units="cm"/>
      <inkml:brushProperty name="height" value="0.1" units="cm"/>
    </inkml:brush>
  </inkml:definitions>
  <inkml:trace contextRef="#ctx0" brushRef="#br0">19764 16113 16383 0 0,'5'0'0'0'0,"5"0"0"0"0,7 5 0 0 0,3 5 0 0 0,0 6 0 0 0,0 1 0 0 0,-3 1 0 0 0,0-2 0 0 0,2 0 0 0 0,-3 3 0 0 0,1-3 0 0 0,-3 1 0 0 0,1-2 0 0 0,-2 0 0 0 0,1 3 0 0 0,3-3 0 0 0,-2 2 0 0 0,2 2 0 0 0,1 2 0 0 0,-1 2 0 0 0,0-3 0 0 0,2 0 0 0 0,-2 1 0 0 0,1 1 0 0 0,-4 2 0 0 0,2-4 0 0 0,-3 0 0 0 0,1 0 0 0 0,3-2 0 0 0,-2-1 0 0 0,-3 2 0 0 0,-4 2 0 0 0,2-2 0 0 0,-2-1 0 0 0,-1-7 0 0 0,-3-10 0 0 0,-1-14 0 0 0,-2-10 0 0 0,-1-5 0 0 0,0-3 0 0 0,0 1 0 0 0,0-1 0 0 0,-1 2 0 0 0,1 0 0 0 0,0 1 0 0 0,0 1 0 0 0,-1 1 0 0 0,1-1 0 0 0,0 1 0 0 0,0 0 0 0 0,0-1 0 0 0,1 1 0 0 0,-1 0 0 0 0,0-1 0 0 0,0 1 0 0 0,0 0 0 0 0,0-1 0 0 0,0 1 0 0 0,0-1 0 0 0,0 1 0 0 0,0 4 0 0 0</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02T08:04:23.742"/>
    </inkml:context>
    <inkml:brush xml:id="br0">
      <inkml:brushProperty name="width" value="0.1" units="cm"/>
      <inkml:brushProperty name="height" value="0.1" units="cm"/>
    </inkml:brush>
  </inkml:definitions>
  <inkml:trace contextRef="#ctx0" brushRef="#br0">26061 15954 16383 0 0,'-4'0'0'0'0,"-7"0"0"0"0,-5 0 0 0 0,-4 0 0 0 0,-5 0 0 0 0,-1 0 0 0 0,-1 0 0 0 0,0 0 0 0 0,-1 0 0 0 0,1 0 0 0 0,-1 5 0 0 0,1 1 0 0 0,1 0 0 0 0,-1-2 0 0 0,5 4 0 0 0,2 4 0 0 0,4 6 0 0 0,4 3 0 0 0,5 3 0 0 0,4 2 0 0 0,1 1 0 0 0,2 0 0 0 0,1 1 0 0 0,0-1 0 0 0,5 0 0 0 0,5 0 0 0 0,5-5 0 0 0,1-1 0 0 0,-3-1 0 0 0,0-2 0 0 0,8-6 0 0 0,3-3 0 0 0,8-5 0 0 0,2-2 0 0 0,-5-6 0 0 0,-3-3 0 0 0,-2 1 0 0 0,0 0 0 0 0,0 2 0 0 0,0 2 0 0 0,0 0 0 0 0,1 2 0 0 0,0-1 0 0 0,1 2 0 0 0,-1-1 0 0 0,1 0 0 0 0,-1 0 0 0 0,1 5 0 0 0,-5 6 0 0 0,-2 0 0 0 0,-4 4 0 0 0,0 4 0 0 0,-3 2 0 0 0,-3 3 0 0 0,-4 2 0 0 0,-3 0 0 0 0,-6 1 0 0 0,-3 0 0 0 0,-5 0 0 0 0,-5-4 0 0 0,1-2 0 0 0,-3-5 0 0 0,-2 0 0 0 0,-2-3 0 0 0,3 1 0 0 0,-1-2 0 0 0,0-3 0 0 0,-3 1 0 0 0,0 0 0 0 0,-2-3 0 0 0,-1-2 0 0 0,0-2 0 0 0,-1-2 0 0 0,0 0 0 0 0,1-1 0 0 0,-1-1 0 0 0,0 1 0 0 0,1-1 0 0 0,-1 1 0 0 0,1 0 0 0 0,-1 0 0 0 0,5-5 0 0 0,2-1 0 0 0,4-4 0 0 0,0-1 0 0 0,3-2 0 0 0,-1 0 0 0 0,2-1 0 0 0,3-4 0 0 0,3-2 0 0 0,3-3 0 0 0,1 2 0 0 0</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02T08:04:23.743"/>
    </inkml:context>
    <inkml:brush xml:id="br0">
      <inkml:brushProperty name="width" value="0.1" units="cm"/>
      <inkml:brushProperty name="height" value="0.1" units="cm"/>
    </inkml:brush>
  </inkml:definitions>
  <inkml:trace contextRef="#ctx0" brushRef="#br0">30374 15954 16383 0 0,'0'738'0'0'0</inkml:trace>
</inkml:ink>
</file>

<file path=ppt/ink/ink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02T08:04:23.744"/>
    </inkml:context>
    <inkml:brush xml:id="br0">
      <inkml:brushProperty name="width" value="0.1" units="cm"/>
      <inkml:brushProperty name="height" value="0.1" units="cm"/>
    </inkml:brush>
  </inkml:definitions>
  <inkml:trace contextRef="#ctx0" brushRef="#br0">30348 16351 16383 0 0,'605'-26'0'0'0</inkml:trace>
</inkml:ink>
</file>

<file path=ppt/ink/ink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02T08:04:23.745"/>
    </inkml:context>
    <inkml:brush xml:id="br0">
      <inkml:brushProperty name="width" value="0.1" units="cm"/>
      <inkml:brushProperty name="height" value="0.1" units="cm"/>
    </inkml:brush>
  </inkml:definitions>
  <inkml:trace contextRef="#ctx0" brushRef="#br0">30956 15849 16383 0 0,'0'765'0'0'0</inkml:trace>
</inkml:ink>
</file>

<file path=ppt/ink/ink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03T02:20:41.656"/>
    </inkml:context>
    <inkml:brush xml:id="br0">
      <inkml:brushProperty name="width" value="0.1" units="cm"/>
      <inkml:brushProperty name="height" value="0.1" units="cm"/>
    </inkml:brush>
  </inkml:definitions>
  <inkml:trace contextRef="#ctx0" brushRef="#br0">20055 14711 16383 0 0,'16'712'0'0'0</inkml:trace>
</inkml:ink>
</file>

<file path=ppt/ink/ink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03T00:20:53.177"/>
    </inkml:context>
    <inkml:brush xml:id="br0">
      <inkml:brushProperty name="width" value="0.1" units="cm"/>
      <inkml:brushProperty name="height" value="0.1" units="cm"/>
      <inkml:brushProperty name="color" value="#00A0D7"/>
    </inkml:brush>
  </inkml:definitions>
  <inkml:trace contextRef="#ctx0" brushRef="#br0">18571 13659 16383 0 0,'0'6'0'0'0,"6"2"0"0"0,2 6 0 0 0,0 7 0 0 0,-2 6 0 0 0,-1 4 0 0 0,-2 4 0 0 0,-2 2 0 0 0,0 0 0 0 0,-1 1 0 0 0,0 0 0 0 0,-1-1 0 0 0,1 0 0 0 0,0 0 0 0 0,-1 0 0 0 0,1-29 0 0 0</inkml:trace>
</inkml:ink>
</file>

<file path=ppt/ink/ink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02T08:04:23.722"/>
    </inkml:context>
    <inkml:brush xml:id="br0">
      <inkml:brushProperty name="width" value="0.1" units="cm"/>
      <inkml:brushProperty name="height" value="0.1" units="cm"/>
      <inkml:brushProperty name="color" value="#00A0D7"/>
    </inkml:brush>
  </inkml:definitions>
  <inkml:trace contextRef="#ctx0" brushRef="#br0">18812 14463 16383 0 0,'17884'-53'0'0'0</inkml:trace>
</inkml:ink>
</file>

<file path=ppt/ink/ink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02T08:04:23.723"/>
    </inkml:context>
    <inkml:brush xml:id="br0">
      <inkml:brushProperty name="width" value="0.1" units="cm"/>
      <inkml:brushProperty name="height" value="0.1" units="cm"/>
      <inkml:brushProperty name="color" value="#00A0D7"/>
    </inkml:brush>
  </inkml:definitions>
  <inkml:trace contextRef="#ctx0" brushRef="#br0">18641 14552 16383 0 0,'0'1356'0'0'0</inkml:trace>
</inkml:ink>
</file>

<file path=ppt/ink/ink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02T08:04:23.723"/>
    </inkml:context>
    <inkml:brush xml:id="br0">
      <inkml:brushProperty name="width" value="0.1" units="cm"/>
      <inkml:brushProperty name="height" value="0.1" units="cm"/>
      <inkml:brushProperty name="color" value="#00A0D7"/>
    </inkml:brush>
  </inkml:definitions>
  <inkml:trace contextRef="#ctx0" brushRef="#br0">18641 14711 16383 0 0,'0'1160'0'0'0</inkml:trace>
</inkml:ink>
</file>

<file path=ppt/ink/ink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02T08:04:23.722"/>
    </inkml:context>
    <inkml:brush xml:id="br0">
      <inkml:brushProperty name="width" value="0.1" units="cm"/>
      <inkml:brushProperty name="height" value="0.1" units="cm"/>
      <inkml:brushProperty name="color" value="#00A0D7"/>
    </inkml:brush>
  </inkml:definitions>
  <inkml:trace contextRef="#ctx0" brushRef="#br0">18812 14463 16383 0 0,'17884'-53'0'0'0</inkml:trace>
</inkml:ink>
</file>

<file path=ppt/ink/ink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02T08:04:23.759"/>
    </inkml:context>
    <inkml:brush xml:id="br0">
      <inkml:brushProperty name="width" value="0.1" units="cm"/>
      <inkml:brushProperty name="height" value="0.1" units="cm"/>
      <inkml:brushProperty name="color" value="#00A0D7"/>
    </inkml:brush>
  </inkml:definitions>
  <inkml:trace contextRef="#ctx0" brushRef="#br0">23680 13961 16383 0 0,'4003'-15'0'0'0</inkml:trace>
</inkml:ink>
</file>

<file path=ppt/ink/ink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03T02:20:41.650"/>
    </inkml:context>
    <inkml:brush xml:id="br0">
      <inkml:brushProperty name="width" value="0.1" units="cm"/>
      <inkml:brushProperty name="height" value="0.1" units="cm"/>
    </inkml:brush>
  </inkml:definitions>
  <inkml:trace contextRef="#ctx0" brushRef="#br0">23072 13732 16383 0 0,'0'680'0'0'0</inkml:trace>
</inkml:ink>
</file>

<file path=ppt/ink/ink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03T02:20:41.651"/>
    </inkml:context>
    <inkml:brush xml:id="br0">
      <inkml:brushProperty name="width" value="0.1" units="cm"/>
      <inkml:brushProperty name="height" value="0.1" units="cm"/>
    </inkml:brush>
  </inkml:definitions>
  <inkml:trace contextRef="#ctx0" brushRef="#br0">23073 13716 16383 0 0,'-6'-56'0'0'0</inkml:trace>
</inkml:ink>
</file>

<file path=ppt/ink/ink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03T02:20:41.652"/>
    </inkml:context>
    <inkml:brush xml:id="br0">
      <inkml:brushProperty name="width" value="0.1" units="cm"/>
      <inkml:brushProperty name="height" value="0.1" units="cm"/>
    </inkml:brush>
  </inkml:definitions>
  <inkml:trace contextRef="#ctx0" brushRef="#br0">23081 13612 16383 0 0,'0'-5'0'0'0,"0"-8"0"0"0,6-1 0 0 0,7 1 0 0 0,6 3 0 0 0,7 4 0 0 0,4 2 0 0 0,2 2 0 0 0,1 1 0 0 0,1 2 0 0 0,0-1 0 0 0,-6 6 0 0 0,-2 2 0 0 0,-5 5 0 0 0,-1 1 0 0 0,-4 2 0 0 0,-5 5 0 0 0,2-1 0 0 0,4-4 0 0 0,-1 0 0 0 0,-3 4 0 0 0,-4 4 0 0 0,-3 2 0 0 0,-9-2 0 0 0,-3 1 0 0 0,-7-6 0 0 0,0 2 0 0 0,-5-5 0 0 0,-3-4 0 0 0,-5 2 0 0 0,-3-2 0 0 0,-2 2 0 0 0,-2-1 0 0 0,0-2 0 0 0,-1-4 0 0 0,6 3 0 0 0,3 0 0 0 0,-1 3 0 0 0,-2 0 0 0 0,5 3 0 0 0,0 5 0 0 0,-1-2 0 0 0,3 2 0 0 0,6-3 0 0 0</inkml:trace>
</inkml:ink>
</file>

<file path=ppt/ink/ink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03T02:20:41.653"/>
    </inkml:context>
    <inkml:brush xml:id="br0">
      <inkml:brushProperty name="width" value="0.05" units="cm"/>
      <inkml:brushProperty name="height" value="0.05" units="cm"/>
    </inkml:brush>
  </inkml:definitions>
  <inkml:trace contextRef="#ctx0" brushRef="#br0">34316 13996 16383 0 0,'0'0'0'0'0</inkml:trace>
</inkml:ink>
</file>

<file path=ppt/ink/ink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03T02:20:41.654"/>
    </inkml:context>
    <inkml:brush xml:id="br0">
      <inkml:brushProperty name="width" value="0.05" units="cm"/>
      <inkml:brushProperty name="height" value="0.05" units="cm"/>
    </inkml:brush>
  </inkml:definitions>
  <inkml:trace contextRef="#ctx0" brushRef="#br0">22927 13467 16383 0 0,'-355'1043'0'0'0</inkml:trace>
</inkml:ink>
</file>

<file path=ppt/ink/ink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03T02:20:41.655"/>
    </inkml:context>
    <inkml:brush xml:id="br0">
      <inkml:brushProperty name="width" value="0.1" units="cm"/>
      <inkml:brushProperty name="height" value="0.1" units="cm"/>
      <inkml:brushProperty name="color" value="#00A0D7"/>
    </inkml:brush>
  </inkml:definitions>
  <inkml:trace contextRef="#ctx0" brushRef="#br0">18600 14568 16383 0 0,'0'-5'0'0'0,"0"-8"0"0"0,0-7 0 0 0,6 0 0 0 0,1-3 0 0 0,6 4 0 0 0,5 4 0 0 0,6 5 0 0 0,4-1 0 0 0,3 0 0 0 0,2 3 0 0 0,-5-2 0 0 0,-2-6 0 0 0,1 0 0 0 0,1 2 0 0 0,1 5 0 0 0,-4 3 0 0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8BBC227-82CC-47A8-8D09-D47488CF6FDF}" type="datetimeFigureOut">
              <a:t>6/3/2026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9FE9780-266D-4890-92C5-3BE9188D704E}" type="slidenum">
              <a:t>‹#›</a:t>
            </a:fld>
            <a:endParaRPr lang="en-US"/>
          </a:p>
        </p:txBody>
      </p:sp>
    </p:spTree>
    <p:extLst>
      <p:ext uri="{BB962C8B-B14F-4D97-AF65-F5344CB8AC3E}">
        <p14:creationId xmlns:p14="http://schemas.microsoft.com/office/powerpoint/2010/main" val="145047433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92B64EF9-F507-43D1-85DB-FEE40D9637BC}" type="slidenum">
              <a:rPr lang="en-AU" smtClean="0"/>
              <a:t>2</a:t>
            </a:fld>
            <a:endParaRPr lang="en-AU"/>
          </a:p>
        </p:txBody>
      </p:sp>
    </p:spTree>
    <p:extLst>
      <p:ext uri="{BB962C8B-B14F-4D97-AF65-F5344CB8AC3E}">
        <p14:creationId xmlns:p14="http://schemas.microsoft.com/office/powerpoint/2010/main" val="175885574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B31D65-CD33-99DB-2FF1-1149C1EB7F1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67ADBE0-BC53-6AE1-72DC-353675FBEE9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9A7A28F-25C7-DB40-27FF-236A7C61CBCD}"/>
              </a:ext>
            </a:extLst>
          </p:cNvPr>
          <p:cNvSpPr>
            <a:spLocks noGrp="1"/>
          </p:cNvSpPr>
          <p:nvPr>
            <p:ph type="body" idx="1"/>
          </p:nvPr>
        </p:nvSpPr>
        <p:spPr/>
        <p:txBody>
          <a:bodyPr/>
          <a:lstStyle/>
          <a:p>
            <a:endParaRPr lang="en-AU" dirty="0"/>
          </a:p>
        </p:txBody>
      </p:sp>
      <p:sp>
        <p:nvSpPr>
          <p:cNvPr id="4" name="Slide Number Placeholder 3">
            <a:extLst>
              <a:ext uri="{FF2B5EF4-FFF2-40B4-BE49-F238E27FC236}">
                <a16:creationId xmlns:a16="http://schemas.microsoft.com/office/drawing/2014/main" id="{E20AA8AC-5E9C-A9D6-302C-E2ABA7B64090}"/>
              </a:ext>
            </a:extLst>
          </p:cNvPr>
          <p:cNvSpPr>
            <a:spLocks noGrp="1"/>
          </p:cNvSpPr>
          <p:nvPr>
            <p:ph type="sldNum" sz="quarter" idx="5"/>
          </p:nvPr>
        </p:nvSpPr>
        <p:spPr/>
        <p:txBody>
          <a:bodyPr/>
          <a:lstStyle/>
          <a:p>
            <a:fld id="{92B64EF9-F507-43D1-85DB-FEE40D9637BC}" type="slidenum">
              <a:rPr lang="en-AU" smtClean="0"/>
              <a:t>3</a:t>
            </a:fld>
            <a:endParaRPr lang="en-AU"/>
          </a:p>
        </p:txBody>
      </p:sp>
    </p:spTree>
    <p:extLst>
      <p:ext uri="{BB962C8B-B14F-4D97-AF65-F5344CB8AC3E}">
        <p14:creationId xmlns:p14="http://schemas.microsoft.com/office/powerpoint/2010/main" val="21448991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B57D08-BD87-6383-814C-771134204DE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E940354-E42A-30F6-348F-3972E0A7283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18190AA-9CA0-2D89-D2B4-F78AEFD1607F}"/>
              </a:ext>
            </a:extLst>
          </p:cNvPr>
          <p:cNvSpPr>
            <a:spLocks noGrp="1"/>
          </p:cNvSpPr>
          <p:nvPr>
            <p:ph type="body" idx="1"/>
          </p:nvPr>
        </p:nvSpPr>
        <p:spPr/>
        <p:txBody>
          <a:bodyPr/>
          <a:lstStyle/>
          <a:p>
            <a:r>
              <a:rPr lang="en-AU">
                <a:ea typeface="Calibri"/>
                <a:cs typeface="Calibri"/>
              </a:rPr>
              <a:t>Do  further practice exercises from book.</a:t>
            </a:r>
            <a:endParaRPr lang="en-AU" dirty="0"/>
          </a:p>
        </p:txBody>
      </p:sp>
      <p:sp>
        <p:nvSpPr>
          <p:cNvPr id="4" name="Slide Number Placeholder 3">
            <a:extLst>
              <a:ext uri="{FF2B5EF4-FFF2-40B4-BE49-F238E27FC236}">
                <a16:creationId xmlns:a16="http://schemas.microsoft.com/office/drawing/2014/main" id="{777441C2-DC88-2370-1763-F821195B11EE}"/>
              </a:ext>
            </a:extLst>
          </p:cNvPr>
          <p:cNvSpPr>
            <a:spLocks noGrp="1"/>
          </p:cNvSpPr>
          <p:nvPr>
            <p:ph type="sldNum" sz="quarter" idx="5"/>
          </p:nvPr>
        </p:nvSpPr>
        <p:spPr/>
        <p:txBody>
          <a:bodyPr/>
          <a:lstStyle/>
          <a:p>
            <a:fld id="{92B64EF9-F507-43D1-85DB-FEE40D9637BC}" type="slidenum">
              <a:rPr lang="en-AU" smtClean="0"/>
              <a:t>4</a:t>
            </a:fld>
            <a:endParaRPr lang="en-AU"/>
          </a:p>
        </p:txBody>
      </p:sp>
    </p:spTree>
    <p:extLst>
      <p:ext uri="{BB962C8B-B14F-4D97-AF65-F5344CB8AC3E}">
        <p14:creationId xmlns:p14="http://schemas.microsoft.com/office/powerpoint/2010/main" val="137582147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3CBF7C-D5B7-C9A1-445C-F7E006DE291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9E89F9B-FED1-E207-FC57-5835229DBDD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CA34D5B-1C81-4337-D7CA-3881E35B755C}"/>
              </a:ext>
            </a:extLst>
          </p:cNvPr>
          <p:cNvSpPr>
            <a:spLocks noGrp="1"/>
          </p:cNvSpPr>
          <p:nvPr>
            <p:ph type="body" idx="1"/>
          </p:nvPr>
        </p:nvSpPr>
        <p:spPr/>
        <p:txBody>
          <a:bodyPr/>
          <a:lstStyle/>
          <a:p>
            <a:endParaRPr lang="en-AU" dirty="0"/>
          </a:p>
        </p:txBody>
      </p:sp>
      <p:sp>
        <p:nvSpPr>
          <p:cNvPr id="4" name="Slide Number Placeholder 3">
            <a:extLst>
              <a:ext uri="{FF2B5EF4-FFF2-40B4-BE49-F238E27FC236}">
                <a16:creationId xmlns:a16="http://schemas.microsoft.com/office/drawing/2014/main" id="{2FDEF5DD-D04C-F145-C577-5EAEB46FCBA2}"/>
              </a:ext>
            </a:extLst>
          </p:cNvPr>
          <p:cNvSpPr>
            <a:spLocks noGrp="1"/>
          </p:cNvSpPr>
          <p:nvPr>
            <p:ph type="sldNum" sz="quarter" idx="5"/>
          </p:nvPr>
        </p:nvSpPr>
        <p:spPr/>
        <p:txBody>
          <a:bodyPr/>
          <a:lstStyle/>
          <a:p>
            <a:fld id="{92B64EF9-F507-43D1-85DB-FEE40D9637BC}" type="slidenum">
              <a:rPr lang="en-AU" smtClean="0"/>
              <a:t>5</a:t>
            </a:fld>
            <a:endParaRPr lang="en-AU"/>
          </a:p>
        </p:txBody>
      </p:sp>
    </p:spTree>
    <p:extLst>
      <p:ext uri="{BB962C8B-B14F-4D97-AF65-F5344CB8AC3E}">
        <p14:creationId xmlns:p14="http://schemas.microsoft.com/office/powerpoint/2010/main" val="277687289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0AA32C-908A-4DBD-690B-33659E4BBB5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B8E556D-0DE5-FFBB-86B9-57B4AFA9812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71B72DA-9875-1381-778B-A067B9B24F2C}"/>
              </a:ext>
            </a:extLst>
          </p:cNvPr>
          <p:cNvSpPr>
            <a:spLocks noGrp="1"/>
          </p:cNvSpPr>
          <p:nvPr>
            <p:ph type="body" idx="1"/>
          </p:nvPr>
        </p:nvSpPr>
        <p:spPr/>
        <p:txBody>
          <a:bodyPr/>
          <a:lstStyle/>
          <a:p>
            <a:endParaRPr lang="en-AU" dirty="0"/>
          </a:p>
        </p:txBody>
      </p:sp>
      <p:sp>
        <p:nvSpPr>
          <p:cNvPr id="4" name="Slide Number Placeholder 3">
            <a:extLst>
              <a:ext uri="{FF2B5EF4-FFF2-40B4-BE49-F238E27FC236}">
                <a16:creationId xmlns:a16="http://schemas.microsoft.com/office/drawing/2014/main" id="{B34D6748-E813-C9F2-F3A8-EAD7B29CF159}"/>
              </a:ext>
            </a:extLst>
          </p:cNvPr>
          <p:cNvSpPr>
            <a:spLocks noGrp="1"/>
          </p:cNvSpPr>
          <p:nvPr>
            <p:ph type="sldNum" sz="quarter" idx="5"/>
          </p:nvPr>
        </p:nvSpPr>
        <p:spPr/>
        <p:txBody>
          <a:bodyPr/>
          <a:lstStyle/>
          <a:p>
            <a:fld id="{92B64EF9-F507-43D1-85DB-FEE40D9637BC}" type="slidenum">
              <a:rPr lang="en-AU" smtClean="0"/>
              <a:t>6</a:t>
            </a:fld>
            <a:endParaRPr lang="en-AU"/>
          </a:p>
        </p:txBody>
      </p:sp>
    </p:spTree>
    <p:extLst>
      <p:ext uri="{BB962C8B-B14F-4D97-AF65-F5344CB8AC3E}">
        <p14:creationId xmlns:p14="http://schemas.microsoft.com/office/powerpoint/2010/main" val="202634496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4A3D6C-326A-E31F-FFC8-B06A2C99688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02E5261-CEF0-5769-8575-5A06E4F55C6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FC19B80-A741-DF7E-555B-E727E6591BF0}"/>
              </a:ext>
            </a:extLst>
          </p:cNvPr>
          <p:cNvSpPr>
            <a:spLocks noGrp="1"/>
          </p:cNvSpPr>
          <p:nvPr>
            <p:ph type="body" idx="1"/>
          </p:nvPr>
        </p:nvSpPr>
        <p:spPr/>
        <p:txBody>
          <a:bodyPr/>
          <a:lstStyle/>
          <a:p>
            <a:r>
              <a:rPr lang="en-AU" dirty="0">
                <a:ea typeface="Calibri"/>
                <a:cs typeface="Calibri"/>
              </a:rPr>
              <a:t>Do converting between formats practice </a:t>
            </a:r>
            <a:r>
              <a:rPr lang="en-AU">
                <a:ea typeface="Calibri"/>
                <a:cs typeface="Calibri"/>
              </a:rPr>
              <a:t>exercises from book.</a:t>
            </a:r>
            <a:endParaRPr lang="en-AU" dirty="0"/>
          </a:p>
        </p:txBody>
      </p:sp>
      <p:sp>
        <p:nvSpPr>
          <p:cNvPr id="4" name="Slide Number Placeholder 3">
            <a:extLst>
              <a:ext uri="{FF2B5EF4-FFF2-40B4-BE49-F238E27FC236}">
                <a16:creationId xmlns:a16="http://schemas.microsoft.com/office/drawing/2014/main" id="{7AD9BBB3-FF68-6A41-0A38-9B404E22599F}"/>
              </a:ext>
            </a:extLst>
          </p:cNvPr>
          <p:cNvSpPr>
            <a:spLocks noGrp="1"/>
          </p:cNvSpPr>
          <p:nvPr>
            <p:ph type="sldNum" sz="quarter" idx="5"/>
          </p:nvPr>
        </p:nvSpPr>
        <p:spPr/>
        <p:txBody>
          <a:bodyPr/>
          <a:lstStyle/>
          <a:p>
            <a:fld id="{92B64EF9-F507-43D1-85DB-FEE40D9637BC}" type="slidenum">
              <a:rPr lang="en-AU" smtClean="0"/>
              <a:t>7</a:t>
            </a:fld>
            <a:endParaRPr lang="en-AU"/>
          </a:p>
        </p:txBody>
      </p:sp>
    </p:spTree>
    <p:extLst>
      <p:ext uri="{BB962C8B-B14F-4D97-AF65-F5344CB8AC3E}">
        <p14:creationId xmlns:p14="http://schemas.microsoft.com/office/powerpoint/2010/main" val="161206340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91DA8F-22A9-6267-CCAF-2DA78E3601C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BEBD145-3DE0-BAFF-74EA-419FF4BBA36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B00790A-5FC2-A5DB-FF34-B030DFEC69A8}"/>
              </a:ext>
            </a:extLst>
          </p:cNvPr>
          <p:cNvSpPr>
            <a:spLocks noGrp="1"/>
          </p:cNvSpPr>
          <p:nvPr>
            <p:ph type="body" idx="1"/>
          </p:nvPr>
        </p:nvSpPr>
        <p:spPr/>
        <p:txBody>
          <a:bodyPr/>
          <a:lstStyle/>
          <a:p>
            <a:endParaRPr lang="en-AU" dirty="0"/>
          </a:p>
        </p:txBody>
      </p:sp>
      <p:sp>
        <p:nvSpPr>
          <p:cNvPr id="4" name="Slide Number Placeholder 3">
            <a:extLst>
              <a:ext uri="{FF2B5EF4-FFF2-40B4-BE49-F238E27FC236}">
                <a16:creationId xmlns:a16="http://schemas.microsoft.com/office/drawing/2014/main" id="{D1FDF96A-367D-A46B-95B0-A1F2AF86292E}"/>
              </a:ext>
            </a:extLst>
          </p:cNvPr>
          <p:cNvSpPr>
            <a:spLocks noGrp="1"/>
          </p:cNvSpPr>
          <p:nvPr>
            <p:ph type="sldNum" sz="quarter" idx="5"/>
          </p:nvPr>
        </p:nvSpPr>
        <p:spPr/>
        <p:txBody>
          <a:bodyPr/>
          <a:lstStyle/>
          <a:p>
            <a:fld id="{92B64EF9-F507-43D1-85DB-FEE40D9637BC}" type="slidenum">
              <a:rPr lang="en-AU" smtClean="0"/>
              <a:t>8</a:t>
            </a:fld>
            <a:endParaRPr lang="en-AU"/>
          </a:p>
        </p:txBody>
      </p:sp>
    </p:spTree>
    <p:extLst>
      <p:ext uri="{BB962C8B-B14F-4D97-AF65-F5344CB8AC3E}">
        <p14:creationId xmlns:p14="http://schemas.microsoft.com/office/powerpoint/2010/main" val="43186656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706A66-139C-A3DE-108F-A7121913180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6894A95-FB58-F0AA-F21B-036F4210315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7E5A2D9-FA57-033B-EBA0-E92AD76ABE64}"/>
              </a:ext>
            </a:extLst>
          </p:cNvPr>
          <p:cNvSpPr>
            <a:spLocks noGrp="1"/>
          </p:cNvSpPr>
          <p:nvPr>
            <p:ph type="body" idx="1"/>
          </p:nvPr>
        </p:nvSpPr>
        <p:spPr/>
        <p:txBody>
          <a:bodyPr/>
          <a:lstStyle/>
          <a:p>
            <a:r>
              <a:rPr lang="en-AU" dirty="0">
                <a:ea typeface="Calibri"/>
                <a:cs typeface="Calibri"/>
              </a:rPr>
              <a:t>Do converting </a:t>
            </a:r>
            <a:r>
              <a:rPr lang="en-AU">
                <a:ea typeface="Calibri"/>
                <a:cs typeface="Calibri"/>
              </a:rPr>
              <a:t>between formats practice exercises from book.</a:t>
            </a:r>
            <a:endParaRPr lang="en-AU" dirty="0"/>
          </a:p>
        </p:txBody>
      </p:sp>
      <p:sp>
        <p:nvSpPr>
          <p:cNvPr id="4" name="Slide Number Placeholder 3">
            <a:extLst>
              <a:ext uri="{FF2B5EF4-FFF2-40B4-BE49-F238E27FC236}">
                <a16:creationId xmlns:a16="http://schemas.microsoft.com/office/drawing/2014/main" id="{98068D16-F561-6A20-9B8A-028E8D65EAB8}"/>
              </a:ext>
            </a:extLst>
          </p:cNvPr>
          <p:cNvSpPr>
            <a:spLocks noGrp="1"/>
          </p:cNvSpPr>
          <p:nvPr>
            <p:ph type="sldNum" sz="quarter" idx="5"/>
          </p:nvPr>
        </p:nvSpPr>
        <p:spPr/>
        <p:txBody>
          <a:bodyPr/>
          <a:lstStyle/>
          <a:p>
            <a:fld id="{92B64EF9-F507-43D1-85DB-FEE40D9637BC}" type="slidenum">
              <a:rPr lang="en-AU" smtClean="0"/>
              <a:t>9</a:t>
            </a:fld>
            <a:endParaRPr lang="en-AU"/>
          </a:p>
        </p:txBody>
      </p:sp>
    </p:spTree>
    <p:extLst>
      <p:ext uri="{BB962C8B-B14F-4D97-AF65-F5344CB8AC3E}">
        <p14:creationId xmlns:p14="http://schemas.microsoft.com/office/powerpoint/2010/main" val="132084981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9CF5A5-044C-5F3C-9295-56E7C0EE6C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CE8EDE1-749F-F39F-7D47-EF2A732627A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237E65F-662D-DBEC-2997-862677D26315}"/>
              </a:ext>
            </a:extLst>
          </p:cNvPr>
          <p:cNvSpPr>
            <a:spLocks noGrp="1"/>
          </p:cNvSpPr>
          <p:nvPr>
            <p:ph type="body" idx="1"/>
          </p:nvPr>
        </p:nvSpPr>
        <p:spPr/>
        <p:txBody>
          <a:bodyPr/>
          <a:lstStyle/>
          <a:p>
            <a:r>
              <a:rPr lang="en-AU" dirty="0">
                <a:ea typeface="Calibri"/>
                <a:cs typeface="Calibri"/>
              </a:rPr>
              <a:t>Practice exer</a:t>
            </a:r>
            <a:r>
              <a:rPr lang="en-AU">
                <a:ea typeface="Calibri"/>
                <a:cs typeface="Calibri"/>
              </a:rPr>
              <a:t>cises on page 353 chapter 15.</a:t>
            </a:r>
            <a:endParaRPr lang="en-AU" dirty="0"/>
          </a:p>
        </p:txBody>
      </p:sp>
      <p:sp>
        <p:nvSpPr>
          <p:cNvPr id="4" name="Slide Number Placeholder 3">
            <a:extLst>
              <a:ext uri="{FF2B5EF4-FFF2-40B4-BE49-F238E27FC236}">
                <a16:creationId xmlns:a16="http://schemas.microsoft.com/office/drawing/2014/main" id="{9357F032-2FCD-D101-457B-B4BA7E619136}"/>
              </a:ext>
            </a:extLst>
          </p:cNvPr>
          <p:cNvSpPr>
            <a:spLocks noGrp="1"/>
          </p:cNvSpPr>
          <p:nvPr>
            <p:ph type="sldNum" sz="quarter" idx="5"/>
          </p:nvPr>
        </p:nvSpPr>
        <p:spPr/>
        <p:txBody>
          <a:bodyPr/>
          <a:lstStyle/>
          <a:p>
            <a:fld id="{92B64EF9-F507-43D1-85DB-FEE40D9637BC}" type="slidenum">
              <a:rPr lang="en-AU" smtClean="0"/>
              <a:t>10</a:t>
            </a:fld>
            <a:endParaRPr lang="en-AU"/>
          </a:p>
        </p:txBody>
      </p:sp>
    </p:spTree>
    <p:extLst>
      <p:ext uri="{BB962C8B-B14F-4D97-AF65-F5344CB8AC3E}">
        <p14:creationId xmlns:p14="http://schemas.microsoft.com/office/powerpoint/2010/main" val="104897203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403DEF-204A-BF22-728B-90ADFEC31CC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ED020C4-709B-9960-2AD3-C2209562B90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049880E-6252-4FA7-C680-2B0D947832A6}"/>
              </a:ext>
            </a:extLst>
          </p:cNvPr>
          <p:cNvSpPr>
            <a:spLocks noGrp="1"/>
          </p:cNvSpPr>
          <p:nvPr>
            <p:ph type="body" idx="1"/>
          </p:nvPr>
        </p:nvSpPr>
        <p:spPr/>
        <p:txBody>
          <a:bodyPr/>
          <a:lstStyle/>
          <a:p>
            <a:endParaRPr lang="en-AU" dirty="0"/>
          </a:p>
        </p:txBody>
      </p:sp>
      <p:sp>
        <p:nvSpPr>
          <p:cNvPr id="4" name="Slide Number Placeholder 3">
            <a:extLst>
              <a:ext uri="{FF2B5EF4-FFF2-40B4-BE49-F238E27FC236}">
                <a16:creationId xmlns:a16="http://schemas.microsoft.com/office/drawing/2014/main" id="{5CB1E26D-049F-82C9-1D95-80FFC40046D4}"/>
              </a:ext>
            </a:extLst>
          </p:cNvPr>
          <p:cNvSpPr>
            <a:spLocks noGrp="1"/>
          </p:cNvSpPr>
          <p:nvPr>
            <p:ph type="sldNum" sz="quarter" idx="5"/>
          </p:nvPr>
        </p:nvSpPr>
        <p:spPr/>
        <p:txBody>
          <a:bodyPr/>
          <a:lstStyle/>
          <a:p>
            <a:fld id="{92B64EF9-F507-43D1-85DB-FEE40D9637BC}" type="slidenum">
              <a:rPr lang="en-AU" smtClean="0"/>
              <a:t>11</a:t>
            </a:fld>
            <a:endParaRPr lang="en-AU"/>
          </a:p>
        </p:txBody>
      </p:sp>
    </p:spTree>
    <p:extLst>
      <p:ext uri="{BB962C8B-B14F-4D97-AF65-F5344CB8AC3E}">
        <p14:creationId xmlns:p14="http://schemas.microsoft.com/office/powerpoint/2010/main" val="348545093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A39867-3B42-6C2E-E303-1DA17C53023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889462A-A885-2894-4922-C2593C85BEC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D43694A-2CB1-7DF1-0B09-BA4D2B5B0ABB}"/>
              </a:ext>
            </a:extLst>
          </p:cNvPr>
          <p:cNvSpPr>
            <a:spLocks noGrp="1"/>
          </p:cNvSpPr>
          <p:nvPr>
            <p:ph type="body" idx="1"/>
          </p:nvPr>
        </p:nvSpPr>
        <p:spPr/>
        <p:txBody>
          <a:bodyPr/>
          <a:lstStyle/>
          <a:p>
            <a:endParaRPr lang="en-AU" dirty="0"/>
          </a:p>
        </p:txBody>
      </p:sp>
      <p:sp>
        <p:nvSpPr>
          <p:cNvPr id="4" name="Slide Number Placeholder 3">
            <a:extLst>
              <a:ext uri="{FF2B5EF4-FFF2-40B4-BE49-F238E27FC236}">
                <a16:creationId xmlns:a16="http://schemas.microsoft.com/office/drawing/2014/main" id="{4561D076-87A4-A3A1-A742-40E0AA77DFC3}"/>
              </a:ext>
            </a:extLst>
          </p:cNvPr>
          <p:cNvSpPr>
            <a:spLocks noGrp="1"/>
          </p:cNvSpPr>
          <p:nvPr>
            <p:ph type="sldNum" sz="quarter" idx="5"/>
          </p:nvPr>
        </p:nvSpPr>
        <p:spPr/>
        <p:txBody>
          <a:bodyPr/>
          <a:lstStyle/>
          <a:p>
            <a:fld id="{92B64EF9-F507-43D1-85DB-FEE40D9637BC}" type="slidenum">
              <a:rPr lang="en-AU" smtClean="0"/>
              <a:t>12</a:t>
            </a:fld>
            <a:endParaRPr lang="en-AU"/>
          </a:p>
        </p:txBody>
      </p:sp>
    </p:spTree>
    <p:extLst>
      <p:ext uri="{BB962C8B-B14F-4D97-AF65-F5344CB8AC3E}">
        <p14:creationId xmlns:p14="http://schemas.microsoft.com/office/powerpoint/2010/main" val="96255809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314F69-B3CB-DF8A-4D53-195B2AD5DF2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DC457C3-3045-630C-B929-5A8A2BD715E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EABE0AE-07FC-DB65-4404-2AD1764B5AD1}"/>
              </a:ext>
            </a:extLst>
          </p:cNvPr>
          <p:cNvSpPr>
            <a:spLocks noGrp="1"/>
          </p:cNvSpPr>
          <p:nvPr>
            <p:ph type="body" idx="1"/>
          </p:nvPr>
        </p:nvSpPr>
        <p:spPr/>
        <p:txBody>
          <a:bodyPr/>
          <a:lstStyle/>
          <a:p>
            <a:r>
              <a:rPr lang="en-AU" dirty="0">
                <a:ea typeface="Calibri"/>
                <a:cs typeface="Calibri"/>
              </a:rPr>
              <a:t>Complete practice exercises in page 365 and 369 of the chapter </a:t>
            </a:r>
            <a:r>
              <a:rPr lang="en-AU" dirty="0" err="1">
                <a:ea typeface="Calibri"/>
                <a:cs typeface="Calibri"/>
              </a:rPr>
              <a:t>analyzing</a:t>
            </a:r>
            <a:r>
              <a:rPr lang="en-AU" dirty="0">
                <a:ea typeface="Calibri"/>
                <a:cs typeface="Calibri"/>
              </a:rPr>
              <a:t> existing subnets.</a:t>
            </a:r>
            <a:endParaRPr lang="en-AU" dirty="0"/>
          </a:p>
        </p:txBody>
      </p:sp>
      <p:sp>
        <p:nvSpPr>
          <p:cNvPr id="4" name="Slide Number Placeholder 3">
            <a:extLst>
              <a:ext uri="{FF2B5EF4-FFF2-40B4-BE49-F238E27FC236}">
                <a16:creationId xmlns:a16="http://schemas.microsoft.com/office/drawing/2014/main" id="{7C72CB42-6CDB-7ED6-4999-8B00FFF79DEB}"/>
              </a:ext>
            </a:extLst>
          </p:cNvPr>
          <p:cNvSpPr>
            <a:spLocks noGrp="1"/>
          </p:cNvSpPr>
          <p:nvPr>
            <p:ph type="sldNum" sz="quarter" idx="5"/>
          </p:nvPr>
        </p:nvSpPr>
        <p:spPr/>
        <p:txBody>
          <a:bodyPr/>
          <a:lstStyle/>
          <a:p>
            <a:fld id="{92B64EF9-F507-43D1-85DB-FEE40D9637BC}" type="slidenum">
              <a:rPr lang="en-AU" smtClean="0"/>
              <a:t>13</a:t>
            </a:fld>
            <a:endParaRPr lang="en-AU"/>
          </a:p>
        </p:txBody>
      </p:sp>
    </p:spTree>
    <p:extLst>
      <p:ext uri="{BB962C8B-B14F-4D97-AF65-F5344CB8AC3E}">
        <p14:creationId xmlns:p14="http://schemas.microsoft.com/office/powerpoint/2010/main" val="310148951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313254-ECD1-4864-6D7C-676683D0538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DFC01E5-6963-CA37-6A59-7FDB015097E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FBDD133-E88A-20B9-7BD8-6C6FAD25A78F}"/>
              </a:ext>
            </a:extLst>
          </p:cNvPr>
          <p:cNvSpPr>
            <a:spLocks noGrp="1"/>
          </p:cNvSpPr>
          <p:nvPr>
            <p:ph type="body" idx="1"/>
          </p:nvPr>
        </p:nvSpPr>
        <p:spPr/>
        <p:txBody>
          <a:bodyPr/>
          <a:lstStyle/>
          <a:p>
            <a:r>
              <a:rPr lang="en-AU" dirty="0"/>
              <a:t>Complete practice exercises in page 365 and 369 of the chapter </a:t>
            </a:r>
            <a:r>
              <a:rPr lang="en-AU" dirty="0" err="1"/>
              <a:t>analyzing</a:t>
            </a:r>
            <a:r>
              <a:rPr lang="en-AU" dirty="0"/>
              <a:t> existing subnets.</a:t>
            </a:r>
            <a:endParaRPr lang="en-US" dirty="0"/>
          </a:p>
        </p:txBody>
      </p:sp>
      <p:sp>
        <p:nvSpPr>
          <p:cNvPr id="4" name="Slide Number Placeholder 3">
            <a:extLst>
              <a:ext uri="{FF2B5EF4-FFF2-40B4-BE49-F238E27FC236}">
                <a16:creationId xmlns:a16="http://schemas.microsoft.com/office/drawing/2014/main" id="{691B20FD-7B0D-FC6A-FF85-5EA5FC846D74}"/>
              </a:ext>
            </a:extLst>
          </p:cNvPr>
          <p:cNvSpPr>
            <a:spLocks noGrp="1"/>
          </p:cNvSpPr>
          <p:nvPr>
            <p:ph type="sldNum" sz="quarter" idx="5"/>
          </p:nvPr>
        </p:nvSpPr>
        <p:spPr/>
        <p:txBody>
          <a:bodyPr/>
          <a:lstStyle/>
          <a:p>
            <a:fld id="{92B64EF9-F507-43D1-85DB-FEE40D9637BC}" type="slidenum">
              <a:rPr lang="en-AU" smtClean="0"/>
              <a:t>14</a:t>
            </a:fld>
            <a:endParaRPr lang="en-AU"/>
          </a:p>
        </p:txBody>
      </p:sp>
    </p:spTree>
    <p:extLst>
      <p:ext uri="{BB962C8B-B14F-4D97-AF65-F5344CB8AC3E}">
        <p14:creationId xmlns:p14="http://schemas.microsoft.com/office/powerpoint/2010/main" val="263083169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C76EC9-7599-FA86-ECB6-07370F624A7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C19344C-FD54-91E7-0B1B-6BF12C8A10D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24425E3-6093-6C8C-0E3E-693C0BE859E4}"/>
              </a:ext>
            </a:extLst>
          </p:cNvPr>
          <p:cNvSpPr>
            <a:spLocks noGrp="1"/>
          </p:cNvSpPr>
          <p:nvPr>
            <p:ph type="body" idx="1"/>
          </p:nvPr>
        </p:nvSpPr>
        <p:spPr/>
        <p:txBody>
          <a:bodyPr/>
          <a:lstStyle/>
          <a:p>
            <a:r>
              <a:rPr lang="en-AU" dirty="0">
                <a:ea typeface="Calibri"/>
                <a:cs typeface="Calibri"/>
              </a:rPr>
              <a:t>Complete practice exercises in page 365 and 369 of the chapter </a:t>
            </a:r>
            <a:r>
              <a:rPr lang="en-AU" dirty="0" err="1">
                <a:ea typeface="Calibri"/>
                <a:cs typeface="Calibri"/>
              </a:rPr>
              <a:t>analyzing</a:t>
            </a:r>
            <a:r>
              <a:rPr lang="en-AU" dirty="0">
                <a:ea typeface="Calibri"/>
                <a:cs typeface="Calibri"/>
              </a:rPr>
              <a:t> existing subnets.</a:t>
            </a:r>
            <a:endParaRPr lang="en-AU" dirty="0"/>
          </a:p>
        </p:txBody>
      </p:sp>
      <p:sp>
        <p:nvSpPr>
          <p:cNvPr id="4" name="Slide Number Placeholder 3">
            <a:extLst>
              <a:ext uri="{FF2B5EF4-FFF2-40B4-BE49-F238E27FC236}">
                <a16:creationId xmlns:a16="http://schemas.microsoft.com/office/drawing/2014/main" id="{362075A0-4F74-6CDD-5D9F-8EEDD653368D}"/>
              </a:ext>
            </a:extLst>
          </p:cNvPr>
          <p:cNvSpPr>
            <a:spLocks noGrp="1"/>
          </p:cNvSpPr>
          <p:nvPr>
            <p:ph type="sldNum" sz="quarter" idx="5"/>
          </p:nvPr>
        </p:nvSpPr>
        <p:spPr/>
        <p:txBody>
          <a:bodyPr/>
          <a:lstStyle/>
          <a:p>
            <a:fld id="{92B64EF9-F507-43D1-85DB-FEE40D9637BC}" type="slidenum">
              <a:rPr lang="en-AU" smtClean="0"/>
              <a:t>15</a:t>
            </a:fld>
            <a:endParaRPr lang="en-AU"/>
          </a:p>
        </p:txBody>
      </p:sp>
    </p:spTree>
    <p:extLst>
      <p:ext uri="{BB962C8B-B14F-4D97-AF65-F5344CB8AC3E}">
        <p14:creationId xmlns:p14="http://schemas.microsoft.com/office/powerpoint/2010/main" val="359748485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CA2777-DA72-0A28-10B6-5464D79CA8A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3A47A7F-4C87-7625-43B7-C877E11550F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2E2ECAA-29B5-F331-BB5F-A6B344A580BA}"/>
              </a:ext>
            </a:extLst>
          </p:cNvPr>
          <p:cNvSpPr>
            <a:spLocks noGrp="1"/>
          </p:cNvSpPr>
          <p:nvPr>
            <p:ph type="body" idx="1"/>
          </p:nvPr>
        </p:nvSpPr>
        <p:spPr/>
        <p:txBody>
          <a:bodyPr/>
          <a:lstStyle/>
          <a:p>
            <a:r>
              <a:rPr lang="en-AU" dirty="0"/>
              <a:t>Complete practice exercises in page 365 and 369 of the chapter </a:t>
            </a:r>
            <a:r>
              <a:rPr lang="en-AU" dirty="0" err="1"/>
              <a:t>analyzing</a:t>
            </a:r>
            <a:r>
              <a:rPr lang="en-AU" dirty="0"/>
              <a:t> existing subnets.</a:t>
            </a:r>
            <a:endParaRPr lang="en-US" dirty="0"/>
          </a:p>
        </p:txBody>
      </p:sp>
      <p:sp>
        <p:nvSpPr>
          <p:cNvPr id="4" name="Slide Number Placeholder 3">
            <a:extLst>
              <a:ext uri="{FF2B5EF4-FFF2-40B4-BE49-F238E27FC236}">
                <a16:creationId xmlns:a16="http://schemas.microsoft.com/office/drawing/2014/main" id="{33FBE69F-8752-0C1B-6B86-BFA48AE4B64B}"/>
              </a:ext>
            </a:extLst>
          </p:cNvPr>
          <p:cNvSpPr>
            <a:spLocks noGrp="1"/>
          </p:cNvSpPr>
          <p:nvPr>
            <p:ph type="sldNum" sz="quarter" idx="5"/>
          </p:nvPr>
        </p:nvSpPr>
        <p:spPr/>
        <p:txBody>
          <a:bodyPr/>
          <a:lstStyle/>
          <a:p>
            <a:fld id="{92B64EF9-F507-43D1-85DB-FEE40D9637BC}" type="slidenum">
              <a:rPr lang="en-AU" smtClean="0"/>
              <a:t>16</a:t>
            </a:fld>
            <a:endParaRPr lang="en-AU"/>
          </a:p>
        </p:txBody>
      </p:sp>
    </p:spTree>
    <p:extLst>
      <p:ext uri="{BB962C8B-B14F-4D97-AF65-F5344CB8AC3E}">
        <p14:creationId xmlns:p14="http://schemas.microsoft.com/office/powerpoint/2010/main" val="380005305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B83683-A89B-93D7-87FD-39777EC2D29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1EB9CBC-819F-9491-BCF6-2AC3DE04519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A9BDC07-9986-6645-786A-06080FF1A1E3}"/>
              </a:ext>
            </a:extLst>
          </p:cNvPr>
          <p:cNvSpPr>
            <a:spLocks noGrp="1"/>
          </p:cNvSpPr>
          <p:nvPr>
            <p:ph type="body" idx="1"/>
          </p:nvPr>
        </p:nvSpPr>
        <p:spPr/>
        <p:txBody>
          <a:bodyPr/>
          <a:lstStyle/>
          <a:p>
            <a:r>
              <a:rPr lang="en-AU"/>
              <a:t>Complete practice exercises in page 513.</a:t>
            </a:r>
            <a:endParaRPr lang="en-US"/>
          </a:p>
        </p:txBody>
      </p:sp>
      <p:sp>
        <p:nvSpPr>
          <p:cNvPr id="4" name="Slide Number Placeholder 3">
            <a:extLst>
              <a:ext uri="{FF2B5EF4-FFF2-40B4-BE49-F238E27FC236}">
                <a16:creationId xmlns:a16="http://schemas.microsoft.com/office/drawing/2014/main" id="{C62DF419-4888-C21B-CF8D-14E699CFA888}"/>
              </a:ext>
            </a:extLst>
          </p:cNvPr>
          <p:cNvSpPr>
            <a:spLocks noGrp="1"/>
          </p:cNvSpPr>
          <p:nvPr>
            <p:ph type="sldNum" sz="quarter" idx="5"/>
          </p:nvPr>
        </p:nvSpPr>
        <p:spPr/>
        <p:txBody>
          <a:bodyPr/>
          <a:lstStyle/>
          <a:p>
            <a:fld id="{92B64EF9-F507-43D1-85DB-FEE40D9637BC}" type="slidenum">
              <a:rPr lang="en-AU" smtClean="0"/>
              <a:t>17</a:t>
            </a:fld>
            <a:endParaRPr lang="en-AU"/>
          </a:p>
        </p:txBody>
      </p:sp>
    </p:spTree>
    <p:extLst>
      <p:ext uri="{BB962C8B-B14F-4D97-AF65-F5344CB8AC3E}">
        <p14:creationId xmlns:p14="http://schemas.microsoft.com/office/powerpoint/2010/main" val="232389001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BF9754-6B09-D76B-2196-66FAB9138B9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74BDE73-8BCB-089B-EC96-179F7AB0B8A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55FA378-18CB-2173-E0E7-A888275F26AE}"/>
              </a:ext>
            </a:extLst>
          </p:cNvPr>
          <p:cNvSpPr>
            <a:spLocks noGrp="1"/>
          </p:cNvSpPr>
          <p:nvPr>
            <p:ph type="body" idx="1"/>
          </p:nvPr>
        </p:nvSpPr>
        <p:spPr/>
        <p:txBody>
          <a:bodyPr/>
          <a:lstStyle/>
          <a:p>
            <a:r>
              <a:rPr lang="en-AU"/>
              <a:t>Complete practice exercises in page 513.</a:t>
            </a:r>
            <a:endParaRPr lang="en-US"/>
          </a:p>
        </p:txBody>
      </p:sp>
      <p:sp>
        <p:nvSpPr>
          <p:cNvPr id="4" name="Slide Number Placeholder 3">
            <a:extLst>
              <a:ext uri="{FF2B5EF4-FFF2-40B4-BE49-F238E27FC236}">
                <a16:creationId xmlns:a16="http://schemas.microsoft.com/office/drawing/2014/main" id="{7954548E-1B7F-1EA6-CB45-9A8F6715AEC4}"/>
              </a:ext>
            </a:extLst>
          </p:cNvPr>
          <p:cNvSpPr>
            <a:spLocks noGrp="1"/>
          </p:cNvSpPr>
          <p:nvPr>
            <p:ph type="sldNum" sz="quarter" idx="5"/>
          </p:nvPr>
        </p:nvSpPr>
        <p:spPr/>
        <p:txBody>
          <a:bodyPr/>
          <a:lstStyle/>
          <a:p>
            <a:fld id="{92B64EF9-F507-43D1-85DB-FEE40D9637BC}" type="slidenum">
              <a:rPr lang="en-AU" smtClean="0"/>
              <a:t>18</a:t>
            </a:fld>
            <a:endParaRPr lang="en-AU"/>
          </a:p>
        </p:txBody>
      </p:sp>
    </p:spTree>
    <p:extLst>
      <p:ext uri="{BB962C8B-B14F-4D97-AF65-F5344CB8AC3E}">
        <p14:creationId xmlns:p14="http://schemas.microsoft.com/office/powerpoint/2010/main" val="166291903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E2216E-B227-2438-64D0-94B1C584BFA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8AAFC05-C969-2548-3422-162A92CF029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EA2F039-823B-FBB2-34EE-D5E1835241CC}"/>
              </a:ext>
            </a:extLst>
          </p:cNvPr>
          <p:cNvSpPr>
            <a:spLocks noGrp="1"/>
          </p:cNvSpPr>
          <p:nvPr>
            <p:ph type="body" idx="1"/>
          </p:nvPr>
        </p:nvSpPr>
        <p:spPr/>
        <p:txBody>
          <a:bodyPr/>
          <a:lstStyle/>
          <a:p>
            <a:r>
              <a:rPr lang="en-AU"/>
              <a:t>Complete practice exercises in page 513.</a:t>
            </a:r>
            <a:endParaRPr lang="en-US"/>
          </a:p>
        </p:txBody>
      </p:sp>
      <p:sp>
        <p:nvSpPr>
          <p:cNvPr id="4" name="Slide Number Placeholder 3">
            <a:extLst>
              <a:ext uri="{FF2B5EF4-FFF2-40B4-BE49-F238E27FC236}">
                <a16:creationId xmlns:a16="http://schemas.microsoft.com/office/drawing/2014/main" id="{81246748-31BC-7F00-7588-79CD546D6A2F}"/>
              </a:ext>
            </a:extLst>
          </p:cNvPr>
          <p:cNvSpPr>
            <a:spLocks noGrp="1"/>
          </p:cNvSpPr>
          <p:nvPr>
            <p:ph type="sldNum" sz="quarter" idx="5"/>
          </p:nvPr>
        </p:nvSpPr>
        <p:spPr/>
        <p:txBody>
          <a:bodyPr/>
          <a:lstStyle/>
          <a:p>
            <a:fld id="{92B64EF9-F507-43D1-85DB-FEE40D9637BC}" type="slidenum">
              <a:rPr lang="en-AU" smtClean="0"/>
              <a:t>19</a:t>
            </a:fld>
            <a:endParaRPr lang="en-AU"/>
          </a:p>
        </p:txBody>
      </p:sp>
    </p:spTree>
    <p:extLst>
      <p:ext uri="{BB962C8B-B14F-4D97-AF65-F5344CB8AC3E}">
        <p14:creationId xmlns:p14="http://schemas.microsoft.com/office/powerpoint/2010/main" val="219551411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88324F-AEF2-D873-1DE4-F480DFB79D4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24132CB-D3C8-93DA-B8A9-897C9285D42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083B0AC-FC94-FA84-2B1C-2D767ADA8533}"/>
              </a:ext>
            </a:extLst>
          </p:cNvPr>
          <p:cNvSpPr>
            <a:spLocks noGrp="1"/>
          </p:cNvSpPr>
          <p:nvPr>
            <p:ph type="body" idx="1"/>
          </p:nvPr>
        </p:nvSpPr>
        <p:spPr/>
        <p:txBody>
          <a:bodyPr/>
          <a:lstStyle/>
          <a:p>
            <a:r>
              <a:rPr lang="en-AU"/>
              <a:t>Complete practice exercises in page 523.</a:t>
            </a:r>
            <a:endParaRPr lang="en-US"/>
          </a:p>
        </p:txBody>
      </p:sp>
      <p:sp>
        <p:nvSpPr>
          <p:cNvPr id="4" name="Slide Number Placeholder 3">
            <a:extLst>
              <a:ext uri="{FF2B5EF4-FFF2-40B4-BE49-F238E27FC236}">
                <a16:creationId xmlns:a16="http://schemas.microsoft.com/office/drawing/2014/main" id="{7D084656-5107-1F70-E87E-750D9F52E586}"/>
              </a:ext>
            </a:extLst>
          </p:cNvPr>
          <p:cNvSpPr>
            <a:spLocks noGrp="1"/>
          </p:cNvSpPr>
          <p:nvPr>
            <p:ph type="sldNum" sz="quarter" idx="5"/>
          </p:nvPr>
        </p:nvSpPr>
        <p:spPr/>
        <p:txBody>
          <a:bodyPr/>
          <a:lstStyle/>
          <a:p>
            <a:fld id="{92B64EF9-F507-43D1-85DB-FEE40D9637BC}" type="slidenum">
              <a:rPr lang="en-AU" smtClean="0"/>
              <a:t>20</a:t>
            </a:fld>
            <a:endParaRPr lang="en-AU"/>
          </a:p>
        </p:txBody>
      </p:sp>
    </p:spTree>
    <p:extLst>
      <p:ext uri="{BB962C8B-B14F-4D97-AF65-F5344CB8AC3E}">
        <p14:creationId xmlns:p14="http://schemas.microsoft.com/office/powerpoint/2010/main" val="202650090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2ED64E-C34A-9EAF-38B5-F5C0A300CA6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AC4D435-DCC5-E3FA-D6A7-DC6E5D90593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7067975-D402-0DF0-DB3A-E3F2EDB0F0A2}"/>
              </a:ext>
            </a:extLst>
          </p:cNvPr>
          <p:cNvSpPr>
            <a:spLocks noGrp="1"/>
          </p:cNvSpPr>
          <p:nvPr>
            <p:ph type="body" idx="1"/>
          </p:nvPr>
        </p:nvSpPr>
        <p:spPr/>
        <p:txBody>
          <a:bodyPr/>
          <a:lstStyle/>
          <a:p>
            <a:r>
              <a:rPr lang="en-AU"/>
              <a:t>Complete practice exercises in page 523.</a:t>
            </a:r>
            <a:endParaRPr lang="en-US"/>
          </a:p>
        </p:txBody>
      </p:sp>
      <p:sp>
        <p:nvSpPr>
          <p:cNvPr id="4" name="Slide Number Placeholder 3">
            <a:extLst>
              <a:ext uri="{FF2B5EF4-FFF2-40B4-BE49-F238E27FC236}">
                <a16:creationId xmlns:a16="http://schemas.microsoft.com/office/drawing/2014/main" id="{30E48946-D2A8-DF52-4775-95A96EE3F85E}"/>
              </a:ext>
            </a:extLst>
          </p:cNvPr>
          <p:cNvSpPr>
            <a:spLocks noGrp="1"/>
          </p:cNvSpPr>
          <p:nvPr>
            <p:ph type="sldNum" sz="quarter" idx="5"/>
          </p:nvPr>
        </p:nvSpPr>
        <p:spPr/>
        <p:txBody>
          <a:bodyPr/>
          <a:lstStyle/>
          <a:p>
            <a:fld id="{92B64EF9-F507-43D1-85DB-FEE40D9637BC}" type="slidenum">
              <a:rPr lang="en-AU" smtClean="0"/>
              <a:t>21</a:t>
            </a:fld>
            <a:endParaRPr lang="en-AU"/>
          </a:p>
        </p:txBody>
      </p:sp>
    </p:spTree>
    <p:extLst>
      <p:ext uri="{BB962C8B-B14F-4D97-AF65-F5344CB8AC3E}">
        <p14:creationId xmlns:p14="http://schemas.microsoft.com/office/powerpoint/2010/main" val="53469218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6BF268-102E-FC19-4C0C-D523F770D33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63F24D1-0D09-01B3-88B1-6489471BD50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723D213-6780-1211-130F-6D966BE2CF37}"/>
              </a:ext>
            </a:extLst>
          </p:cNvPr>
          <p:cNvSpPr>
            <a:spLocks noGrp="1"/>
          </p:cNvSpPr>
          <p:nvPr>
            <p:ph type="body" idx="1"/>
          </p:nvPr>
        </p:nvSpPr>
        <p:spPr/>
        <p:txBody>
          <a:bodyPr/>
          <a:lstStyle/>
          <a:p>
            <a:r>
              <a:rPr lang="en-AU"/>
              <a:t>Complete practice exercises in page 523.</a:t>
            </a:r>
            <a:endParaRPr lang="en-US"/>
          </a:p>
        </p:txBody>
      </p:sp>
      <p:sp>
        <p:nvSpPr>
          <p:cNvPr id="4" name="Slide Number Placeholder 3">
            <a:extLst>
              <a:ext uri="{FF2B5EF4-FFF2-40B4-BE49-F238E27FC236}">
                <a16:creationId xmlns:a16="http://schemas.microsoft.com/office/drawing/2014/main" id="{4F8F4B36-23D5-B24E-26F7-069AA05A09D9}"/>
              </a:ext>
            </a:extLst>
          </p:cNvPr>
          <p:cNvSpPr>
            <a:spLocks noGrp="1"/>
          </p:cNvSpPr>
          <p:nvPr>
            <p:ph type="sldNum" sz="quarter" idx="5"/>
          </p:nvPr>
        </p:nvSpPr>
        <p:spPr/>
        <p:txBody>
          <a:bodyPr/>
          <a:lstStyle/>
          <a:p>
            <a:fld id="{92B64EF9-F507-43D1-85DB-FEE40D9637BC}" type="slidenum">
              <a:rPr lang="en-AU" smtClean="0"/>
              <a:t>22</a:t>
            </a:fld>
            <a:endParaRPr lang="en-AU"/>
          </a:p>
        </p:txBody>
      </p:sp>
    </p:spTree>
    <p:extLst>
      <p:ext uri="{BB962C8B-B14F-4D97-AF65-F5344CB8AC3E}">
        <p14:creationId xmlns:p14="http://schemas.microsoft.com/office/powerpoint/2010/main" val="298758698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8F54A3-EC0E-B15B-558C-A2AF3B12A70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0806F6D-E5B5-540A-B3D9-3BEFF2F4DF6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F9141AA-0E75-767B-8DAB-B4C98B0636C6}"/>
              </a:ext>
            </a:extLst>
          </p:cNvPr>
          <p:cNvSpPr>
            <a:spLocks noGrp="1"/>
          </p:cNvSpPr>
          <p:nvPr>
            <p:ph type="body" idx="1"/>
          </p:nvPr>
        </p:nvSpPr>
        <p:spPr/>
        <p:txBody>
          <a:bodyPr/>
          <a:lstStyle/>
          <a:p>
            <a:r>
              <a:rPr lang="en-AU"/>
              <a:t>Complete practice exercises in page 536.</a:t>
            </a:r>
            <a:endParaRPr lang="en-US"/>
          </a:p>
        </p:txBody>
      </p:sp>
      <p:sp>
        <p:nvSpPr>
          <p:cNvPr id="4" name="Slide Number Placeholder 3">
            <a:extLst>
              <a:ext uri="{FF2B5EF4-FFF2-40B4-BE49-F238E27FC236}">
                <a16:creationId xmlns:a16="http://schemas.microsoft.com/office/drawing/2014/main" id="{D3EC4C69-120A-E297-A3BF-00B6DDD1890C}"/>
              </a:ext>
            </a:extLst>
          </p:cNvPr>
          <p:cNvSpPr>
            <a:spLocks noGrp="1"/>
          </p:cNvSpPr>
          <p:nvPr>
            <p:ph type="sldNum" sz="quarter" idx="5"/>
          </p:nvPr>
        </p:nvSpPr>
        <p:spPr/>
        <p:txBody>
          <a:bodyPr/>
          <a:lstStyle/>
          <a:p>
            <a:fld id="{92B64EF9-F507-43D1-85DB-FEE40D9637BC}" type="slidenum">
              <a:rPr lang="en-AU" smtClean="0"/>
              <a:t>23</a:t>
            </a:fld>
            <a:endParaRPr lang="en-AU"/>
          </a:p>
        </p:txBody>
      </p:sp>
    </p:spTree>
    <p:extLst>
      <p:ext uri="{BB962C8B-B14F-4D97-AF65-F5344CB8AC3E}">
        <p14:creationId xmlns:p14="http://schemas.microsoft.com/office/powerpoint/2010/main" val="228995901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461244-C5AD-F0FC-E469-01BFFA04953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244AE2F-E2A9-F80D-3C65-E129FD3CC00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BACDD76-5038-8DFD-9BC1-E36F5D58150A}"/>
              </a:ext>
            </a:extLst>
          </p:cNvPr>
          <p:cNvSpPr>
            <a:spLocks noGrp="1"/>
          </p:cNvSpPr>
          <p:nvPr>
            <p:ph type="body" idx="1"/>
          </p:nvPr>
        </p:nvSpPr>
        <p:spPr/>
        <p:txBody>
          <a:bodyPr/>
          <a:lstStyle/>
          <a:p>
            <a:r>
              <a:rPr lang="en-AU"/>
              <a:t>Complete practice exercises in page 536.</a:t>
            </a:r>
            <a:endParaRPr lang="en-US"/>
          </a:p>
        </p:txBody>
      </p:sp>
      <p:sp>
        <p:nvSpPr>
          <p:cNvPr id="4" name="Slide Number Placeholder 3">
            <a:extLst>
              <a:ext uri="{FF2B5EF4-FFF2-40B4-BE49-F238E27FC236}">
                <a16:creationId xmlns:a16="http://schemas.microsoft.com/office/drawing/2014/main" id="{9154C0D3-0248-0473-DF32-5EB675113ADD}"/>
              </a:ext>
            </a:extLst>
          </p:cNvPr>
          <p:cNvSpPr>
            <a:spLocks noGrp="1"/>
          </p:cNvSpPr>
          <p:nvPr>
            <p:ph type="sldNum" sz="quarter" idx="5"/>
          </p:nvPr>
        </p:nvSpPr>
        <p:spPr/>
        <p:txBody>
          <a:bodyPr/>
          <a:lstStyle/>
          <a:p>
            <a:fld id="{92B64EF9-F507-43D1-85DB-FEE40D9637BC}" type="slidenum">
              <a:rPr lang="en-AU" smtClean="0"/>
              <a:t>24</a:t>
            </a:fld>
            <a:endParaRPr lang="en-AU"/>
          </a:p>
        </p:txBody>
      </p:sp>
    </p:spTree>
    <p:extLst>
      <p:ext uri="{BB962C8B-B14F-4D97-AF65-F5344CB8AC3E}">
        <p14:creationId xmlns:p14="http://schemas.microsoft.com/office/powerpoint/2010/main" val="405692486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7BD119-29F0-8222-7BE3-08F611A57EF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24A75A6-EAE3-4BED-5CF0-67167840141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4A42EC1-A926-58AC-F921-35C8BFBD74D4}"/>
              </a:ext>
            </a:extLst>
          </p:cNvPr>
          <p:cNvSpPr>
            <a:spLocks noGrp="1"/>
          </p:cNvSpPr>
          <p:nvPr>
            <p:ph type="body" idx="1"/>
          </p:nvPr>
        </p:nvSpPr>
        <p:spPr/>
        <p:txBody>
          <a:bodyPr/>
          <a:lstStyle/>
          <a:p>
            <a:r>
              <a:rPr lang="en-AU">
                <a:ea typeface="Calibri"/>
                <a:cs typeface="Calibri"/>
              </a:rPr>
              <a:t>First subnet (zero subnet) in second table does not overlap with any existing subnets in first table. Thus subnet 172.16.0.0/23 can be used. Or if zero subnet cannot be used, 172.16.10.0/23 does not overlap with existing subnets.</a:t>
            </a:r>
          </a:p>
          <a:p>
            <a:r>
              <a:rPr lang="en-AU"/>
              <a:t>Complete practice exercises in Appendix H.</a:t>
            </a:r>
            <a:endParaRPr lang="en-US">
              <a:ea typeface="Calibri"/>
              <a:cs typeface="Calibri"/>
            </a:endParaRPr>
          </a:p>
        </p:txBody>
      </p:sp>
      <p:sp>
        <p:nvSpPr>
          <p:cNvPr id="4" name="Slide Number Placeholder 3">
            <a:extLst>
              <a:ext uri="{FF2B5EF4-FFF2-40B4-BE49-F238E27FC236}">
                <a16:creationId xmlns:a16="http://schemas.microsoft.com/office/drawing/2014/main" id="{6B64C986-7DF8-A8A0-A576-10AA9AE1617B}"/>
              </a:ext>
            </a:extLst>
          </p:cNvPr>
          <p:cNvSpPr>
            <a:spLocks noGrp="1"/>
          </p:cNvSpPr>
          <p:nvPr>
            <p:ph type="sldNum" sz="quarter" idx="5"/>
          </p:nvPr>
        </p:nvSpPr>
        <p:spPr/>
        <p:txBody>
          <a:bodyPr/>
          <a:lstStyle/>
          <a:p>
            <a:fld id="{92B64EF9-F507-43D1-85DB-FEE40D9637BC}" type="slidenum">
              <a:rPr lang="en-AU" smtClean="0"/>
              <a:t>25</a:t>
            </a:fld>
            <a:endParaRPr lang="en-AU"/>
          </a:p>
        </p:txBody>
      </p:sp>
    </p:spTree>
    <p:extLst>
      <p:ext uri="{BB962C8B-B14F-4D97-AF65-F5344CB8AC3E}">
        <p14:creationId xmlns:p14="http://schemas.microsoft.com/office/powerpoint/2010/main" val="295676801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6/3/2026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3853878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6/3/2026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9491384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US" smtClean="0"/>
              <a:t>6/3/2026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5915245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46CE7D5-CF57-46EF-B807-FDD0502418D4}" type="datetimeFigureOut">
              <a:rPr lang="en-US" smtClean="0"/>
              <a:t>6/3/2026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2030920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46CE7D5-CF57-46EF-B807-FDD0502418D4}" type="datetimeFigureOut">
              <a:rPr lang="en-US" smtClean="0"/>
              <a:t>6/3/2026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7331723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46CE7D5-CF57-46EF-B807-FDD0502418D4}" type="datetimeFigureOut">
              <a:rPr lang="en-US" smtClean="0"/>
              <a:t>6/3/2026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2103125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US" smtClean="0"/>
              <a:t>6/3/2026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463889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6/3/2026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718414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6/3/2026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7189582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6/3/2026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2029054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6/3/2026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4794456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46CE7D5-CF57-46EF-B807-FDD0502418D4}" type="datetimeFigureOut">
              <a:rPr lang="en-US" smtClean="0"/>
              <a:t>6/3/2026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30EA680-D336-4FF7-8B7A-9848BB0A1C32}" type="slidenum">
              <a:rPr lang="en-US" smtClean="0"/>
              <a:t>‹#›</a:t>
            </a:fld>
            <a:endParaRPr lang="en-US"/>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6" Type="http://schemas.openxmlformats.org/officeDocument/2006/relationships/image" Target="../media/image5.png"/><Relationship Id="rId50" Type="http://schemas.openxmlformats.org/officeDocument/2006/relationships/image" Target="../media/image16.png"/><Relationship Id="rId55" Type="http://schemas.openxmlformats.org/officeDocument/2006/relationships/customXml" Target="../ink/ink5.xml"/><Relationship Id="rId63" Type="http://schemas.openxmlformats.org/officeDocument/2006/relationships/customXml" Target="../ink/ink10.xml"/><Relationship Id="rId34" Type="http://schemas.openxmlformats.org/officeDocument/2006/relationships/image" Target="../media/image10.png"/><Relationship Id="rId68" Type="http://schemas.openxmlformats.org/officeDocument/2006/relationships/customXml" Target="../ink/ink15.xml"/><Relationship Id="rId76" Type="http://schemas.openxmlformats.org/officeDocument/2006/relationships/image" Target="../media/image14.png"/><Relationship Id="rId84" Type="http://schemas.openxmlformats.org/officeDocument/2006/relationships/customXml" Target="../ink/ink25.xml"/><Relationship Id="rId89" Type="http://schemas.openxmlformats.org/officeDocument/2006/relationships/image" Target="../media/image26.png"/><Relationship Id="rId71" Type="http://schemas.openxmlformats.org/officeDocument/2006/relationships/customXml" Target="../ink/ink18.xml"/><Relationship Id="rId92" Type="http://schemas.openxmlformats.org/officeDocument/2006/relationships/customXml" Target="../ink/ink29.xml"/><Relationship Id="rId2" Type="http://schemas.openxmlformats.org/officeDocument/2006/relationships/notesSlide" Target="../notesSlides/notesSlide9.xml"/><Relationship Id="rId53" Type="http://schemas.openxmlformats.org/officeDocument/2006/relationships/customXml" Target="../ink/ink4.xml"/><Relationship Id="rId58" Type="http://schemas.openxmlformats.org/officeDocument/2006/relationships/customXml" Target="../ink/ink7.xml"/><Relationship Id="rId24" Type="http://schemas.openxmlformats.org/officeDocument/2006/relationships/image" Target="../media/image4.png"/><Relationship Id="rId66" Type="http://schemas.openxmlformats.org/officeDocument/2006/relationships/customXml" Target="../ink/ink13.xml"/><Relationship Id="rId32" Type="http://schemas.openxmlformats.org/officeDocument/2006/relationships/image" Target="../media/image9.png"/><Relationship Id="rId40" Type="http://schemas.openxmlformats.org/officeDocument/2006/relationships/image" Target="../media/image13.png"/><Relationship Id="rId74" Type="http://schemas.openxmlformats.org/officeDocument/2006/relationships/image" Target="../media/image8.png"/><Relationship Id="rId79" Type="http://schemas.openxmlformats.org/officeDocument/2006/relationships/customXml" Target="../ink/ink22.xml"/><Relationship Id="rId87" Type="http://schemas.openxmlformats.org/officeDocument/2006/relationships/image" Target="../media/image25.png"/><Relationship Id="rId61" Type="http://schemas.openxmlformats.org/officeDocument/2006/relationships/image" Target="../media/image1.png"/><Relationship Id="rId82" Type="http://schemas.openxmlformats.org/officeDocument/2006/relationships/customXml" Target="../ink/ink24.xml"/><Relationship Id="rId90" Type="http://schemas.openxmlformats.org/officeDocument/2006/relationships/customXml" Target="../ink/ink28.xml"/><Relationship Id="rId95" Type="http://schemas.openxmlformats.org/officeDocument/2006/relationships/image" Target="../media/image29.png"/><Relationship Id="rId48" Type="http://schemas.openxmlformats.org/officeDocument/2006/relationships/image" Target="../media/image15.png"/><Relationship Id="rId56" Type="http://schemas.openxmlformats.org/officeDocument/2006/relationships/image" Target="../media/image20.png"/><Relationship Id="rId64" Type="http://schemas.openxmlformats.org/officeDocument/2006/relationships/customXml" Target="../ink/ink11.xml"/><Relationship Id="rId30" Type="http://schemas.openxmlformats.org/officeDocument/2006/relationships/image" Target="../media/image7.png"/><Relationship Id="rId69" Type="http://schemas.openxmlformats.org/officeDocument/2006/relationships/customXml" Target="../ink/ink16.xml"/><Relationship Id="rId77" Type="http://schemas.openxmlformats.org/officeDocument/2006/relationships/customXml" Target="../ink/ink21.xml"/><Relationship Id="rId51" Type="http://schemas.openxmlformats.org/officeDocument/2006/relationships/customXml" Target="../ink/ink3.xml"/><Relationship Id="rId8" Type="http://schemas.openxmlformats.org/officeDocument/2006/relationships/image" Target="../media/image3.png"/><Relationship Id="rId72" Type="http://schemas.openxmlformats.org/officeDocument/2006/relationships/image" Target="../media/image2.png"/><Relationship Id="rId80" Type="http://schemas.openxmlformats.org/officeDocument/2006/relationships/image" Target="../media/image22.png"/><Relationship Id="rId85" Type="http://schemas.openxmlformats.org/officeDocument/2006/relationships/image" Target="../media/image24.png"/><Relationship Id="rId93" Type="http://schemas.openxmlformats.org/officeDocument/2006/relationships/image" Target="../media/image28.png"/><Relationship Id="rId3" Type="http://schemas.openxmlformats.org/officeDocument/2006/relationships/customXml" Target="../ink/ink1.xml"/><Relationship Id="rId59" Type="http://schemas.openxmlformats.org/officeDocument/2006/relationships/image" Target="../media/image21.png"/><Relationship Id="rId67" Type="http://schemas.openxmlformats.org/officeDocument/2006/relationships/customXml" Target="../ink/ink14.xml"/><Relationship Id="rId38" Type="http://schemas.openxmlformats.org/officeDocument/2006/relationships/image" Target="../media/image12.png"/><Relationship Id="rId54" Type="http://schemas.openxmlformats.org/officeDocument/2006/relationships/image" Target="../media/image18.png"/><Relationship Id="rId62" Type="http://schemas.openxmlformats.org/officeDocument/2006/relationships/customXml" Target="../ink/ink9.xml"/><Relationship Id="rId70" Type="http://schemas.openxmlformats.org/officeDocument/2006/relationships/customXml" Target="../ink/ink17.xml"/><Relationship Id="rId75" Type="http://schemas.openxmlformats.org/officeDocument/2006/relationships/customXml" Target="../ink/ink20.xml"/><Relationship Id="rId83" Type="http://schemas.openxmlformats.org/officeDocument/2006/relationships/image" Target="../media/image23.png"/><Relationship Id="rId88" Type="http://schemas.openxmlformats.org/officeDocument/2006/relationships/customXml" Target="../ink/ink27.xml"/><Relationship Id="rId91" Type="http://schemas.openxmlformats.org/officeDocument/2006/relationships/image" Target="../media/image27.png"/><Relationship Id="rId1" Type="http://schemas.openxmlformats.org/officeDocument/2006/relationships/slideLayout" Target="../slideLayouts/slideLayout2.xml"/><Relationship Id="rId49" Type="http://schemas.openxmlformats.org/officeDocument/2006/relationships/customXml" Target="../ink/ink2.xml"/><Relationship Id="rId57" Type="http://schemas.openxmlformats.org/officeDocument/2006/relationships/customXml" Target="../ink/ink6.xml"/><Relationship Id="rId28" Type="http://schemas.openxmlformats.org/officeDocument/2006/relationships/image" Target="../media/image6.png"/><Relationship Id="rId36" Type="http://schemas.openxmlformats.org/officeDocument/2006/relationships/image" Target="../media/image11.png"/><Relationship Id="rId52" Type="http://schemas.openxmlformats.org/officeDocument/2006/relationships/image" Target="../media/image17.png"/><Relationship Id="rId60" Type="http://schemas.openxmlformats.org/officeDocument/2006/relationships/customXml" Target="../ink/ink8.xml"/><Relationship Id="rId65" Type="http://schemas.openxmlformats.org/officeDocument/2006/relationships/customXml" Target="../ink/ink12.xml"/><Relationship Id="rId73" Type="http://schemas.openxmlformats.org/officeDocument/2006/relationships/customXml" Target="../ink/ink19.xml"/><Relationship Id="rId78" Type="http://schemas.openxmlformats.org/officeDocument/2006/relationships/image" Target="../media/image19.png"/><Relationship Id="rId81" Type="http://schemas.openxmlformats.org/officeDocument/2006/relationships/customXml" Target="../ink/ink23.xml"/><Relationship Id="rId86" Type="http://schemas.openxmlformats.org/officeDocument/2006/relationships/customXml" Target="../ink/ink26.xml"/><Relationship Id="rId94" Type="http://schemas.openxmlformats.org/officeDocument/2006/relationships/customXml" Target="../ink/ink30.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87EB2D3-BDF9-9298-ED42-678A0A7C0DA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57AAFDA-F4A5-D0EE-C884-F2F4D1C46CBA}"/>
              </a:ext>
            </a:extLst>
          </p:cNvPr>
          <p:cNvSpPr>
            <a:spLocks noGrp="1"/>
          </p:cNvSpPr>
          <p:nvPr>
            <p:ph type="ctrTitle"/>
          </p:nvPr>
        </p:nvSpPr>
        <p:spPr>
          <a:xfrm>
            <a:off x="841248" y="548640"/>
            <a:ext cx="3273552" cy="5431536"/>
          </a:xfrm>
        </p:spPr>
        <p:txBody>
          <a:bodyPr vert="horz" lIns="91440" tIns="45720" rIns="91440" bIns="45720" rtlCol="0" anchor="ctr">
            <a:normAutofit/>
          </a:bodyPr>
          <a:lstStyle/>
          <a:p>
            <a:pPr algn="l"/>
            <a:r>
              <a:rPr lang="en-US" sz="5400">
                <a:solidFill>
                  <a:srgbClr val="C00000"/>
                </a:solidFill>
              </a:rPr>
              <a:t>IPv4 Subnetting </a:t>
            </a:r>
            <a:endParaRPr lang="en-US" sz="5400" kern="1200">
              <a:solidFill>
                <a:srgbClr val="C00000"/>
              </a:solidFill>
              <a:latin typeface="+mj-lt"/>
            </a:endParaRPr>
          </a:p>
        </p:txBody>
      </p:sp>
      <p:sp>
        <p:nvSpPr>
          <p:cNvPr id="3" name="Subtitle 2">
            <a:extLst>
              <a:ext uri="{FF2B5EF4-FFF2-40B4-BE49-F238E27FC236}">
                <a16:creationId xmlns:a16="http://schemas.microsoft.com/office/drawing/2014/main" id="{EF11D623-E612-AE09-C358-96D356FF3BF3}"/>
              </a:ext>
            </a:extLst>
          </p:cNvPr>
          <p:cNvSpPr>
            <a:spLocks noGrp="1"/>
          </p:cNvSpPr>
          <p:nvPr>
            <p:ph type="subTitle" idx="1"/>
          </p:nvPr>
        </p:nvSpPr>
        <p:spPr>
          <a:xfrm>
            <a:off x="4793408" y="337458"/>
            <a:ext cx="7126014" cy="6281056"/>
          </a:xfrm>
        </p:spPr>
        <p:txBody>
          <a:bodyPr vert="horz" lIns="91440" tIns="45720" rIns="91440" bIns="45720" rtlCol="0" anchor="ctr">
            <a:noAutofit/>
          </a:bodyPr>
          <a:lstStyle/>
          <a:p>
            <a:pPr indent="-228600" algn="l">
              <a:buFont typeface="Arial" panose="020B0604020202020204" pitchFamily="34" charset="0"/>
              <a:buChar char="•"/>
            </a:pPr>
            <a:r>
              <a:rPr lang="en-US" sz="2800" b="1" dirty="0"/>
              <a:t>Learning Outcomes:</a:t>
            </a:r>
          </a:p>
          <a:p>
            <a:pPr indent="-228600" algn="l">
              <a:buFont typeface="Arial" panose="020B0604020202020204" pitchFamily="34" charset="0"/>
              <a:buChar char="•"/>
            </a:pPr>
            <a:endParaRPr lang="en-US" sz="2800" b="1" dirty="0">
              <a:solidFill>
                <a:srgbClr val="000000"/>
              </a:solidFill>
            </a:endParaRPr>
          </a:p>
          <a:p>
            <a:pPr marL="1200150" lvl="1" indent="-457200" algn="l">
              <a:buAutoNum type="arabicPeriod"/>
            </a:pPr>
            <a:r>
              <a:rPr lang="en-US" sz="2800" b="1">
                <a:solidFill>
                  <a:schemeClr val="accent6"/>
                </a:solidFill>
              </a:rPr>
              <a:t>Design Phase</a:t>
            </a:r>
            <a:endParaRPr lang="en-US" sz="2800">
              <a:solidFill>
                <a:schemeClr val="accent6"/>
              </a:solidFill>
            </a:endParaRPr>
          </a:p>
          <a:p>
            <a:pPr marL="1200150" lvl="1" indent="-457200" algn="l">
              <a:buAutoNum type="arabicPeriod"/>
            </a:pPr>
            <a:r>
              <a:rPr lang="en-US" sz="2800" b="1">
                <a:solidFill>
                  <a:schemeClr val="accent6"/>
                </a:solidFill>
              </a:rPr>
              <a:t>Implementation</a:t>
            </a:r>
            <a:endParaRPr lang="en-US" sz="2800" b="1" dirty="0">
              <a:solidFill>
                <a:schemeClr val="accent6"/>
              </a:solidFill>
            </a:endParaRPr>
          </a:p>
          <a:p>
            <a:pPr marL="1200150" lvl="1" indent="-457200" algn="l">
              <a:buAutoNum type="arabicPeriod"/>
            </a:pPr>
            <a:r>
              <a:rPr lang="en-US" sz="2800" b="1">
                <a:solidFill>
                  <a:schemeClr val="accent6"/>
                </a:solidFill>
              </a:rPr>
              <a:t>Analyze classful IPv4 networks</a:t>
            </a:r>
            <a:endParaRPr lang="en-US" sz="2800" b="1" dirty="0">
              <a:solidFill>
                <a:schemeClr val="accent6"/>
              </a:solidFill>
            </a:endParaRPr>
          </a:p>
          <a:p>
            <a:pPr marL="1200150" lvl="1" indent="-457200" algn="l">
              <a:buAutoNum type="arabicPeriod"/>
            </a:pPr>
            <a:r>
              <a:rPr lang="en-US" sz="2800" b="1">
                <a:solidFill>
                  <a:schemeClr val="accent6"/>
                </a:solidFill>
              </a:rPr>
              <a:t>Subnet Masks</a:t>
            </a:r>
            <a:endParaRPr lang="en-US" sz="2800" b="1" dirty="0">
              <a:solidFill>
                <a:schemeClr val="accent6"/>
              </a:solidFill>
            </a:endParaRPr>
          </a:p>
          <a:p>
            <a:pPr marL="1200150" lvl="1" indent="-457200" algn="l">
              <a:buAutoNum type="arabicPeriod"/>
            </a:pPr>
            <a:r>
              <a:rPr lang="en-US" sz="2800" b="1" dirty="0">
                <a:solidFill>
                  <a:schemeClr val="accent6"/>
                </a:solidFill>
              </a:rPr>
              <a:t>Analyze </a:t>
            </a:r>
            <a:r>
              <a:rPr lang="en-US" sz="2800" b="1">
                <a:solidFill>
                  <a:schemeClr val="accent6"/>
                </a:solidFill>
              </a:rPr>
              <a:t>existing subnets</a:t>
            </a:r>
            <a:endParaRPr lang="en-US" sz="2800" b="1" dirty="0">
              <a:solidFill>
                <a:schemeClr val="accent6"/>
              </a:solidFill>
            </a:endParaRPr>
          </a:p>
          <a:p>
            <a:pPr marL="1200150" lvl="1" indent="-457200" algn="l">
              <a:buAutoNum type="arabicPeriod"/>
            </a:pPr>
            <a:r>
              <a:rPr lang="en-US" sz="2800" b="1">
                <a:solidFill>
                  <a:schemeClr val="accent6"/>
                </a:solidFill>
              </a:rPr>
              <a:t>Choosing subnet masks</a:t>
            </a:r>
            <a:endParaRPr lang="en-US" sz="2800" b="1" dirty="0">
              <a:solidFill>
                <a:schemeClr val="accent6"/>
              </a:solidFill>
            </a:endParaRPr>
          </a:p>
          <a:p>
            <a:pPr marL="1200150" lvl="1" indent="-457200" algn="l">
              <a:buAutoNum type="arabicPeriod"/>
            </a:pPr>
            <a:r>
              <a:rPr lang="en-US" sz="2800" b="1">
                <a:solidFill>
                  <a:schemeClr val="accent6"/>
                </a:solidFill>
              </a:rPr>
              <a:t>Variable Length Subnet Mask (VLSM)</a:t>
            </a:r>
            <a:endParaRPr lang="en-US" sz="2800" b="1" dirty="0">
              <a:solidFill>
                <a:schemeClr val="accent6"/>
              </a:solidFill>
            </a:endParaRPr>
          </a:p>
          <a:p>
            <a:pPr marL="742950" lvl="1" algn="l"/>
            <a:endParaRPr lang="en-US" sz="2800" dirty="0"/>
          </a:p>
        </p:txBody>
      </p:sp>
    </p:spTree>
    <p:extLst>
      <p:ext uri="{BB962C8B-B14F-4D97-AF65-F5344CB8AC3E}">
        <p14:creationId xmlns:p14="http://schemas.microsoft.com/office/powerpoint/2010/main" val="202889617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54306B-2FA9-DBD0-4879-2F0F9F640255}"/>
              </a:ext>
            </a:extLst>
          </p:cNvPr>
          <p:cNvSpPr>
            <a:spLocks noGrp="1"/>
          </p:cNvSpPr>
          <p:nvPr>
            <p:ph type="title"/>
          </p:nvPr>
        </p:nvSpPr>
        <p:spPr>
          <a:xfrm>
            <a:off x="1" y="0"/>
            <a:ext cx="4103914" cy="6858000"/>
          </a:xfrm>
          <a:solidFill>
            <a:schemeClr val="accent2"/>
          </a:solidFill>
        </p:spPr>
        <p:txBody>
          <a:bodyPr>
            <a:normAutofit/>
          </a:bodyPr>
          <a:lstStyle/>
          <a:p>
            <a:pPr algn="ctr"/>
            <a:r>
              <a:rPr lang="en-US" b="1">
                <a:solidFill>
                  <a:schemeClr val="bg1"/>
                </a:solidFill>
              </a:rPr>
              <a:t>1. Design Phase</a:t>
            </a:r>
          </a:p>
        </p:txBody>
      </p:sp>
      <p:sp>
        <p:nvSpPr>
          <p:cNvPr id="3" name="Content Placeholder 2">
            <a:extLst>
              <a:ext uri="{FF2B5EF4-FFF2-40B4-BE49-F238E27FC236}">
                <a16:creationId xmlns:a16="http://schemas.microsoft.com/office/drawing/2014/main" id="{19642708-C46C-0C1F-6CBC-B422CA064D0D}"/>
              </a:ext>
            </a:extLst>
          </p:cNvPr>
          <p:cNvSpPr>
            <a:spLocks noGrp="1"/>
          </p:cNvSpPr>
          <p:nvPr>
            <p:ph idx="1"/>
          </p:nvPr>
        </p:nvSpPr>
        <p:spPr>
          <a:xfrm>
            <a:off x="4973179" y="1715165"/>
            <a:ext cx="6454962" cy="3429266"/>
          </a:xfrm>
        </p:spPr>
        <p:txBody>
          <a:bodyPr vert="horz" lIns="91440" tIns="45720" rIns="91440" bIns="45720" rtlCol="0" anchor="t">
            <a:normAutofit/>
          </a:bodyPr>
          <a:lstStyle/>
          <a:p>
            <a:pPr algn="just"/>
            <a:r>
              <a:rPr lang="en-US" b="1"/>
              <a:t>Gather Requirements:</a:t>
            </a:r>
            <a:endParaRPr lang="en-US" b="1" dirty="0"/>
          </a:p>
          <a:p>
            <a:pPr lvl="1" algn="just">
              <a:buFont typeface="Courier New" panose="020B0604020202020204" pitchFamily="34" charset="0"/>
              <a:buChar char="o"/>
            </a:pPr>
            <a:r>
              <a:rPr lang="en-US" dirty="0"/>
              <a:t>Number of subnets required (X)</a:t>
            </a:r>
          </a:p>
          <a:p>
            <a:pPr lvl="1" algn="just">
              <a:buFont typeface="Courier New" panose="020B0604020202020204" pitchFamily="34" charset="0"/>
              <a:buChar char="o"/>
            </a:pPr>
            <a:r>
              <a:rPr lang="en-US" dirty="0"/>
              <a:t>Number of hosts/subnet required (Y)</a:t>
            </a:r>
          </a:p>
          <a:p>
            <a:pPr lvl="1">
              <a:buFont typeface="Courier New" panose="020B0604020202020204" pitchFamily="34" charset="0"/>
              <a:buChar char="o"/>
            </a:pPr>
            <a:r>
              <a:rPr lang="en-US"/>
              <a:t>Decide whether one mask on all subnets(equal sized networks) or Variable Length Subnet Mask (Variable sized networks)</a:t>
            </a:r>
            <a:endParaRPr lang="en-US" dirty="0"/>
          </a:p>
          <a:p>
            <a:pPr lvl="1" algn="just">
              <a:buFont typeface="Courier New" panose="020B0604020202020204" pitchFamily="34" charset="0"/>
              <a:buChar char="o"/>
            </a:pPr>
            <a:r>
              <a:rPr lang="en-US" dirty="0"/>
              <a:t>IP network number that will be subnetted</a:t>
            </a:r>
            <a:endParaRPr lang="en-US"/>
          </a:p>
          <a:p>
            <a:pPr algn="just"/>
            <a:endParaRPr lang="en-US" dirty="0"/>
          </a:p>
          <a:p>
            <a:endParaRPr lang="en-US" dirty="0"/>
          </a:p>
          <a:p>
            <a:endParaRPr lang="en-US" dirty="0"/>
          </a:p>
          <a:p>
            <a:endParaRPr lang="en-AU" dirty="0"/>
          </a:p>
        </p:txBody>
      </p:sp>
    </p:spTree>
    <p:extLst>
      <p:ext uri="{BB962C8B-B14F-4D97-AF65-F5344CB8AC3E}">
        <p14:creationId xmlns:p14="http://schemas.microsoft.com/office/powerpoint/2010/main" val="151674040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BB379E-EF19-A89E-335B-53E84C88AD3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12E1598-2158-325C-B651-E41BA17AAD21}"/>
              </a:ext>
            </a:extLst>
          </p:cNvPr>
          <p:cNvSpPr>
            <a:spLocks noGrp="1"/>
          </p:cNvSpPr>
          <p:nvPr>
            <p:ph type="title"/>
          </p:nvPr>
        </p:nvSpPr>
        <p:spPr>
          <a:xfrm>
            <a:off x="1" y="0"/>
            <a:ext cx="4103914" cy="6858000"/>
          </a:xfrm>
          <a:solidFill>
            <a:schemeClr val="accent2"/>
          </a:solidFill>
        </p:spPr>
        <p:txBody>
          <a:bodyPr>
            <a:normAutofit/>
          </a:bodyPr>
          <a:lstStyle/>
          <a:p>
            <a:pPr algn="ctr"/>
            <a:r>
              <a:rPr lang="en-US" b="1">
                <a:solidFill>
                  <a:schemeClr val="bg1"/>
                </a:solidFill>
              </a:rPr>
              <a:t>1. Design Phase</a:t>
            </a:r>
          </a:p>
        </p:txBody>
      </p:sp>
      <p:sp>
        <p:nvSpPr>
          <p:cNvPr id="3" name="Content Placeholder 2">
            <a:extLst>
              <a:ext uri="{FF2B5EF4-FFF2-40B4-BE49-F238E27FC236}">
                <a16:creationId xmlns:a16="http://schemas.microsoft.com/office/drawing/2014/main" id="{72AD6AB5-E87E-4D11-86D5-882C2ED96FCE}"/>
              </a:ext>
            </a:extLst>
          </p:cNvPr>
          <p:cNvSpPr>
            <a:spLocks noGrp="1"/>
          </p:cNvSpPr>
          <p:nvPr>
            <p:ph idx="1"/>
          </p:nvPr>
        </p:nvSpPr>
        <p:spPr>
          <a:xfrm>
            <a:off x="4201283" y="220854"/>
            <a:ext cx="7226858" cy="549501"/>
          </a:xfrm>
        </p:spPr>
        <p:txBody>
          <a:bodyPr vert="horz" lIns="91440" tIns="45720" rIns="91440" bIns="45720" rtlCol="0" anchor="t">
            <a:normAutofit/>
          </a:bodyPr>
          <a:lstStyle/>
          <a:p>
            <a:pPr algn="just"/>
            <a:r>
              <a:rPr lang="en-US" b="1" dirty="0"/>
              <a:t>Private IP address </a:t>
            </a:r>
            <a:r>
              <a:rPr lang="en-US" b="1"/>
              <a:t>space :  </a:t>
            </a:r>
            <a:endParaRPr lang="en-US"/>
          </a:p>
          <a:p>
            <a:pPr marL="457200" lvl="1" indent="0" algn="just">
              <a:buNone/>
            </a:pPr>
            <a:endParaRPr lang="en-US" dirty="0"/>
          </a:p>
          <a:p>
            <a:endParaRPr lang="en-US" dirty="0"/>
          </a:p>
          <a:p>
            <a:endParaRPr lang="en-US" dirty="0"/>
          </a:p>
          <a:p>
            <a:endParaRPr lang="en-AU" dirty="0"/>
          </a:p>
        </p:txBody>
      </p:sp>
      <p:graphicFrame>
        <p:nvGraphicFramePr>
          <p:cNvPr id="4" name="Table 3">
            <a:extLst>
              <a:ext uri="{FF2B5EF4-FFF2-40B4-BE49-F238E27FC236}">
                <a16:creationId xmlns:a16="http://schemas.microsoft.com/office/drawing/2014/main" id="{33AB7159-B120-A7F3-7CC4-6962F4263AD1}"/>
              </a:ext>
            </a:extLst>
          </p:cNvPr>
          <p:cNvGraphicFramePr>
            <a:graphicFrameLocks noGrp="1"/>
          </p:cNvGraphicFramePr>
          <p:nvPr>
            <p:extLst>
              <p:ext uri="{D42A27DB-BD31-4B8C-83A1-F6EECF244321}">
                <p14:modId xmlns:p14="http://schemas.microsoft.com/office/powerpoint/2010/main" val="566297618"/>
              </p:ext>
            </p:extLst>
          </p:nvPr>
        </p:nvGraphicFramePr>
        <p:xfrm>
          <a:off x="4334493" y="851064"/>
          <a:ext cx="7610098" cy="3044773"/>
        </p:xfrm>
        <a:graphic>
          <a:graphicData uri="http://schemas.openxmlformats.org/drawingml/2006/table">
            <a:tbl>
              <a:tblPr firstRow="1" bandRow="1">
                <a:tableStyleId>{5C22544A-7EE6-4342-B048-85BDC9FD1C3A}</a:tableStyleId>
              </a:tblPr>
              <a:tblGrid>
                <a:gridCol w="1207324">
                  <a:extLst>
                    <a:ext uri="{9D8B030D-6E8A-4147-A177-3AD203B41FA5}">
                      <a16:colId xmlns:a16="http://schemas.microsoft.com/office/drawing/2014/main" val="1440163539"/>
                    </a:ext>
                  </a:extLst>
                </a:gridCol>
                <a:gridCol w="1613064">
                  <a:extLst>
                    <a:ext uri="{9D8B030D-6E8A-4147-A177-3AD203B41FA5}">
                      <a16:colId xmlns:a16="http://schemas.microsoft.com/office/drawing/2014/main" val="923767928"/>
                    </a:ext>
                  </a:extLst>
                </a:gridCol>
                <a:gridCol w="1484415">
                  <a:extLst>
                    <a:ext uri="{9D8B030D-6E8A-4147-A177-3AD203B41FA5}">
                      <a16:colId xmlns:a16="http://schemas.microsoft.com/office/drawing/2014/main" val="4021493230"/>
                    </a:ext>
                  </a:extLst>
                </a:gridCol>
                <a:gridCol w="1385451">
                  <a:extLst>
                    <a:ext uri="{9D8B030D-6E8A-4147-A177-3AD203B41FA5}">
                      <a16:colId xmlns:a16="http://schemas.microsoft.com/office/drawing/2014/main" val="2209752171"/>
                    </a:ext>
                  </a:extLst>
                </a:gridCol>
                <a:gridCol w="1919844">
                  <a:extLst>
                    <a:ext uri="{9D8B030D-6E8A-4147-A177-3AD203B41FA5}">
                      <a16:colId xmlns:a16="http://schemas.microsoft.com/office/drawing/2014/main" val="1179146457"/>
                    </a:ext>
                  </a:extLst>
                </a:gridCol>
              </a:tblGrid>
              <a:tr h="609120">
                <a:tc>
                  <a:txBody>
                    <a:bodyPr/>
                    <a:lstStyle/>
                    <a:p>
                      <a:r>
                        <a:rPr lang="en-US"/>
                        <a:t>Class of Networks</a:t>
                      </a:r>
                    </a:p>
                  </a:txBody>
                  <a:tcPr/>
                </a:tc>
                <a:tc>
                  <a:txBody>
                    <a:bodyPr/>
                    <a:lstStyle/>
                    <a:p>
                      <a:r>
                        <a:rPr lang="en-US"/>
                        <a:t>Private IP Networks</a:t>
                      </a:r>
                      <a:endParaRPr lang="en-US" dirty="0"/>
                    </a:p>
                  </a:txBody>
                  <a:tcPr/>
                </a:tc>
                <a:tc>
                  <a:txBody>
                    <a:bodyPr/>
                    <a:lstStyle/>
                    <a:p>
                      <a:r>
                        <a:rPr lang="en-US"/>
                        <a:t>Number of Networks</a:t>
                      </a:r>
                    </a:p>
                  </a:txBody>
                  <a:tcPr/>
                </a:tc>
                <a:tc>
                  <a:txBody>
                    <a:bodyPr/>
                    <a:lstStyle/>
                    <a:p>
                      <a:pPr lvl="0">
                        <a:buNone/>
                      </a:pPr>
                      <a:r>
                        <a:rPr lang="en-US"/>
                        <a:t>Size (2</a:t>
                      </a:r>
                      <a:r>
                        <a:rPr lang="en-US" baseline="30000"/>
                        <a:t>H </a:t>
                      </a:r>
                      <a:r>
                        <a:rPr lang="en-US" baseline="0"/>
                        <a:t>–2 )</a:t>
                      </a:r>
                    </a:p>
                  </a:txBody>
                  <a:tcPr/>
                </a:tc>
                <a:tc>
                  <a:txBody>
                    <a:bodyPr/>
                    <a:lstStyle/>
                    <a:p>
                      <a:pPr lvl="0">
                        <a:buNone/>
                      </a:pPr>
                      <a:r>
                        <a:rPr lang="en-US" baseline="0" dirty="0"/>
                        <a:t>No. </a:t>
                      </a:r>
                      <a:r>
                        <a:rPr lang="en-US" baseline="0"/>
                        <a:t>Network(N) &amp; Host (H) bits</a:t>
                      </a:r>
                    </a:p>
                  </a:txBody>
                  <a:tcPr/>
                </a:tc>
                <a:extLst>
                  <a:ext uri="{0D108BD9-81ED-4DB2-BD59-A6C34878D82A}">
                    <a16:rowId xmlns:a16="http://schemas.microsoft.com/office/drawing/2014/main" val="160970564"/>
                  </a:ext>
                </a:extLst>
              </a:tr>
              <a:tr h="637233">
                <a:tc>
                  <a:txBody>
                    <a:bodyPr/>
                    <a:lstStyle/>
                    <a:p>
                      <a:pPr algn="l"/>
                      <a:r>
                        <a:rPr lang="en-US"/>
                        <a:t>A</a:t>
                      </a:r>
                    </a:p>
                  </a:txBody>
                  <a:tcPr/>
                </a:tc>
                <a:tc>
                  <a:txBody>
                    <a:bodyPr/>
                    <a:lstStyle/>
                    <a:p>
                      <a:r>
                        <a:rPr lang="en-US"/>
                        <a:t>10.0.0.0 </a:t>
                      </a:r>
                    </a:p>
                  </a:txBody>
                  <a:tcPr/>
                </a:tc>
                <a:tc>
                  <a:txBody>
                    <a:bodyPr/>
                    <a:lstStyle/>
                    <a:p>
                      <a:r>
                        <a:rPr lang="en-US"/>
                        <a:t>1</a:t>
                      </a:r>
                    </a:p>
                  </a:txBody>
                  <a:tcPr/>
                </a:tc>
                <a:tc>
                  <a:txBody>
                    <a:bodyPr/>
                    <a:lstStyle/>
                    <a:p>
                      <a:pPr lvl="0">
                        <a:buNone/>
                      </a:pPr>
                      <a:r>
                        <a:rPr lang="en-US"/>
                        <a:t>2</a:t>
                      </a:r>
                      <a:r>
                        <a:rPr lang="en-US" baseline="30000"/>
                        <a:t>24</a:t>
                      </a:r>
                      <a:r>
                        <a:rPr lang="en-US" baseline="0"/>
                        <a:t> –2 = 16,777,214</a:t>
                      </a:r>
                    </a:p>
                  </a:txBody>
                  <a:tcPr/>
                </a:tc>
                <a:tc>
                  <a:txBody>
                    <a:bodyPr/>
                    <a:lstStyle/>
                    <a:p>
                      <a:pPr lvl="0">
                        <a:buNone/>
                      </a:pPr>
                      <a:r>
                        <a:rPr lang="en-US" baseline="0"/>
                        <a:t>N=8,H=24</a:t>
                      </a:r>
                      <a:endParaRPr lang="en-US" baseline="0" dirty="0"/>
                    </a:p>
                  </a:txBody>
                  <a:tcPr/>
                </a:tc>
                <a:extLst>
                  <a:ext uri="{0D108BD9-81ED-4DB2-BD59-A6C34878D82A}">
                    <a16:rowId xmlns:a16="http://schemas.microsoft.com/office/drawing/2014/main" val="2079009043"/>
                  </a:ext>
                </a:extLst>
              </a:tr>
              <a:tr h="637233">
                <a:tc>
                  <a:txBody>
                    <a:bodyPr/>
                    <a:lstStyle/>
                    <a:p>
                      <a:r>
                        <a:rPr lang="en-US"/>
                        <a:t>B</a:t>
                      </a:r>
                    </a:p>
                  </a:txBody>
                  <a:tcPr/>
                </a:tc>
                <a:tc>
                  <a:txBody>
                    <a:bodyPr/>
                    <a:lstStyle/>
                    <a:p>
                      <a:r>
                        <a:rPr lang="en-US"/>
                        <a:t>172.16.0.0 - 172.31.0.0</a:t>
                      </a:r>
                    </a:p>
                  </a:txBody>
                  <a:tcPr/>
                </a:tc>
                <a:tc>
                  <a:txBody>
                    <a:bodyPr/>
                    <a:lstStyle/>
                    <a:p>
                      <a:r>
                        <a:rPr lang="en-US"/>
                        <a:t>16</a:t>
                      </a:r>
                    </a:p>
                  </a:txBody>
                  <a:tcPr/>
                </a:tc>
                <a:tc>
                  <a:txBody>
                    <a:bodyPr/>
                    <a:lstStyle/>
                    <a:p>
                      <a:pPr lvl="0">
                        <a:buNone/>
                      </a:pPr>
                      <a:r>
                        <a:rPr lang="en-US" sz="1800" b="0" i="0" u="none" strike="noStrike" noProof="0" dirty="0">
                          <a:solidFill>
                            <a:srgbClr val="000000"/>
                          </a:solidFill>
                        </a:rPr>
                        <a:t>2</a:t>
                      </a:r>
                      <a:r>
                        <a:rPr lang="en-US" sz="1800" b="0" i="0" u="none" strike="noStrike" baseline="30000" noProof="0" dirty="0">
                          <a:solidFill>
                            <a:srgbClr val="000000"/>
                          </a:solidFill>
                        </a:rPr>
                        <a:t>16</a:t>
                      </a:r>
                      <a:r>
                        <a:rPr lang="en-US" sz="1800" b="0" i="0" u="none" strike="noStrike" noProof="0">
                          <a:solidFill>
                            <a:srgbClr val="000000"/>
                          </a:solidFill>
                        </a:rPr>
                        <a:t> –2 = 65,534</a:t>
                      </a:r>
                      <a:endParaRPr lang="en-US" dirty="0"/>
                    </a:p>
                  </a:txBody>
                  <a:tcPr/>
                </a:tc>
                <a:tc>
                  <a:txBody>
                    <a:bodyPr/>
                    <a:lstStyle/>
                    <a:p>
                      <a:pPr lvl="0">
                        <a:buNone/>
                      </a:pPr>
                      <a:r>
                        <a:rPr lang="en-US" sz="1800" b="0" i="0" u="none" strike="noStrike" noProof="0">
                          <a:solidFill>
                            <a:srgbClr val="000000"/>
                          </a:solidFill>
                        </a:rPr>
                        <a:t>N=16,H=16</a:t>
                      </a:r>
                      <a:endParaRPr lang="en-US" sz="1800" b="0" i="0" u="none" strike="noStrike" noProof="0" dirty="0">
                        <a:solidFill>
                          <a:srgbClr val="000000"/>
                        </a:solidFill>
                      </a:endParaRPr>
                    </a:p>
                  </a:txBody>
                  <a:tcPr/>
                </a:tc>
                <a:extLst>
                  <a:ext uri="{0D108BD9-81ED-4DB2-BD59-A6C34878D82A}">
                    <a16:rowId xmlns:a16="http://schemas.microsoft.com/office/drawing/2014/main" val="324902691"/>
                  </a:ext>
                </a:extLst>
              </a:tr>
              <a:tr h="1124533">
                <a:tc>
                  <a:txBody>
                    <a:bodyPr/>
                    <a:lstStyle/>
                    <a:p>
                      <a:r>
                        <a:rPr lang="en-US"/>
                        <a:t>C</a:t>
                      </a:r>
                    </a:p>
                  </a:txBody>
                  <a:tcPr/>
                </a:tc>
                <a:tc>
                  <a:txBody>
                    <a:bodyPr/>
                    <a:lstStyle/>
                    <a:p>
                      <a:r>
                        <a:rPr lang="en-US"/>
                        <a:t>192.168.0.0 - 192.168.255.0</a:t>
                      </a:r>
                    </a:p>
                  </a:txBody>
                  <a:tcPr/>
                </a:tc>
                <a:tc>
                  <a:txBody>
                    <a:bodyPr/>
                    <a:lstStyle/>
                    <a:p>
                      <a:r>
                        <a:rPr lang="en-US"/>
                        <a:t>256</a:t>
                      </a:r>
                    </a:p>
                  </a:txBody>
                  <a:tcPr/>
                </a:tc>
                <a:tc>
                  <a:txBody>
                    <a:bodyPr/>
                    <a:lstStyle/>
                    <a:p>
                      <a:pPr lvl="0">
                        <a:buNone/>
                      </a:pPr>
                      <a:r>
                        <a:rPr lang="en-US" sz="1800" b="0" i="0" u="none" strike="noStrike" noProof="0" dirty="0">
                          <a:latin typeface="Aptos"/>
                        </a:rPr>
                        <a:t>2</a:t>
                      </a:r>
                      <a:r>
                        <a:rPr lang="en-US" sz="1800" b="0" i="0" u="none" strike="noStrike" baseline="30000" noProof="0" dirty="0">
                          <a:latin typeface="Aptos"/>
                        </a:rPr>
                        <a:t>8</a:t>
                      </a:r>
                      <a:r>
                        <a:rPr lang="en-US" sz="1800" b="0" i="0" u="none" strike="noStrike" noProof="0">
                          <a:latin typeface="Aptos"/>
                        </a:rPr>
                        <a:t> –2 = 254</a:t>
                      </a:r>
                      <a:endParaRPr lang="en-US"/>
                    </a:p>
                  </a:txBody>
                  <a:tcPr/>
                </a:tc>
                <a:tc>
                  <a:txBody>
                    <a:bodyPr/>
                    <a:lstStyle/>
                    <a:p>
                      <a:pPr lvl="0">
                        <a:buNone/>
                      </a:pPr>
                      <a:r>
                        <a:rPr lang="en-US" sz="1800" b="0" i="0" u="none" strike="noStrike" noProof="0">
                          <a:latin typeface="Aptos"/>
                        </a:rPr>
                        <a:t>N=24,H=8</a:t>
                      </a:r>
                      <a:endParaRPr lang="en-US" sz="1800" b="0" i="0" u="none" strike="noStrike" noProof="0" dirty="0">
                        <a:latin typeface="Aptos"/>
                      </a:endParaRPr>
                    </a:p>
                  </a:txBody>
                  <a:tcPr/>
                </a:tc>
                <a:extLst>
                  <a:ext uri="{0D108BD9-81ED-4DB2-BD59-A6C34878D82A}">
                    <a16:rowId xmlns:a16="http://schemas.microsoft.com/office/drawing/2014/main" val="3602066458"/>
                  </a:ext>
                </a:extLst>
              </a:tr>
            </a:tbl>
          </a:graphicData>
        </a:graphic>
      </p:graphicFrame>
      <p:sp>
        <p:nvSpPr>
          <p:cNvPr id="5" name="TextBox 4">
            <a:extLst>
              <a:ext uri="{FF2B5EF4-FFF2-40B4-BE49-F238E27FC236}">
                <a16:creationId xmlns:a16="http://schemas.microsoft.com/office/drawing/2014/main" id="{FAF7A5A5-EC64-83B3-0E89-8ABCCA8E571C}"/>
              </a:ext>
            </a:extLst>
          </p:cNvPr>
          <p:cNvSpPr txBox="1"/>
          <p:nvPr/>
        </p:nvSpPr>
        <p:spPr>
          <a:xfrm>
            <a:off x="4331234" y="4147192"/>
            <a:ext cx="7613362" cy="289310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b="1" dirty="0"/>
              <a:t>For classful </a:t>
            </a:r>
            <a:r>
              <a:rPr lang="en-US" sz="1600" b="1"/>
              <a:t>network subnetting with single mask for all subnets :</a:t>
            </a:r>
            <a:endParaRPr lang="en-US" sz="1600" b="1" dirty="0"/>
          </a:p>
          <a:p>
            <a:r>
              <a:rPr lang="en-US" sz="1600"/>
              <a:t>Total number of bits in 4 octets of IP address : </a:t>
            </a:r>
            <a:r>
              <a:rPr lang="en-US" sz="1600" b="1"/>
              <a:t>32</a:t>
            </a:r>
            <a:r>
              <a:rPr lang="en-US" sz="1600" dirty="0"/>
              <a:t> </a:t>
            </a:r>
            <a:endParaRPr lang="en-US"/>
          </a:p>
          <a:p>
            <a:r>
              <a:rPr lang="en-US" sz="1600"/>
              <a:t>Number of network bits (N) : Can be </a:t>
            </a:r>
            <a:r>
              <a:rPr lang="en-US" sz="1600" b="1"/>
              <a:t>8,16</a:t>
            </a:r>
            <a:r>
              <a:rPr lang="en-US" sz="1600"/>
              <a:t> or </a:t>
            </a:r>
            <a:r>
              <a:rPr lang="en-US" sz="1600" b="1"/>
              <a:t>24</a:t>
            </a:r>
            <a:endParaRPr lang="en-US" sz="1600" b="1" dirty="0"/>
          </a:p>
          <a:p>
            <a:r>
              <a:rPr lang="en-US" sz="1600"/>
              <a:t>Number of host bits (H) : Can be </a:t>
            </a:r>
            <a:r>
              <a:rPr lang="en-US" sz="1600" b="1"/>
              <a:t>24, 16, 8</a:t>
            </a:r>
            <a:endParaRPr lang="en-US" sz="1600" b="1" dirty="0"/>
          </a:p>
          <a:p>
            <a:r>
              <a:rPr lang="en-US" sz="1600" dirty="0"/>
              <a:t>Number of subnets required from </a:t>
            </a:r>
            <a:r>
              <a:rPr lang="en-US" sz="1600" dirty="0" err="1"/>
              <a:t>desig</a:t>
            </a:r>
            <a:r>
              <a:rPr lang="en-US" sz="1600" dirty="0"/>
              <a:t>n requirement = </a:t>
            </a:r>
            <a:r>
              <a:rPr lang="en-US" sz="1600" b="1" dirty="0"/>
              <a:t>X</a:t>
            </a:r>
          </a:p>
          <a:p>
            <a:r>
              <a:rPr lang="en-US" sz="1600" dirty="0"/>
              <a:t>Number of hosts/subnet required from design requirement = </a:t>
            </a:r>
            <a:r>
              <a:rPr lang="en-US" sz="1600" b="1" dirty="0"/>
              <a:t>Y</a:t>
            </a:r>
          </a:p>
          <a:p>
            <a:r>
              <a:rPr lang="en-US" sz="1600" dirty="0"/>
              <a:t>Choose number of subnet bits (</a:t>
            </a:r>
            <a:r>
              <a:rPr lang="en-US" sz="1600" b="1" dirty="0"/>
              <a:t>S)</a:t>
            </a:r>
            <a:r>
              <a:rPr lang="en-US" sz="1600" dirty="0"/>
              <a:t>, Such </a:t>
            </a:r>
            <a:r>
              <a:rPr lang="en-US" sz="1600"/>
              <a:t>that </a:t>
            </a:r>
            <a:r>
              <a:rPr lang="en-US" sz="1600" b="1"/>
              <a:t>2</a:t>
            </a:r>
            <a:r>
              <a:rPr lang="en-US" sz="1600" b="1" baseline="30000"/>
              <a:t>s </a:t>
            </a:r>
            <a:r>
              <a:rPr lang="en-US" sz="1600" b="1" dirty="0"/>
              <a:t>≥ X </a:t>
            </a:r>
          </a:p>
          <a:p>
            <a:r>
              <a:rPr lang="en-US" sz="1600" dirty="0"/>
              <a:t>Choose number of host bits (</a:t>
            </a:r>
            <a:r>
              <a:rPr lang="en-US" sz="1600" b="1" dirty="0"/>
              <a:t>H)</a:t>
            </a:r>
            <a:r>
              <a:rPr lang="en-US" sz="1600" dirty="0"/>
              <a:t>, where </a:t>
            </a:r>
            <a:r>
              <a:rPr lang="en-US" sz="1600" b="1" dirty="0"/>
              <a:t>2</a:t>
            </a:r>
            <a:r>
              <a:rPr lang="en-US" sz="1600" b="1" baseline="30000" dirty="0"/>
              <a:t>H </a:t>
            </a:r>
            <a:r>
              <a:rPr lang="en-US" sz="1600" b="1" dirty="0"/>
              <a:t>-2</a:t>
            </a:r>
            <a:r>
              <a:rPr lang="en-US" sz="1600" b="1" baseline="30000" dirty="0"/>
              <a:t> </a:t>
            </a:r>
            <a:r>
              <a:rPr lang="en-US" sz="1600" b="1"/>
              <a:t>≥ Y</a:t>
            </a:r>
          </a:p>
          <a:p>
            <a:endParaRPr lang="en-US" dirty="0"/>
          </a:p>
          <a:p>
            <a:endParaRPr lang="en-US" b="1" dirty="0"/>
          </a:p>
          <a:p>
            <a:endParaRPr lang="en-US" dirty="0"/>
          </a:p>
        </p:txBody>
      </p:sp>
    </p:spTree>
    <p:extLst>
      <p:ext uri="{BB962C8B-B14F-4D97-AF65-F5344CB8AC3E}">
        <p14:creationId xmlns:p14="http://schemas.microsoft.com/office/powerpoint/2010/main" val="352086528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031C9C-8551-F9AB-524B-976F859348D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164648C-6989-5CF6-95CD-DA54FADAF9FE}"/>
              </a:ext>
            </a:extLst>
          </p:cNvPr>
          <p:cNvSpPr>
            <a:spLocks noGrp="1"/>
          </p:cNvSpPr>
          <p:nvPr>
            <p:ph type="title"/>
          </p:nvPr>
        </p:nvSpPr>
        <p:spPr>
          <a:xfrm>
            <a:off x="1" y="0"/>
            <a:ext cx="4103914" cy="6858000"/>
          </a:xfrm>
          <a:solidFill>
            <a:schemeClr val="accent2"/>
          </a:solidFill>
        </p:spPr>
        <p:txBody>
          <a:bodyPr>
            <a:normAutofit/>
          </a:bodyPr>
          <a:lstStyle/>
          <a:p>
            <a:pPr algn="ctr"/>
            <a:r>
              <a:rPr lang="en-US" b="1">
                <a:solidFill>
                  <a:schemeClr val="bg1"/>
                </a:solidFill>
              </a:rPr>
              <a:t>1. Design Phase</a:t>
            </a:r>
          </a:p>
        </p:txBody>
      </p:sp>
      <p:sp>
        <p:nvSpPr>
          <p:cNvPr id="3" name="Content Placeholder 2">
            <a:extLst>
              <a:ext uri="{FF2B5EF4-FFF2-40B4-BE49-F238E27FC236}">
                <a16:creationId xmlns:a16="http://schemas.microsoft.com/office/drawing/2014/main" id="{085F7C86-DC66-90A3-7C0D-C68B47DE8CF0}"/>
              </a:ext>
            </a:extLst>
          </p:cNvPr>
          <p:cNvSpPr>
            <a:spLocks noGrp="1"/>
          </p:cNvSpPr>
          <p:nvPr>
            <p:ph idx="1"/>
          </p:nvPr>
        </p:nvSpPr>
        <p:spPr>
          <a:xfrm>
            <a:off x="4973179" y="321263"/>
            <a:ext cx="6454962" cy="5941427"/>
          </a:xfrm>
        </p:spPr>
        <p:txBody>
          <a:bodyPr vert="horz" lIns="91440" tIns="45720" rIns="91440" bIns="45720" rtlCol="0" anchor="t">
            <a:normAutofit lnSpcReduction="10000"/>
          </a:bodyPr>
          <a:lstStyle/>
          <a:p>
            <a:pPr algn="just"/>
            <a:r>
              <a:rPr lang="en-US" b="1" dirty="0"/>
              <a:t>Example </a:t>
            </a:r>
            <a:r>
              <a:rPr lang="en-US" b="1"/>
              <a:t>Design:</a:t>
            </a:r>
            <a:endParaRPr lang="en-US" b="1" dirty="0"/>
          </a:p>
          <a:p>
            <a:pPr lvl="1" algn="just">
              <a:buFont typeface="Courier New" panose="020B0604020202020204" pitchFamily="34" charset="0"/>
              <a:buChar char="o"/>
            </a:pPr>
            <a:r>
              <a:rPr lang="en-US"/>
              <a:t>Class B network 172.16.0.0, 200 subnets and 200 hosts.</a:t>
            </a:r>
            <a:endParaRPr lang="en-US" dirty="0"/>
          </a:p>
          <a:p>
            <a:pPr lvl="1" algn="just">
              <a:buFont typeface="Courier New" panose="020B0604020202020204" pitchFamily="34" charset="0"/>
              <a:buChar char="o"/>
            </a:pPr>
            <a:r>
              <a:rPr lang="en-US"/>
              <a:t>Here, X = 200, Y = 200, S =? And H = ?</a:t>
            </a:r>
            <a:endParaRPr lang="en-US" dirty="0"/>
          </a:p>
          <a:p>
            <a:pPr lvl="1" algn="just">
              <a:buFont typeface="Courier New" panose="020B0604020202020204" pitchFamily="34" charset="0"/>
              <a:buChar char="o"/>
            </a:pPr>
            <a:r>
              <a:rPr lang="en-US"/>
              <a:t>We have, 2</a:t>
            </a:r>
            <a:r>
              <a:rPr lang="en-US" baseline="30000"/>
              <a:t>s </a:t>
            </a:r>
            <a:r>
              <a:rPr lang="en-US"/>
              <a:t>≥ 200 and 2</a:t>
            </a:r>
            <a:r>
              <a:rPr lang="en-US" baseline="30000"/>
              <a:t>H </a:t>
            </a:r>
            <a:r>
              <a:rPr lang="en-US"/>
              <a:t>-2 ≥ 200</a:t>
            </a:r>
          </a:p>
          <a:p>
            <a:pPr lvl="1" algn="just">
              <a:buFont typeface="Courier New" panose="020B0604020202020204" pitchFamily="34" charset="0"/>
              <a:buChar char="o"/>
            </a:pPr>
            <a:r>
              <a:rPr lang="en-US"/>
              <a:t>Therefore, S ≥ log(2)/log(200) ≥ 7.64</a:t>
            </a:r>
            <a:endParaRPr lang="en-US" dirty="0"/>
          </a:p>
          <a:p>
            <a:pPr lvl="1" algn="just">
              <a:buFont typeface="Courier New" panose="020B0604020202020204" pitchFamily="34" charset="0"/>
              <a:buChar char="o"/>
            </a:pPr>
            <a:r>
              <a:rPr lang="en-US"/>
              <a:t>And H ≥ log(2)/log(202) ≥ 7.65</a:t>
            </a:r>
            <a:endParaRPr lang="en-US" dirty="0"/>
          </a:p>
          <a:p>
            <a:pPr lvl="1" algn="just">
              <a:buFont typeface="Courier New" panose="020B0604020202020204" pitchFamily="34" charset="0"/>
              <a:buChar char="o"/>
            </a:pPr>
            <a:r>
              <a:rPr lang="en-US"/>
              <a:t>Thus, S = 8 and H = 8</a:t>
            </a:r>
            <a:endParaRPr lang="en-US" dirty="0"/>
          </a:p>
          <a:p>
            <a:pPr lvl="1">
              <a:buFont typeface="Courier New" panose="020B0604020202020204" pitchFamily="34" charset="0"/>
              <a:buChar char="o"/>
            </a:pPr>
            <a:r>
              <a:rPr lang="en-US" dirty="0"/>
              <a:t>Subnet IDs/addresses: 172.16.0.0,172.16.1.0,172.16.2.0, 172.16.3.0 and so on </a:t>
            </a:r>
            <a:r>
              <a:rPr lang="en-US" dirty="0" err="1"/>
              <a:t>upto</a:t>
            </a:r>
            <a:r>
              <a:rPr lang="en-US" dirty="0"/>
              <a:t> 172.16.254.0 and 172.16.255.0</a:t>
            </a:r>
          </a:p>
          <a:p>
            <a:pPr lvl="1">
              <a:buFont typeface="Courier New" panose="020B0604020202020204" pitchFamily="34" charset="0"/>
              <a:buChar char="o"/>
            </a:pPr>
            <a:r>
              <a:rPr lang="en-US" dirty="0"/>
              <a:t>Each subnet has following network like structure: network ID/address 172.16.0.0 , broadcast ID/address 172.16.0.255, usable hosts range 172.16.0.1 </a:t>
            </a:r>
            <a:r>
              <a:rPr lang="en-US"/>
              <a:t>through 172.16.0.254</a:t>
            </a:r>
            <a:endParaRPr lang="en-US" dirty="0"/>
          </a:p>
          <a:p>
            <a:pPr algn="just"/>
            <a:endParaRPr lang="en-US" dirty="0"/>
          </a:p>
          <a:p>
            <a:endParaRPr lang="en-US" dirty="0"/>
          </a:p>
          <a:p>
            <a:endParaRPr lang="en-US" dirty="0"/>
          </a:p>
          <a:p>
            <a:endParaRPr lang="en-AU" dirty="0"/>
          </a:p>
        </p:txBody>
      </p:sp>
    </p:spTree>
    <p:extLst>
      <p:ext uri="{BB962C8B-B14F-4D97-AF65-F5344CB8AC3E}">
        <p14:creationId xmlns:p14="http://schemas.microsoft.com/office/powerpoint/2010/main" val="156579619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175AD2-CF6F-5BFE-1231-4B0680A1B27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64D6262-862F-E60A-0D05-5A73521B717C}"/>
              </a:ext>
            </a:extLst>
          </p:cNvPr>
          <p:cNvSpPr>
            <a:spLocks noGrp="1"/>
          </p:cNvSpPr>
          <p:nvPr>
            <p:ph type="title"/>
          </p:nvPr>
        </p:nvSpPr>
        <p:spPr>
          <a:xfrm>
            <a:off x="1" y="0"/>
            <a:ext cx="4103914" cy="6858000"/>
          </a:xfrm>
          <a:solidFill>
            <a:schemeClr val="accent2"/>
          </a:solidFill>
        </p:spPr>
        <p:txBody>
          <a:bodyPr>
            <a:normAutofit/>
          </a:bodyPr>
          <a:lstStyle/>
          <a:p>
            <a:pPr algn="ctr"/>
            <a:r>
              <a:rPr lang="en-US" b="1" dirty="0">
                <a:solidFill>
                  <a:schemeClr val="bg1"/>
                </a:solidFill>
              </a:rPr>
              <a:t>2. </a:t>
            </a:r>
            <a:r>
              <a:rPr lang="en-US" b="1">
                <a:solidFill>
                  <a:schemeClr val="bg1"/>
                </a:solidFill>
              </a:rPr>
              <a:t>Implementation</a:t>
            </a:r>
            <a:endParaRPr lang="en-US" b="1" dirty="0">
              <a:solidFill>
                <a:schemeClr val="bg1"/>
              </a:solidFill>
            </a:endParaRPr>
          </a:p>
        </p:txBody>
      </p:sp>
      <p:sp>
        <p:nvSpPr>
          <p:cNvPr id="3" name="Content Placeholder 2">
            <a:extLst>
              <a:ext uri="{FF2B5EF4-FFF2-40B4-BE49-F238E27FC236}">
                <a16:creationId xmlns:a16="http://schemas.microsoft.com/office/drawing/2014/main" id="{20E9AE82-B47E-A119-0ED6-140E2D79BFC7}"/>
              </a:ext>
            </a:extLst>
          </p:cNvPr>
          <p:cNvSpPr>
            <a:spLocks noGrp="1"/>
          </p:cNvSpPr>
          <p:nvPr>
            <p:ph idx="1"/>
          </p:nvPr>
        </p:nvSpPr>
        <p:spPr>
          <a:xfrm>
            <a:off x="4973179" y="321263"/>
            <a:ext cx="6454962" cy="5941427"/>
          </a:xfrm>
        </p:spPr>
        <p:txBody>
          <a:bodyPr vert="horz" lIns="91440" tIns="45720" rIns="91440" bIns="45720" rtlCol="0" anchor="t">
            <a:normAutofit fontScale="85000" lnSpcReduction="20000"/>
          </a:bodyPr>
          <a:lstStyle/>
          <a:p>
            <a:pPr algn="just"/>
            <a:r>
              <a:rPr lang="en-US" b="1"/>
              <a:t>Implementation steps: </a:t>
            </a:r>
            <a:endParaRPr lang="en-US" b="1" dirty="0"/>
          </a:p>
          <a:p>
            <a:r>
              <a:rPr lang="en-US" dirty="0"/>
              <a:t>Assign range of </a:t>
            </a:r>
            <a:r>
              <a:rPr lang="en-US" b="1" dirty="0"/>
              <a:t>subnets to locations</a:t>
            </a:r>
            <a:r>
              <a:rPr lang="en-US" dirty="0"/>
              <a:t> </a:t>
            </a:r>
            <a:r>
              <a:rPr lang="en-US" dirty="0" err="1"/>
              <a:t>such as:</a:t>
            </a:r>
            <a:r>
              <a:rPr lang="en-US" dirty="0"/>
              <a:t> 172.16.0.0 through 172.16.127.0 to office in Asia that has 12 VLANs and rest subnets reserved for future expansion.</a:t>
            </a:r>
          </a:p>
          <a:p>
            <a:r>
              <a:rPr lang="en-US" dirty="0"/>
              <a:t>Similarly, 172.16.128.0 through 172.16.192.0 to Australia and remaining 172.16.193.0 through 172.16.255.0 to United States.</a:t>
            </a:r>
          </a:p>
          <a:p>
            <a:r>
              <a:rPr lang="en-US" dirty="0"/>
              <a:t>Assigning and reserving </a:t>
            </a:r>
            <a:r>
              <a:rPr lang="en-US"/>
              <a:t>contiguous range of subnets to same geographic location helps in route summarization.</a:t>
            </a:r>
          </a:p>
          <a:p>
            <a:r>
              <a:rPr lang="en-US" dirty="0"/>
              <a:t>From each subnets assign lower range </a:t>
            </a:r>
            <a:r>
              <a:rPr lang="en-US" dirty="0" err="1"/>
              <a:t>ip</a:t>
            </a:r>
            <a:r>
              <a:rPr lang="en-US" dirty="0"/>
              <a:t> addresses as </a:t>
            </a:r>
            <a:r>
              <a:rPr lang="en-US" b="1" dirty="0"/>
              <a:t>static</a:t>
            </a:r>
            <a:r>
              <a:rPr lang="en-US" dirty="0"/>
              <a:t> for configuring network devices management </a:t>
            </a:r>
            <a:r>
              <a:rPr lang="en-US" dirty="0" err="1"/>
              <a:t>ip</a:t>
            </a:r>
            <a:r>
              <a:rPr lang="en-US" dirty="0"/>
              <a:t> and interface </a:t>
            </a:r>
            <a:r>
              <a:rPr lang="en-US" dirty="0" err="1"/>
              <a:t>ip</a:t>
            </a:r>
            <a:r>
              <a:rPr lang="en-US" dirty="0"/>
              <a:t>. Ex. 172.16.0.1 through 172.16.0.40 </a:t>
            </a:r>
          </a:p>
          <a:p>
            <a:r>
              <a:rPr lang="en-US" dirty="0"/>
              <a:t>From each subnets assign remaining upper range </a:t>
            </a:r>
            <a:r>
              <a:rPr lang="en-US" dirty="0" err="1"/>
              <a:t>ip</a:t>
            </a:r>
            <a:r>
              <a:rPr lang="en-US" dirty="0"/>
              <a:t> addresses as </a:t>
            </a:r>
            <a:r>
              <a:rPr lang="en-US" b="1" dirty="0"/>
              <a:t>DHCP</a:t>
            </a:r>
            <a:r>
              <a:rPr lang="en-US" dirty="0"/>
              <a:t> to dynamically assign to end hosts through DHCP server. Ex. 172.16.0.41 through 172.16.0.254</a:t>
            </a:r>
          </a:p>
          <a:p>
            <a:pPr algn="just"/>
            <a:endParaRPr lang="en-US" dirty="0"/>
          </a:p>
          <a:p>
            <a:endParaRPr lang="en-US" dirty="0"/>
          </a:p>
          <a:p>
            <a:endParaRPr lang="en-US" dirty="0"/>
          </a:p>
          <a:p>
            <a:endParaRPr lang="en-AU" dirty="0"/>
          </a:p>
        </p:txBody>
      </p:sp>
    </p:spTree>
    <p:extLst>
      <p:ext uri="{BB962C8B-B14F-4D97-AF65-F5344CB8AC3E}">
        <p14:creationId xmlns:p14="http://schemas.microsoft.com/office/powerpoint/2010/main" val="42079433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5EA882-CC89-DE7F-4570-8F1E18F3898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C0D6EF9-7EDB-461D-2099-E7926311E28B}"/>
              </a:ext>
            </a:extLst>
          </p:cNvPr>
          <p:cNvSpPr>
            <a:spLocks noGrp="1"/>
          </p:cNvSpPr>
          <p:nvPr>
            <p:ph type="title"/>
          </p:nvPr>
        </p:nvSpPr>
        <p:spPr>
          <a:xfrm>
            <a:off x="1" y="0"/>
            <a:ext cx="4103914" cy="6858000"/>
          </a:xfrm>
          <a:solidFill>
            <a:schemeClr val="accent2"/>
          </a:solidFill>
        </p:spPr>
        <p:txBody>
          <a:bodyPr>
            <a:normAutofit/>
          </a:bodyPr>
          <a:lstStyle/>
          <a:p>
            <a:pPr algn="ctr"/>
            <a:r>
              <a:rPr lang="en-US" b="1">
                <a:solidFill>
                  <a:schemeClr val="bg1"/>
                </a:solidFill>
              </a:rPr>
              <a:t>3. Analyze Classful IPv4 Networks</a:t>
            </a:r>
            <a:endParaRPr lang="en-US" b="1" dirty="0">
              <a:solidFill>
                <a:schemeClr val="bg1"/>
              </a:solidFill>
            </a:endParaRPr>
          </a:p>
        </p:txBody>
      </p:sp>
      <p:sp>
        <p:nvSpPr>
          <p:cNvPr id="5" name="Content Placeholder 2">
            <a:extLst>
              <a:ext uri="{FF2B5EF4-FFF2-40B4-BE49-F238E27FC236}">
                <a16:creationId xmlns:a16="http://schemas.microsoft.com/office/drawing/2014/main" id="{4B4472C4-A8EA-59F5-0EA7-E1FC461250E3}"/>
              </a:ext>
            </a:extLst>
          </p:cNvPr>
          <p:cNvSpPr txBox="1">
            <a:spLocks/>
          </p:cNvSpPr>
          <p:nvPr/>
        </p:nvSpPr>
        <p:spPr>
          <a:xfrm>
            <a:off x="4475091" y="-264"/>
            <a:ext cx="6454962" cy="914086"/>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r>
              <a:rPr lang="en-US" b="1"/>
              <a:t>IPv4 Classes:</a:t>
            </a:r>
            <a:endParaRPr lang="en-US" b="1" dirty="0"/>
          </a:p>
          <a:p>
            <a:pPr algn="just"/>
            <a:r>
              <a:rPr lang="en-US" sz="1800" dirty="0"/>
              <a:t>The first octet value of IPv4 dictates the class of </a:t>
            </a:r>
            <a:r>
              <a:rPr lang="en-US" sz="1800"/>
              <a:t>an address.</a:t>
            </a:r>
          </a:p>
          <a:p>
            <a:pPr marL="0" indent="0" algn="just">
              <a:buNone/>
            </a:pPr>
            <a:endParaRPr lang="en-US" b="1" dirty="0"/>
          </a:p>
          <a:p>
            <a:endParaRPr lang="en-US" dirty="0"/>
          </a:p>
          <a:p>
            <a:endParaRPr lang="en-US" dirty="0"/>
          </a:p>
          <a:p>
            <a:endParaRPr lang="en-AU" dirty="0"/>
          </a:p>
        </p:txBody>
      </p:sp>
      <p:graphicFrame>
        <p:nvGraphicFramePr>
          <p:cNvPr id="6" name="Table 5">
            <a:extLst>
              <a:ext uri="{FF2B5EF4-FFF2-40B4-BE49-F238E27FC236}">
                <a16:creationId xmlns:a16="http://schemas.microsoft.com/office/drawing/2014/main" id="{D6411C97-192D-4F9D-EC43-A6811DAABA9F}"/>
              </a:ext>
            </a:extLst>
          </p:cNvPr>
          <p:cNvGraphicFramePr>
            <a:graphicFrameLocks noGrp="1"/>
          </p:cNvGraphicFramePr>
          <p:nvPr>
            <p:extLst>
              <p:ext uri="{D42A27DB-BD31-4B8C-83A1-F6EECF244321}">
                <p14:modId xmlns:p14="http://schemas.microsoft.com/office/powerpoint/2010/main" val="2085772619"/>
              </p:ext>
            </p:extLst>
          </p:nvPr>
        </p:nvGraphicFramePr>
        <p:xfrm>
          <a:off x="4692804" y="910682"/>
          <a:ext cx="7312850" cy="4394200"/>
        </p:xfrm>
        <a:graphic>
          <a:graphicData uri="http://schemas.openxmlformats.org/drawingml/2006/table">
            <a:tbl>
              <a:tblPr firstRow="1" bandRow="1">
                <a:tableStyleId>{5C22544A-7EE6-4342-B048-85BDC9FD1C3A}</a:tableStyleId>
              </a:tblPr>
              <a:tblGrid>
                <a:gridCol w="1359875">
                  <a:extLst>
                    <a:ext uri="{9D8B030D-6E8A-4147-A177-3AD203B41FA5}">
                      <a16:colId xmlns:a16="http://schemas.microsoft.com/office/drawing/2014/main" val="3790000569"/>
                    </a:ext>
                  </a:extLst>
                </a:gridCol>
                <a:gridCol w="3235569">
                  <a:extLst>
                    <a:ext uri="{9D8B030D-6E8A-4147-A177-3AD203B41FA5}">
                      <a16:colId xmlns:a16="http://schemas.microsoft.com/office/drawing/2014/main" val="1721110504"/>
                    </a:ext>
                  </a:extLst>
                </a:gridCol>
                <a:gridCol w="2717406">
                  <a:extLst>
                    <a:ext uri="{9D8B030D-6E8A-4147-A177-3AD203B41FA5}">
                      <a16:colId xmlns:a16="http://schemas.microsoft.com/office/drawing/2014/main" val="3112587980"/>
                    </a:ext>
                  </a:extLst>
                </a:gridCol>
              </a:tblGrid>
              <a:tr h="370840">
                <a:tc>
                  <a:txBody>
                    <a:bodyPr/>
                    <a:lstStyle/>
                    <a:p>
                      <a:r>
                        <a:rPr lang="en-US"/>
                        <a:t>Classes</a:t>
                      </a:r>
                    </a:p>
                  </a:txBody>
                  <a:tcPr/>
                </a:tc>
                <a:tc>
                  <a:txBody>
                    <a:bodyPr/>
                    <a:lstStyle/>
                    <a:p>
                      <a:r>
                        <a:rPr lang="en-US"/>
                        <a:t>First octet value (leading bits)</a:t>
                      </a:r>
                    </a:p>
                  </a:txBody>
                  <a:tcPr/>
                </a:tc>
                <a:tc>
                  <a:txBody>
                    <a:bodyPr/>
                    <a:lstStyle/>
                    <a:p>
                      <a:r>
                        <a:rPr lang="en-US"/>
                        <a:t>Purpose</a:t>
                      </a:r>
                    </a:p>
                  </a:txBody>
                  <a:tcPr/>
                </a:tc>
                <a:extLst>
                  <a:ext uri="{0D108BD9-81ED-4DB2-BD59-A6C34878D82A}">
                    <a16:rowId xmlns:a16="http://schemas.microsoft.com/office/drawing/2014/main" val="1796756329"/>
                  </a:ext>
                </a:extLst>
              </a:tr>
              <a:tr h="370840">
                <a:tc>
                  <a:txBody>
                    <a:bodyPr/>
                    <a:lstStyle/>
                    <a:p>
                      <a:r>
                        <a:rPr lang="en-US"/>
                        <a:t>A</a:t>
                      </a:r>
                    </a:p>
                  </a:txBody>
                  <a:tcPr/>
                </a:tc>
                <a:tc>
                  <a:txBody>
                    <a:bodyPr/>
                    <a:lstStyle/>
                    <a:p>
                      <a:r>
                        <a:rPr lang="en-US"/>
                        <a:t>1 - 126 (0)</a:t>
                      </a:r>
                    </a:p>
                  </a:txBody>
                  <a:tcPr/>
                </a:tc>
                <a:tc>
                  <a:txBody>
                    <a:bodyPr/>
                    <a:lstStyle/>
                    <a:p>
                      <a:r>
                        <a:rPr lang="en-US" dirty="0"/>
                        <a:t>Unicast large networks </a:t>
                      </a:r>
                      <a:r>
                        <a:rPr lang="en-US"/>
                        <a:t>(ISPs)</a:t>
                      </a:r>
                    </a:p>
                  </a:txBody>
                  <a:tcPr/>
                </a:tc>
                <a:extLst>
                  <a:ext uri="{0D108BD9-81ED-4DB2-BD59-A6C34878D82A}">
                    <a16:rowId xmlns:a16="http://schemas.microsoft.com/office/drawing/2014/main" val="2831743810"/>
                  </a:ext>
                </a:extLst>
              </a:tr>
              <a:tr h="370840">
                <a:tc>
                  <a:txBody>
                    <a:bodyPr/>
                    <a:lstStyle/>
                    <a:p>
                      <a:r>
                        <a:rPr lang="en-US"/>
                        <a:t>B</a:t>
                      </a:r>
                    </a:p>
                  </a:txBody>
                  <a:tcPr/>
                </a:tc>
                <a:tc>
                  <a:txBody>
                    <a:bodyPr/>
                    <a:lstStyle/>
                    <a:p>
                      <a:r>
                        <a:rPr lang="en-US"/>
                        <a:t>128 – 191 (10)</a:t>
                      </a:r>
                    </a:p>
                  </a:txBody>
                  <a:tcPr/>
                </a:tc>
                <a:tc>
                  <a:txBody>
                    <a:bodyPr/>
                    <a:lstStyle/>
                    <a:p>
                      <a:r>
                        <a:rPr lang="en-US"/>
                        <a:t>Unicast medium networks (Universities &amp; large Enterprises)</a:t>
                      </a:r>
                    </a:p>
                  </a:txBody>
                  <a:tcPr/>
                </a:tc>
                <a:extLst>
                  <a:ext uri="{0D108BD9-81ED-4DB2-BD59-A6C34878D82A}">
                    <a16:rowId xmlns:a16="http://schemas.microsoft.com/office/drawing/2014/main" val="3646919177"/>
                  </a:ext>
                </a:extLst>
              </a:tr>
              <a:tr h="370840">
                <a:tc>
                  <a:txBody>
                    <a:bodyPr/>
                    <a:lstStyle/>
                    <a:p>
                      <a:r>
                        <a:rPr lang="en-US"/>
                        <a:t>C</a:t>
                      </a:r>
                    </a:p>
                  </a:txBody>
                  <a:tcPr/>
                </a:tc>
                <a:tc>
                  <a:txBody>
                    <a:bodyPr/>
                    <a:lstStyle/>
                    <a:p>
                      <a:r>
                        <a:rPr lang="en-US"/>
                        <a:t>192 - 223 (110)</a:t>
                      </a:r>
                    </a:p>
                  </a:txBody>
                  <a:tcPr/>
                </a:tc>
                <a:tc>
                  <a:txBody>
                    <a:bodyPr/>
                    <a:lstStyle/>
                    <a:p>
                      <a:r>
                        <a:rPr lang="en-US"/>
                        <a:t>Unicast small networks(Home &amp; Small businesses)</a:t>
                      </a:r>
                    </a:p>
                  </a:txBody>
                  <a:tcPr/>
                </a:tc>
                <a:extLst>
                  <a:ext uri="{0D108BD9-81ED-4DB2-BD59-A6C34878D82A}">
                    <a16:rowId xmlns:a16="http://schemas.microsoft.com/office/drawing/2014/main" val="535816295"/>
                  </a:ext>
                </a:extLst>
              </a:tr>
              <a:tr h="370840">
                <a:tc>
                  <a:txBody>
                    <a:bodyPr/>
                    <a:lstStyle/>
                    <a:p>
                      <a:r>
                        <a:rPr lang="en-US"/>
                        <a:t>D</a:t>
                      </a:r>
                    </a:p>
                  </a:txBody>
                  <a:tcPr/>
                </a:tc>
                <a:tc>
                  <a:txBody>
                    <a:bodyPr/>
                    <a:lstStyle/>
                    <a:p>
                      <a:r>
                        <a:rPr lang="en-US"/>
                        <a:t>224 – 239 (1110)</a:t>
                      </a:r>
                    </a:p>
                  </a:txBody>
                  <a:tcPr/>
                </a:tc>
                <a:tc>
                  <a:txBody>
                    <a:bodyPr/>
                    <a:lstStyle/>
                    <a:p>
                      <a:r>
                        <a:rPr lang="en-US"/>
                        <a:t>Multicast networks (224.0.0.5 used by OSPF)</a:t>
                      </a:r>
                    </a:p>
                  </a:txBody>
                  <a:tcPr/>
                </a:tc>
                <a:extLst>
                  <a:ext uri="{0D108BD9-81ED-4DB2-BD59-A6C34878D82A}">
                    <a16:rowId xmlns:a16="http://schemas.microsoft.com/office/drawing/2014/main" val="55592395"/>
                  </a:ext>
                </a:extLst>
              </a:tr>
              <a:tr h="370840">
                <a:tc>
                  <a:txBody>
                    <a:bodyPr/>
                    <a:lstStyle/>
                    <a:p>
                      <a:r>
                        <a:rPr lang="en-US"/>
                        <a:t>E</a:t>
                      </a:r>
                    </a:p>
                  </a:txBody>
                  <a:tcPr/>
                </a:tc>
                <a:tc>
                  <a:txBody>
                    <a:bodyPr/>
                    <a:lstStyle/>
                    <a:p>
                      <a:r>
                        <a:rPr lang="en-US"/>
                        <a:t>240 – 255 (1111)</a:t>
                      </a:r>
                    </a:p>
                  </a:txBody>
                  <a:tcPr/>
                </a:tc>
                <a:tc>
                  <a:txBody>
                    <a:bodyPr/>
                    <a:lstStyle/>
                    <a:p>
                      <a:r>
                        <a:rPr lang="en-US" dirty="0"/>
                        <a:t>Reserved for experimental and </a:t>
                      </a:r>
                      <a:r>
                        <a:rPr lang="en-US"/>
                        <a:t>research purposes</a:t>
                      </a:r>
                      <a:endParaRPr lang="en-US" dirty="0"/>
                    </a:p>
                  </a:txBody>
                  <a:tcPr/>
                </a:tc>
                <a:extLst>
                  <a:ext uri="{0D108BD9-81ED-4DB2-BD59-A6C34878D82A}">
                    <a16:rowId xmlns:a16="http://schemas.microsoft.com/office/drawing/2014/main" val="3530765953"/>
                  </a:ext>
                </a:extLst>
              </a:tr>
            </a:tbl>
          </a:graphicData>
        </a:graphic>
      </p:graphicFrame>
      <p:sp>
        <p:nvSpPr>
          <p:cNvPr id="9" name="Content Placeholder 2">
            <a:extLst>
              <a:ext uri="{FF2B5EF4-FFF2-40B4-BE49-F238E27FC236}">
                <a16:creationId xmlns:a16="http://schemas.microsoft.com/office/drawing/2014/main" id="{AF6D8612-FA04-F212-E707-2048193CCDEF}"/>
              </a:ext>
            </a:extLst>
          </p:cNvPr>
          <p:cNvSpPr txBox="1">
            <a:spLocks/>
          </p:cNvSpPr>
          <p:nvPr/>
        </p:nvSpPr>
        <p:spPr>
          <a:xfrm>
            <a:off x="4688823" y="5538175"/>
            <a:ext cx="7505035" cy="904794"/>
          </a:xfrm>
          <a:prstGeom prst="rect">
            <a:avLst/>
          </a:prstGeom>
        </p:spPr>
        <p:txBody>
          <a:bodyPr vert="horz" lIns="91440" tIns="45720" rIns="91440" bIns="45720" rtlCol="0" anchor="t">
            <a:normAutofit fontScale="77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pPr>
            <a:r>
              <a:rPr lang="en-US" dirty="0"/>
              <a:t>In Class A </a:t>
            </a:r>
            <a:r>
              <a:rPr lang="en-US" dirty="0" err="1"/>
              <a:t>adresses</a:t>
            </a:r>
            <a:r>
              <a:rPr lang="en-US" dirty="0"/>
              <a:t>, network starting with 0 that is 0.0.0.0 is used for static routing and 127.0.0.0/8 for local device communication such as 127.0.0.1/8 as loopback address.</a:t>
            </a:r>
          </a:p>
          <a:p>
            <a:pPr marL="0" indent="0" algn="just">
              <a:buNone/>
            </a:pPr>
            <a:endParaRPr lang="en-US" b="1" dirty="0"/>
          </a:p>
          <a:p>
            <a:endParaRPr lang="en-US" dirty="0"/>
          </a:p>
          <a:p>
            <a:endParaRPr lang="en-US" dirty="0"/>
          </a:p>
          <a:p>
            <a:endParaRPr lang="en-AU" dirty="0"/>
          </a:p>
        </p:txBody>
      </p:sp>
    </p:spTree>
    <p:extLst>
      <p:ext uri="{BB962C8B-B14F-4D97-AF65-F5344CB8AC3E}">
        <p14:creationId xmlns:p14="http://schemas.microsoft.com/office/powerpoint/2010/main" val="358427545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16A3B4-AA3D-63EE-3052-D89A983090A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AA7932E-CC74-1EF4-19BF-C81B4AE2C009}"/>
              </a:ext>
            </a:extLst>
          </p:cNvPr>
          <p:cNvSpPr>
            <a:spLocks noGrp="1"/>
          </p:cNvSpPr>
          <p:nvPr>
            <p:ph type="title"/>
          </p:nvPr>
        </p:nvSpPr>
        <p:spPr>
          <a:xfrm>
            <a:off x="1" y="0"/>
            <a:ext cx="4103914" cy="6858000"/>
          </a:xfrm>
          <a:solidFill>
            <a:schemeClr val="accent2"/>
          </a:solidFill>
        </p:spPr>
        <p:txBody>
          <a:bodyPr>
            <a:normAutofit/>
          </a:bodyPr>
          <a:lstStyle/>
          <a:p>
            <a:pPr algn="ctr"/>
            <a:r>
              <a:rPr lang="en-US" b="1">
                <a:solidFill>
                  <a:schemeClr val="bg1"/>
                </a:solidFill>
              </a:rPr>
              <a:t>4. Subnet Masks</a:t>
            </a:r>
          </a:p>
        </p:txBody>
      </p:sp>
      <p:sp>
        <p:nvSpPr>
          <p:cNvPr id="3" name="Content Placeholder 2">
            <a:extLst>
              <a:ext uri="{FF2B5EF4-FFF2-40B4-BE49-F238E27FC236}">
                <a16:creationId xmlns:a16="http://schemas.microsoft.com/office/drawing/2014/main" id="{20932E80-68D1-2442-9D01-6E70492D5F37}"/>
              </a:ext>
            </a:extLst>
          </p:cNvPr>
          <p:cNvSpPr>
            <a:spLocks noGrp="1"/>
          </p:cNvSpPr>
          <p:nvPr>
            <p:ph idx="1"/>
          </p:nvPr>
        </p:nvSpPr>
        <p:spPr>
          <a:xfrm>
            <a:off x="4973179" y="921338"/>
            <a:ext cx="6454962" cy="5007977"/>
          </a:xfrm>
        </p:spPr>
        <p:txBody>
          <a:bodyPr vert="horz" lIns="91440" tIns="45720" rIns="91440" bIns="45720" rtlCol="0" anchor="t">
            <a:normAutofit fontScale="85000" lnSpcReduction="20000"/>
          </a:bodyPr>
          <a:lstStyle/>
          <a:p>
            <a:pPr marL="0" indent="0">
              <a:buNone/>
            </a:pPr>
            <a:r>
              <a:rPr lang="en-US" dirty="0"/>
              <a:t>Continuous bits of 1's and 0's without </a:t>
            </a:r>
            <a:r>
              <a:rPr lang="en-US"/>
              <a:t>interleaving 1's and 0's. </a:t>
            </a:r>
            <a:endParaRPr lang="en-US" dirty="0"/>
          </a:p>
          <a:p>
            <a:pPr marL="0" indent="0" algn="just">
              <a:buNone/>
            </a:pPr>
            <a:r>
              <a:rPr lang="en-US" b="1"/>
              <a:t>Subnet Masks Formats:</a:t>
            </a:r>
            <a:endParaRPr lang="en-US" b="1" dirty="0"/>
          </a:p>
          <a:p>
            <a:r>
              <a:rPr lang="en-US"/>
              <a:t>Binary for computer use: 11111111 00000000 00000000 00000000</a:t>
            </a:r>
            <a:endParaRPr lang="en-US" dirty="0"/>
          </a:p>
          <a:p>
            <a:pPr algn="just"/>
            <a:r>
              <a:rPr lang="en-US"/>
              <a:t>Dotted decimal notation (DDN) for</a:t>
            </a:r>
            <a:r>
              <a:rPr lang="en-US" dirty="0"/>
              <a:t> </a:t>
            </a:r>
            <a:r>
              <a:rPr lang="en-US"/>
              <a:t>human readability: 255.0.0.0</a:t>
            </a:r>
            <a:endParaRPr lang="en-US" dirty="0"/>
          </a:p>
          <a:p>
            <a:pPr algn="just"/>
            <a:r>
              <a:rPr lang="en-US"/>
              <a:t>Prefixes (CIDR) for human readability: /8</a:t>
            </a:r>
            <a:endParaRPr lang="en-US" dirty="0"/>
          </a:p>
          <a:p>
            <a:pPr marL="0" indent="0">
              <a:buNone/>
            </a:pPr>
            <a:r>
              <a:rPr lang="en-US" b="1" dirty="0"/>
              <a:t>Converting between binary and prefix Masks: </a:t>
            </a:r>
            <a:endParaRPr lang="en-US" dirty="0"/>
          </a:p>
          <a:p>
            <a:r>
              <a:rPr lang="en-US"/>
              <a:t>Count number of 1's and write it in /P format and vice versa.</a:t>
            </a:r>
          </a:p>
          <a:p>
            <a:r>
              <a:rPr lang="en-US"/>
              <a:t>EX. 11111111 00000000 00000000 00000000 = \8</a:t>
            </a:r>
          </a:p>
          <a:p>
            <a:r>
              <a:rPr lang="en-US"/>
              <a:t>Ex. /16 = 11111111 11111111 00000000 00000000</a:t>
            </a:r>
            <a:endParaRPr lang="en-US" dirty="0"/>
          </a:p>
          <a:p>
            <a:pPr marL="0" indent="0">
              <a:buNone/>
            </a:pPr>
            <a:endParaRPr lang="en-US" b="1" dirty="0"/>
          </a:p>
          <a:p>
            <a:endParaRPr lang="en-US" b="1" dirty="0"/>
          </a:p>
          <a:p>
            <a:endParaRPr lang="en-US" dirty="0"/>
          </a:p>
          <a:p>
            <a:pPr marL="0" indent="0">
              <a:buNone/>
            </a:pPr>
            <a:endParaRPr lang="en-US" b="1" dirty="0"/>
          </a:p>
          <a:p>
            <a:pPr marL="0" indent="0" algn="just">
              <a:buNone/>
            </a:pPr>
            <a:endParaRPr lang="en-US" dirty="0"/>
          </a:p>
          <a:p>
            <a:pPr marL="0" indent="0" algn="just">
              <a:buNone/>
            </a:pPr>
            <a:endParaRPr lang="en-US" dirty="0"/>
          </a:p>
          <a:p>
            <a:pPr algn="just"/>
            <a:endParaRPr lang="en-US" dirty="0"/>
          </a:p>
          <a:p>
            <a:endParaRPr lang="en-US" dirty="0"/>
          </a:p>
          <a:p>
            <a:endParaRPr lang="en-US" dirty="0"/>
          </a:p>
          <a:p>
            <a:endParaRPr lang="en-AU" dirty="0"/>
          </a:p>
        </p:txBody>
      </p:sp>
    </p:spTree>
    <p:extLst>
      <p:ext uri="{BB962C8B-B14F-4D97-AF65-F5344CB8AC3E}">
        <p14:creationId xmlns:p14="http://schemas.microsoft.com/office/powerpoint/2010/main" val="301086602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1F18AA-3EAB-B1E7-43FD-3BD4FE97C1F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3D3AB72-9C79-66CD-13EF-F89035E70D03}"/>
              </a:ext>
            </a:extLst>
          </p:cNvPr>
          <p:cNvSpPr>
            <a:spLocks noGrp="1"/>
          </p:cNvSpPr>
          <p:nvPr>
            <p:ph type="title"/>
          </p:nvPr>
        </p:nvSpPr>
        <p:spPr>
          <a:xfrm>
            <a:off x="1" y="0"/>
            <a:ext cx="4103914" cy="6858000"/>
          </a:xfrm>
          <a:solidFill>
            <a:schemeClr val="accent2"/>
          </a:solidFill>
        </p:spPr>
        <p:txBody>
          <a:bodyPr>
            <a:normAutofit/>
          </a:bodyPr>
          <a:lstStyle/>
          <a:p>
            <a:pPr algn="ctr"/>
            <a:r>
              <a:rPr lang="en-US" b="1">
                <a:solidFill>
                  <a:schemeClr val="bg1"/>
                </a:solidFill>
              </a:rPr>
              <a:t>4. Subnet Masks</a:t>
            </a:r>
          </a:p>
        </p:txBody>
      </p:sp>
      <p:sp>
        <p:nvSpPr>
          <p:cNvPr id="3" name="Content Placeholder 2">
            <a:extLst>
              <a:ext uri="{FF2B5EF4-FFF2-40B4-BE49-F238E27FC236}">
                <a16:creationId xmlns:a16="http://schemas.microsoft.com/office/drawing/2014/main" id="{309272A0-0AF3-6515-48E0-0B32D054F129}"/>
              </a:ext>
            </a:extLst>
          </p:cNvPr>
          <p:cNvSpPr>
            <a:spLocks noGrp="1"/>
          </p:cNvSpPr>
          <p:nvPr>
            <p:ph idx="1"/>
          </p:nvPr>
        </p:nvSpPr>
        <p:spPr>
          <a:xfrm>
            <a:off x="4839829" y="260860"/>
            <a:ext cx="6817376" cy="2239688"/>
          </a:xfrm>
        </p:spPr>
        <p:txBody>
          <a:bodyPr vert="horz" lIns="91440" tIns="45720" rIns="91440" bIns="45720" rtlCol="0" anchor="t">
            <a:normAutofit fontScale="70000" lnSpcReduction="20000"/>
          </a:bodyPr>
          <a:lstStyle/>
          <a:p>
            <a:pPr marL="0" indent="0">
              <a:buNone/>
            </a:pPr>
            <a:r>
              <a:rPr lang="en-US" b="1" dirty="0"/>
              <a:t>Converting between binary and </a:t>
            </a:r>
            <a:r>
              <a:rPr lang="en-US" b="1"/>
              <a:t>DDN </a:t>
            </a:r>
            <a:r>
              <a:rPr lang="en-US" b="1" dirty="0"/>
              <a:t>Masks: </a:t>
            </a:r>
            <a:endParaRPr lang="en-US" dirty="0"/>
          </a:p>
          <a:p>
            <a:r>
              <a:rPr lang="en-US" dirty="0"/>
              <a:t>For each of 4 octets convert the binary value to decimal </a:t>
            </a:r>
            <a:r>
              <a:rPr lang="en-US"/>
              <a:t>value and vice versa</a:t>
            </a:r>
            <a:endParaRPr lang="en-US" dirty="0"/>
          </a:p>
          <a:p>
            <a:r>
              <a:rPr lang="en-US"/>
              <a:t>EX. 11111111 00000000 00000000 00000000 = 255.0.0.0</a:t>
            </a:r>
          </a:p>
          <a:p>
            <a:r>
              <a:rPr lang="en-US"/>
              <a:t>Ex. 255.128.0.0 = 11111111 10000000 00000000 00000000</a:t>
            </a:r>
            <a:endParaRPr lang="en-US" dirty="0"/>
          </a:p>
          <a:p>
            <a:r>
              <a:rPr lang="en-US" dirty="0"/>
              <a:t>Each octet can have only one of the 9 </a:t>
            </a:r>
            <a:r>
              <a:rPr lang="en-US"/>
              <a:t>values</a:t>
            </a:r>
            <a:r>
              <a:rPr lang="en-US" dirty="0"/>
              <a:t> as shown in the table below.</a:t>
            </a:r>
          </a:p>
          <a:p>
            <a:pPr marL="0" indent="0">
              <a:buNone/>
            </a:pPr>
            <a:endParaRPr lang="en-US" b="1" dirty="0"/>
          </a:p>
          <a:p>
            <a:pPr marL="0" indent="0">
              <a:buNone/>
            </a:pPr>
            <a:endParaRPr lang="en-US" b="1" dirty="0"/>
          </a:p>
          <a:p>
            <a:endParaRPr lang="en-US" dirty="0"/>
          </a:p>
          <a:p>
            <a:pPr marL="0" indent="0">
              <a:buNone/>
            </a:pPr>
            <a:endParaRPr lang="en-US" b="1" dirty="0"/>
          </a:p>
          <a:p>
            <a:pPr marL="0" indent="0" algn="just">
              <a:buNone/>
            </a:pPr>
            <a:endParaRPr lang="en-US" dirty="0"/>
          </a:p>
          <a:p>
            <a:pPr marL="0" indent="0" algn="just">
              <a:buNone/>
            </a:pPr>
            <a:endParaRPr lang="en-US" dirty="0"/>
          </a:p>
          <a:p>
            <a:pPr algn="just"/>
            <a:endParaRPr lang="en-US" dirty="0"/>
          </a:p>
          <a:p>
            <a:endParaRPr lang="en-US" dirty="0"/>
          </a:p>
          <a:p>
            <a:endParaRPr lang="en-US" dirty="0"/>
          </a:p>
          <a:p>
            <a:endParaRPr lang="en-AU" dirty="0"/>
          </a:p>
        </p:txBody>
      </p:sp>
      <p:graphicFrame>
        <p:nvGraphicFramePr>
          <p:cNvPr id="4" name="Table 3">
            <a:extLst>
              <a:ext uri="{FF2B5EF4-FFF2-40B4-BE49-F238E27FC236}">
                <a16:creationId xmlns:a16="http://schemas.microsoft.com/office/drawing/2014/main" id="{37D8BC90-077C-1B2D-7A2D-681A1BDA047D}"/>
              </a:ext>
            </a:extLst>
          </p:cNvPr>
          <p:cNvGraphicFramePr>
            <a:graphicFrameLocks noGrp="1"/>
          </p:cNvGraphicFramePr>
          <p:nvPr>
            <p:extLst>
              <p:ext uri="{D42A27DB-BD31-4B8C-83A1-F6EECF244321}">
                <p14:modId xmlns:p14="http://schemas.microsoft.com/office/powerpoint/2010/main" val="3883042633"/>
              </p:ext>
            </p:extLst>
          </p:nvPr>
        </p:nvGraphicFramePr>
        <p:xfrm>
          <a:off x="5091925" y="2502751"/>
          <a:ext cx="5534021" cy="3931920"/>
        </p:xfrm>
        <a:graphic>
          <a:graphicData uri="http://schemas.openxmlformats.org/drawingml/2006/table">
            <a:tbl>
              <a:tblPr firstRow="1" bandRow="1">
                <a:tableStyleId>{5C22544A-7EE6-4342-B048-85BDC9FD1C3A}</a:tableStyleId>
              </a:tblPr>
              <a:tblGrid>
                <a:gridCol w="2274661">
                  <a:extLst>
                    <a:ext uri="{9D8B030D-6E8A-4147-A177-3AD203B41FA5}">
                      <a16:colId xmlns:a16="http://schemas.microsoft.com/office/drawing/2014/main" val="461325991"/>
                    </a:ext>
                  </a:extLst>
                </a:gridCol>
                <a:gridCol w="1486897">
                  <a:extLst>
                    <a:ext uri="{9D8B030D-6E8A-4147-A177-3AD203B41FA5}">
                      <a16:colId xmlns:a16="http://schemas.microsoft.com/office/drawing/2014/main" val="1856016979"/>
                    </a:ext>
                  </a:extLst>
                </a:gridCol>
                <a:gridCol w="1772463">
                  <a:extLst>
                    <a:ext uri="{9D8B030D-6E8A-4147-A177-3AD203B41FA5}">
                      <a16:colId xmlns:a16="http://schemas.microsoft.com/office/drawing/2014/main" val="1409081346"/>
                    </a:ext>
                  </a:extLst>
                </a:gridCol>
              </a:tblGrid>
              <a:tr h="568606">
                <a:tc>
                  <a:txBody>
                    <a:bodyPr/>
                    <a:lstStyle/>
                    <a:p>
                      <a:r>
                        <a:rPr lang="en-US"/>
                        <a:t>Binary Mask Octet</a:t>
                      </a:r>
                    </a:p>
                  </a:txBody>
                  <a:tcPr/>
                </a:tc>
                <a:tc>
                  <a:txBody>
                    <a:bodyPr/>
                    <a:lstStyle/>
                    <a:p>
                      <a:r>
                        <a:rPr lang="en-US"/>
                        <a:t>Decimal Equivalent</a:t>
                      </a:r>
                    </a:p>
                  </a:txBody>
                  <a:tcPr/>
                </a:tc>
                <a:tc>
                  <a:txBody>
                    <a:bodyPr/>
                    <a:lstStyle/>
                    <a:p>
                      <a:r>
                        <a:rPr lang="en-US"/>
                        <a:t>Number of 1's</a:t>
                      </a:r>
                    </a:p>
                  </a:txBody>
                  <a:tcPr/>
                </a:tc>
                <a:extLst>
                  <a:ext uri="{0D108BD9-81ED-4DB2-BD59-A6C34878D82A}">
                    <a16:rowId xmlns:a16="http://schemas.microsoft.com/office/drawing/2014/main" val="2727191149"/>
                  </a:ext>
                </a:extLst>
              </a:tr>
              <a:tr h="322493">
                <a:tc>
                  <a:txBody>
                    <a:bodyPr/>
                    <a:lstStyle/>
                    <a:p>
                      <a:pPr lvl="0">
                        <a:buNone/>
                      </a:pPr>
                      <a:r>
                        <a:rPr lang="en-US"/>
                        <a:t>00000000</a:t>
                      </a:r>
                      <a:endParaRPr lang="en-US" dirty="0"/>
                    </a:p>
                  </a:txBody>
                  <a:tcPr/>
                </a:tc>
                <a:tc>
                  <a:txBody>
                    <a:bodyPr/>
                    <a:lstStyle/>
                    <a:p>
                      <a:pPr lvl="0">
                        <a:buNone/>
                      </a:pPr>
                      <a:r>
                        <a:rPr lang="en-US"/>
                        <a:t>0</a:t>
                      </a:r>
                      <a:endParaRPr lang="en-US" dirty="0"/>
                    </a:p>
                  </a:txBody>
                  <a:tcPr/>
                </a:tc>
                <a:tc>
                  <a:txBody>
                    <a:bodyPr/>
                    <a:lstStyle/>
                    <a:p>
                      <a:pPr lvl="0">
                        <a:buNone/>
                      </a:pPr>
                      <a:r>
                        <a:rPr lang="en-US"/>
                        <a:t>0</a:t>
                      </a:r>
                      <a:endParaRPr lang="en-US" dirty="0"/>
                    </a:p>
                  </a:txBody>
                  <a:tcPr/>
                </a:tc>
                <a:extLst>
                  <a:ext uri="{0D108BD9-81ED-4DB2-BD59-A6C34878D82A}">
                    <a16:rowId xmlns:a16="http://schemas.microsoft.com/office/drawing/2014/main" val="387470499"/>
                  </a:ext>
                </a:extLst>
              </a:tr>
              <a:tr h="322493">
                <a:tc>
                  <a:txBody>
                    <a:bodyPr/>
                    <a:lstStyle/>
                    <a:p>
                      <a:r>
                        <a:rPr lang="en-US"/>
                        <a:t>10000000</a:t>
                      </a:r>
                    </a:p>
                  </a:txBody>
                  <a:tcPr/>
                </a:tc>
                <a:tc>
                  <a:txBody>
                    <a:bodyPr/>
                    <a:lstStyle/>
                    <a:p>
                      <a:r>
                        <a:rPr lang="en-US"/>
                        <a:t>128</a:t>
                      </a:r>
                    </a:p>
                  </a:txBody>
                  <a:tcPr/>
                </a:tc>
                <a:tc>
                  <a:txBody>
                    <a:bodyPr/>
                    <a:lstStyle/>
                    <a:p>
                      <a:r>
                        <a:rPr lang="en-US"/>
                        <a:t>1</a:t>
                      </a:r>
                    </a:p>
                  </a:txBody>
                  <a:tcPr/>
                </a:tc>
                <a:extLst>
                  <a:ext uri="{0D108BD9-81ED-4DB2-BD59-A6C34878D82A}">
                    <a16:rowId xmlns:a16="http://schemas.microsoft.com/office/drawing/2014/main" val="3976744110"/>
                  </a:ext>
                </a:extLst>
              </a:tr>
              <a:tr h="322493">
                <a:tc>
                  <a:txBody>
                    <a:bodyPr/>
                    <a:lstStyle/>
                    <a:p>
                      <a:r>
                        <a:rPr lang="en-US"/>
                        <a:t>11000000</a:t>
                      </a:r>
                    </a:p>
                  </a:txBody>
                  <a:tcPr/>
                </a:tc>
                <a:tc>
                  <a:txBody>
                    <a:bodyPr/>
                    <a:lstStyle/>
                    <a:p>
                      <a:r>
                        <a:rPr lang="en-US"/>
                        <a:t>192</a:t>
                      </a:r>
                    </a:p>
                  </a:txBody>
                  <a:tcPr/>
                </a:tc>
                <a:tc>
                  <a:txBody>
                    <a:bodyPr/>
                    <a:lstStyle/>
                    <a:p>
                      <a:r>
                        <a:rPr lang="en-US"/>
                        <a:t>2</a:t>
                      </a:r>
                    </a:p>
                  </a:txBody>
                  <a:tcPr/>
                </a:tc>
                <a:extLst>
                  <a:ext uri="{0D108BD9-81ED-4DB2-BD59-A6C34878D82A}">
                    <a16:rowId xmlns:a16="http://schemas.microsoft.com/office/drawing/2014/main" val="646776644"/>
                  </a:ext>
                </a:extLst>
              </a:tr>
              <a:tr h="322493">
                <a:tc>
                  <a:txBody>
                    <a:bodyPr/>
                    <a:lstStyle/>
                    <a:p>
                      <a:pPr lvl="0">
                        <a:buNone/>
                      </a:pPr>
                      <a:r>
                        <a:rPr lang="en-US" sz="1800" b="0" i="0" u="none" strike="noStrike" noProof="0">
                          <a:solidFill>
                            <a:srgbClr val="000000"/>
                          </a:solidFill>
                          <a:latin typeface="Aptos"/>
                        </a:rPr>
                        <a:t>11100000</a:t>
                      </a:r>
                      <a:endParaRPr lang="en-US"/>
                    </a:p>
                  </a:txBody>
                  <a:tcPr/>
                </a:tc>
                <a:tc>
                  <a:txBody>
                    <a:bodyPr/>
                    <a:lstStyle/>
                    <a:p>
                      <a:r>
                        <a:rPr lang="en-US"/>
                        <a:t>224</a:t>
                      </a:r>
                    </a:p>
                  </a:txBody>
                  <a:tcPr/>
                </a:tc>
                <a:tc>
                  <a:txBody>
                    <a:bodyPr/>
                    <a:lstStyle/>
                    <a:p>
                      <a:r>
                        <a:rPr lang="en-US"/>
                        <a:t>3</a:t>
                      </a:r>
                    </a:p>
                  </a:txBody>
                  <a:tcPr/>
                </a:tc>
                <a:extLst>
                  <a:ext uri="{0D108BD9-81ED-4DB2-BD59-A6C34878D82A}">
                    <a16:rowId xmlns:a16="http://schemas.microsoft.com/office/drawing/2014/main" val="2251571494"/>
                  </a:ext>
                </a:extLst>
              </a:tr>
              <a:tr h="322493">
                <a:tc>
                  <a:txBody>
                    <a:bodyPr/>
                    <a:lstStyle/>
                    <a:p>
                      <a:pPr lvl="0">
                        <a:buNone/>
                      </a:pPr>
                      <a:r>
                        <a:rPr lang="en-US" sz="1800" b="0" i="0" u="none" strike="noStrike" noProof="0">
                          <a:solidFill>
                            <a:srgbClr val="000000"/>
                          </a:solidFill>
                          <a:latin typeface="Aptos"/>
                        </a:rPr>
                        <a:t>11110000</a:t>
                      </a:r>
                      <a:endParaRPr lang="en-US"/>
                    </a:p>
                  </a:txBody>
                  <a:tcPr/>
                </a:tc>
                <a:tc>
                  <a:txBody>
                    <a:bodyPr/>
                    <a:lstStyle/>
                    <a:p>
                      <a:r>
                        <a:rPr lang="en-US"/>
                        <a:t>240</a:t>
                      </a:r>
                    </a:p>
                  </a:txBody>
                  <a:tcPr/>
                </a:tc>
                <a:tc>
                  <a:txBody>
                    <a:bodyPr/>
                    <a:lstStyle/>
                    <a:p>
                      <a:r>
                        <a:rPr lang="en-US"/>
                        <a:t>4</a:t>
                      </a:r>
                    </a:p>
                  </a:txBody>
                  <a:tcPr/>
                </a:tc>
                <a:extLst>
                  <a:ext uri="{0D108BD9-81ED-4DB2-BD59-A6C34878D82A}">
                    <a16:rowId xmlns:a16="http://schemas.microsoft.com/office/drawing/2014/main" val="3383614024"/>
                  </a:ext>
                </a:extLst>
              </a:tr>
              <a:tr h="322493">
                <a:tc>
                  <a:txBody>
                    <a:bodyPr/>
                    <a:lstStyle/>
                    <a:p>
                      <a:pPr lvl="0">
                        <a:buNone/>
                      </a:pPr>
                      <a:r>
                        <a:rPr lang="en-US" sz="1800" b="0" i="0" u="none" strike="noStrike" noProof="0">
                          <a:solidFill>
                            <a:srgbClr val="000000"/>
                          </a:solidFill>
                          <a:latin typeface="Aptos"/>
                        </a:rPr>
                        <a:t>11111000</a:t>
                      </a:r>
                      <a:endParaRPr lang="en-US"/>
                    </a:p>
                  </a:txBody>
                  <a:tcPr/>
                </a:tc>
                <a:tc>
                  <a:txBody>
                    <a:bodyPr/>
                    <a:lstStyle/>
                    <a:p>
                      <a:r>
                        <a:rPr lang="en-US"/>
                        <a:t>248</a:t>
                      </a:r>
                    </a:p>
                  </a:txBody>
                  <a:tcPr/>
                </a:tc>
                <a:tc>
                  <a:txBody>
                    <a:bodyPr/>
                    <a:lstStyle/>
                    <a:p>
                      <a:r>
                        <a:rPr lang="en-US"/>
                        <a:t>5</a:t>
                      </a:r>
                    </a:p>
                  </a:txBody>
                  <a:tcPr/>
                </a:tc>
                <a:extLst>
                  <a:ext uri="{0D108BD9-81ED-4DB2-BD59-A6C34878D82A}">
                    <a16:rowId xmlns:a16="http://schemas.microsoft.com/office/drawing/2014/main" val="242029639"/>
                  </a:ext>
                </a:extLst>
              </a:tr>
              <a:tr h="322493">
                <a:tc>
                  <a:txBody>
                    <a:bodyPr/>
                    <a:lstStyle/>
                    <a:p>
                      <a:pPr lvl="0">
                        <a:buNone/>
                      </a:pPr>
                      <a:r>
                        <a:rPr lang="en-US" sz="1800" b="0" i="0" u="none" strike="noStrike" noProof="0">
                          <a:solidFill>
                            <a:srgbClr val="000000"/>
                          </a:solidFill>
                          <a:latin typeface="Aptos"/>
                        </a:rPr>
                        <a:t>11111100</a:t>
                      </a:r>
                      <a:endParaRPr lang="en-US"/>
                    </a:p>
                  </a:txBody>
                  <a:tcPr/>
                </a:tc>
                <a:tc>
                  <a:txBody>
                    <a:bodyPr/>
                    <a:lstStyle/>
                    <a:p>
                      <a:r>
                        <a:rPr lang="en-US"/>
                        <a:t>252</a:t>
                      </a:r>
                    </a:p>
                  </a:txBody>
                  <a:tcPr/>
                </a:tc>
                <a:tc>
                  <a:txBody>
                    <a:bodyPr/>
                    <a:lstStyle/>
                    <a:p>
                      <a:r>
                        <a:rPr lang="en-US"/>
                        <a:t>6</a:t>
                      </a:r>
                    </a:p>
                  </a:txBody>
                  <a:tcPr/>
                </a:tc>
                <a:extLst>
                  <a:ext uri="{0D108BD9-81ED-4DB2-BD59-A6C34878D82A}">
                    <a16:rowId xmlns:a16="http://schemas.microsoft.com/office/drawing/2014/main" val="710976330"/>
                  </a:ext>
                </a:extLst>
              </a:tr>
              <a:tr h="322493">
                <a:tc>
                  <a:txBody>
                    <a:bodyPr/>
                    <a:lstStyle/>
                    <a:p>
                      <a:pPr lvl="0">
                        <a:buNone/>
                      </a:pPr>
                      <a:r>
                        <a:rPr lang="en-US" sz="1800" b="0" i="0" u="none" strike="noStrike" noProof="0">
                          <a:solidFill>
                            <a:srgbClr val="000000"/>
                          </a:solidFill>
                          <a:latin typeface="Aptos"/>
                        </a:rPr>
                        <a:t>11111110</a:t>
                      </a:r>
                      <a:endParaRPr lang="en-US"/>
                    </a:p>
                  </a:txBody>
                  <a:tcPr/>
                </a:tc>
                <a:tc>
                  <a:txBody>
                    <a:bodyPr/>
                    <a:lstStyle/>
                    <a:p>
                      <a:r>
                        <a:rPr lang="en-US"/>
                        <a:t>254</a:t>
                      </a:r>
                    </a:p>
                  </a:txBody>
                  <a:tcPr/>
                </a:tc>
                <a:tc>
                  <a:txBody>
                    <a:bodyPr/>
                    <a:lstStyle/>
                    <a:p>
                      <a:r>
                        <a:rPr lang="en-US"/>
                        <a:t>7</a:t>
                      </a:r>
                    </a:p>
                  </a:txBody>
                  <a:tcPr/>
                </a:tc>
                <a:extLst>
                  <a:ext uri="{0D108BD9-81ED-4DB2-BD59-A6C34878D82A}">
                    <a16:rowId xmlns:a16="http://schemas.microsoft.com/office/drawing/2014/main" val="1462258734"/>
                  </a:ext>
                </a:extLst>
              </a:tr>
              <a:tr h="322493">
                <a:tc>
                  <a:txBody>
                    <a:bodyPr/>
                    <a:lstStyle/>
                    <a:p>
                      <a:pPr lvl="0">
                        <a:buNone/>
                      </a:pPr>
                      <a:r>
                        <a:rPr lang="en-US" sz="1800" b="0" i="0" u="none" strike="noStrike" noProof="0">
                          <a:solidFill>
                            <a:srgbClr val="000000"/>
                          </a:solidFill>
                          <a:latin typeface="Aptos"/>
                        </a:rPr>
                        <a:t>11111111</a:t>
                      </a:r>
                      <a:endParaRPr lang="en-US"/>
                    </a:p>
                  </a:txBody>
                  <a:tcPr/>
                </a:tc>
                <a:tc>
                  <a:txBody>
                    <a:bodyPr/>
                    <a:lstStyle/>
                    <a:p>
                      <a:pPr lvl="0">
                        <a:buNone/>
                      </a:pPr>
                      <a:r>
                        <a:rPr lang="en-US"/>
                        <a:t>255</a:t>
                      </a:r>
                      <a:endParaRPr lang="en-US" dirty="0"/>
                    </a:p>
                  </a:txBody>
                  <a:tcPr/>
                </a:tc>
                <a:tc>
                  <a:txBody>
                    <a:bodyPr/>
                    <a:lstStyle/>
                    <a:p>
                      <a:pPr lvl="0">
                        <a:buNone/>
                      </a:pPr>
                      <a:r>
                        <a:rPr lang="en-US"/>
                        <a:t>8</a:t>
                      </a:r>
                      <a:endParaRPr lang="en-US" dirty="0"/>
                    </a:p>
                  </a:txBody>
                  <a:tcPr/>
                </a:tc>
                <a:extLst>
                  <a:ext uri="{0D108BD9-81ED-4DB2-BD59-A6C34878D82A}">
                    <a16:rowId xmlns:a16="http://schemas.microsoft.com/office/drawing/2014/main" val="3331003048"/>
                  </a:ext>
                </a:extLst>
              </a:tr>
            </a:tbl>
          </a:graphicData>
        </a:graphic>
      </p:graphicFrame>
    </p:spTree>
    <p:extLst>
      <p:ext uri="{BB962C8B-B14F-4D97-AF65-F5344CB8AC3E}">
        <p14:creationId xmlns:p14="http://schemas.microsoft.com/office/powerpoint/2010/main" val="144269431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43A338-A816-8DA2-66CC-6BD3985A7D9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B43B1D5-33A4-B500-9A8B-539AE8EF771C}"/>
              </a:ext>
            </a:extLst>
          </p:cNvPr>
          <p:cNvSpPr>
            <a:spLocks noGrp="1"/>
          </p:cNvSpPr>
          <p:nvPr>
            <p:ph type="title"/>
          </p:nvPr>
        </p:nvSpPr>
        <p:spPr>
          <a:xfrm>
            <a:off x="1" y="0"/>
            <a:ext cx="4103914" cy="6858000"/>
          </a:xfrm>
          <a:solidFill>
            <a:schemeClr val="accent2"/>
          </a:solidFill>
        </p:spPr>
        <p:txBody>
          <a:bodyPr>
            <a:normAutofit/>
          </a:bodyPr>
          <a:lstStyle/>
          <a:p>
            <a:pPr algn="ctr"/>
            <a:r>
              <a:rPr lang="en-US" b="1">
                <a:solidFill>
                  <a:schemeClr val="bg1"/>
                </a:solidFill>
              </a:rPr>
              <a:t>4. Subnet Masks</a:t>
            </a:r>
          </a:p>
        </p:txBody>
      </p:sp>
      <p:sp>
        <p:nvSpPr>
          <p:cNvPr id="3" name="Content Placeholder 2">
            <a:extLst>
              <a:ext uri="{FF2B5EF4-FFF2-40B4-BE49-F238E27FC236}">
                <a16:creationId xmlns:a16="http://schemas.microsoft.com/office/drawing/2014/main" id="{75D1C396-B730-2A83-6F66-896343BBFCB3}"/>
              </a:ext>
            </a:extLst>
          </p:cNvPr>
          <p:cNvSpPr>
            <a:spLocks noGrp="1"/>
          </p:cNvSpPr>
          <p:nvPr>
            <p:ph idx="1"/>
          </p:nvPr>
        </p:nvSpPr>
        <p:spPr>
          <a:xfrm>
            <a:off x="4839829" y="260860"/>
            <a:ext cx="6896203" cy="6108808"/>
          </a:xfrm>
        </p:spPr>
        <p:txBody>
          <a:bodyPr vert="horz" lIns="91440" tIns="45720" rIns="91440" bIns="45720" rtlCol="0" anchor="t">
            <a:normAutofit/>
          </a:bodyPr>
          <a:lstStyle/>
          <a:p>
            <a:pPr marL="0" indent="0">
              <a:buNone/>
            </a:pPr>
            <a:r>
              <a:rPr lang="en-US" b="1"/>
              <a:t>Converting between Prefix and DDN </a:t>
            </a:r>
            <a:r>
              <a:rPr lang="en-US" b="1" dirty="0"/>
              <a:t>Masks: </a:t>
            </a:r>
            <a:endParaRPr lang="en-US" dirty="0"/>
          </a:p>
          <a:p>
            <a:r>
              <a:rPr lang="en-US" dirty="0"/>
              <a:t>Converting from prefix to DDN can be done by first writing number of 1's in each </a:t>
            </a:r>
            <a:r>
              <a:rPr lang="en-US"/>
              <a:t>octet and then converting to decimal.</a:t>
            </a:r>
            <a:endParaRPr lang="en-US" dirty="0"/>
          </a:p>
          <a:p>
            <a:r>
              <a:rPr lang="en-US"/>
              <a:t>Ex. /19 = 11111111 11111111 11100000 00000000 = 255.255.224.0</a:t>
            </a:r>
            <a:endParaRPr lang="en-US" dirty="0"/>
          </a:p>
          <a:p>
            <a:r>
              <a:rPr lang="en-US" dirty="0"/>
              <a:t>Or it can be done by counting the number of 1's in the octet that has both 1's and 0's. Then use table in previous slide to find the decimal value in that </a:t>
            </a:r>
            <a:r>
              <a:rPr lang="en-US" err="1"/>
              <a:t>octet.For</a:t>
            </a:r>
            <a:r>
              <a:rPr lang="en-US" dirty="0"/>
              <a:t> octets with all 1's write 255 and </a:t>
            </a:r>
            <a:r>
              <a:rPr lang="en-US" err="1"/>
              <a:t>octest</a:t>
            </a:r>
            <a:r>
              <a:rPr lang="en-US" dirty="0"/>
              <a:t> </a:t>
            </a:r>
            <a:r>
              <a:rPr lang="en-US"/>
              <a:t>with all 0's write 0.</a:t>
            </a:r>
            <a:endParaRPr lang="en-US" dirty="0"/>
          </a:p>
          <a:p>
            <a:r>
              <a:rPr lang="en-US"/>
              <a:t>Ex . /20 = 8 + 8 + 4 + 0 = 255.255.240.0</a:t>
            </a:r>
            <a:endParaRPr lang="en-US" dirty="0"/>
          </a:p>
          <a:p>
            <a:pPr marL="0" indent="0">
              <a:buNone/>
            </a:pPr>
            <a:endParaRPr lang="en-US" dirty="0"/>
          </a:p>
          <a:p>
            <a:pPr marL="0" indent="0">
              <a:buNone/>
            </a:pPr>
            <a:endParaRPr lang="en-US" b="1" dirty="0"/>
          </a:p>
          <a:p>
            <a:pPr marL="0" indent="0">
              <a:buNone/>
            </a:pPr>
            <a:endParaRPr lang="en-US" b="1" dirty="0"/>
          </a:p>
          <a:p>
            <a:endParaRPr lang="en-US" dirty="0"/>
          </a:p>
          <a:p>
            <a:pPr marL="0" indent="0">
              <a:buNone/>
            </a:pPr>
            <a:endParaRPr lang="en-US" b="1" dirty="0"/>
          </a:p>
          <a:p>
            <a:pPr marL="0" indent="0" algn="just">
              <a:buNone/>
            </a:pPr>
            <a:endParaRPr lang="en-US" dirty="0"/>
          </a:p>
          <a:p>
            <a:pPr marL="0" indent="0" algn="just">
              <a:buNone/>
            </a:pPr>
            <a:endParaRPr lang="en-US" dirty="0"/>
          </a:p>
          <a:p>
            <a:pPr algn="just"/>
            <a:endParaRPr lang="en-US" dirty="0"/>
          </a:p>
          <a:p>
            <a:endParaRPr lang="en-US" dirty="0"/>
          </a:p>
          <a:p>
            <a:endParaRPr lang="en-US" dirty="0"/>
          </a:p>
          <a:p>
            <a:endParaRPr lang="en-AU" dirty="0"/>
          </a:p>
        </p:txBody>
      </p:sp>
    </p:spTree>
    <p:extLst>
      <p:ext uri="{BB962C8B-B14F-4D97-AF65-F5344CB8AC3E}">
        <p14:creationId xmlns:p14="http://schemas.microsoft.com/office/powerpoint/2010/main" val="412523703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F23566-142F-E804-F1BF-2C2DEE34402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E06E77B-867C-2826-1492-24B3DF89AE90}"/>
              </a:ext>
            </a:extLst>
          </p:cNvPr>
          <p:cNvSpPr>
            <a:spLocks noGrp="1"/>
          </p:cNvSpPr>
          <p:nvPr>
            <p:ph type="title"/>
          </p:nvPr>
        </p:nvSpPr>
        <p:spPr>
          <a:xfrm>
            <a:off x="1" y="0"/>
            <a:ext cx="4103914" cy="6858000"/>
          </a:xfrm>
          <a:solidFill>
            <a:schemeClr val="accent2"/>
          </a:solidFill>
        </p:spPr>
        <p:txBody>
          <a:bodyPr>
            <a:normAutofit/>
          </a:bodyPr>
          <a:lstStyle/>
          <a:p>
            <a:pPr algn="ctr"/>
            <a:r>
              <a:rPr lang="en-US" b="1" dirty="0">
                <a:solidFill>
                  <a:schemeClr val="bg1"/>
                </a:solidFill>
              </a:rPr>
              <a:t>4. Classful and </a:t>
            </a:r>
            <a:r>
              <a:rPr lang="en-US" b="1">
                <a:solidFill>
                  <a:schemeClr val="bg1"/>
                </a:solidFill>
              </a:rPr>
              <a:t>Classless Addressing</a:t>
            </a:r>
            <a:endParaRPr lang="en-US" b="1" dirty="0">
              <a:solidFill>
                <a:schemeClr val="bg1"/>
              </a:solidFill>
            </a:endParaRPr>
          </a:p>
        </p:txBody>
      </p:sp>
      <p:sp>
        <p:nvSpPr>
          <p:cNvPr id="3" name="Content Placeholder 2">
            <a:extLst>
              <a:ext uri="{FF2B5EF4-FFF2-40B4-BE49-F238E27FC236}">
                <a16:creationId xmlns:a16="http://schemas.microsoft.com/office/drawing/2014/main" id="{88830A99-088C-63B3-8507-CBC81347E9C1}"/>
              </a:ext>
            </a:extLst>
          </p:cNvPr>
          <p:cNvSpPr>
            <a:spLocks noGrp="1"/>
          </p:cNvSpPr>
          <p:nvPr>
            <p:ph idx="1"/>
          </p:nvPr>
        </p:nvSpPr>
        <p:spPr>
          <a:xfrm>
            <a:off x="4849121" y="260860"/>
            <a:ext cx="7241637" cy="4928640"/>
          </a:xfrm>
        </p:spPr>
        <p:txBody>
          <a:bodyPr vert="horz" lIns="91440" tIns="45720" rIns="91440" bIns="45720" rtlCol="0" anchor="t">
            <a:noAutofit/>
          </a:bodyPr>
          <a:lstStyle/>
          <a:p>
            <a:pPr marL="0" indent="0">
              <a:buNone/>
            </a:pPr>
            <a:r>
              <a:rPr lang="en-US" sz="2200" b="1" dirty="0"/>
              <a:t>Classful Addressing: </a:t>
            </a:r>
            <a:endParaRPr lang="en-US" sz="2200" dirty="0"/>
          </a:p>
          <a:p>
            <a:r>
              <a:rPr lang="en-US" sz="2200" dirty="0"/>
              <a:t>This addressing scheme takes into </a:t>
            </a:r>
            <a:r>
              <a:rPr lang="en-US" sz="2200"/>
              <a:t>consideration of classifying IPv4 addresses into</a:t>
            </a:r>
            <a:r>
              <a:rPr lang="en-US" sz="2200" dirty="0"/>
              <a:t> class A,B and C.</a:t>
            </a:r>
          </a:p>
          <a:p>
            <a:r>
              <a:rPr lang="en-US" sz="2200" dirty="0"/>
              <a:t>It divides the 32 bits IPv4 address into three parts </a:t>
            </a:r>
            <a:r>
              <a:rPr lang="en-US" sz="2200" dirty="0" err="1"/>
              <a:t>i.e</a:t>
            </a:r>
            <a:r>
              <a:rPr lang="en-US" sz="2200" dirty="0"/>
              <a:t> Network part with N network bits, Subnet part with S subnet bits and host part with H host bits.</a:t>
            </a:r>
          </a:p>
          <a:p>
            <a:pPr marL="0" indent="0">
              <a:buNone/>
            </a:pPr>
            <a:r>
              <a:rPr lang="en-US" sz="2200" b="1"/>
              <a:t>Classless Addressing:</a:t>
            </a:r>
            <a:endParaRPr lang="en-US" sz="2200" dirty="0"/>
          </a:p>
          <a:p>
            <a:r>
              <a:rPr lang="en-US" sz="2200" dirty="0"/>
              <a:t>This scheme does not take the IPv4 classes A,B and C into </a:t>
            </a:r>
            <a:r>
              <a:rPr lang="en-US" sz="2200"/>
              <a:t>consideration.</a:t>
            </a:r>
            <a:endParaRPr lang="en-US" sz="2200" dirty="0"/>
          </a:p>
          <a:p>
            <a:r>
              <a:rPr lang="en-US" sz="2200" dirty="0"/>
              <a:t>Thus, this divides the 32 bits IPv4 addresses into two parts </a:t>
            </a:r>
            <a:r>
              <a:rPr lang="en-US" sz="2200" dirty="0" err="1"/>
              <a:t>i.e</a:t>
            </a:r>
            <a:r>
              <a:rPr lang="en-US" sz="2200" dirty="0"/>
              <a:t> Prefix with P bits and Host part with H bits.</a:t>
            </a:r>
          </a:p>
          <a:p>
            <a:pPr marL="0" indent="0">
              <a:buNone/>
            </a:pPr>
            <a:r>
              <a:rPr lang="en-US" sz="2200" b="1"/>
              <a:t>Below picture shows the relationship between N,P,S and </a:t>
            </a:r>
            <a:r>
              <a:rPr lang="en-US" sz="2200" b="1" dirty="0"/>
              <a:t>H</a:t>
            </a:r>
          </a:p>
          <a:p>
            <a:endParaRPr lang="en-US" sz="2000" dirty="0"/>
          </a:p>
          <a:p>
            <a:pPr marL="0" indent="0">
              <a:buNone/>
            </a:pPr>
            <a:endParaRPr lang="en-US" sz="2000" b="1" dirty="0"/>
          </a:p>
          <a:p>
            <a:pPr marL="0" indent="0" algn="just">
              <a:buNone/>
            </a:pPr>
            <a:endParaRPr lang="en-US" sz="2000" dirty="0"/>
          </a:p>
          <a:p>
            <a:pPr marL="0" indent="0" algn="just">
              <a:buNone/>
            </a:pPr>
            <a:endParaRPr lang="en-US" sz="2000" dirty="0"/>
          </a:p>
          <a:p>
            <a:pPr algn="just"/>
            <a:endParaRPr lang="en-US" sz="2000" dirty="0"/>
          </a:p>
          <a:p>
            <a:endParaRPr lang="en-US" sz="2000" dirty="0"/>
          </a:p>
          <a:p>
            <a:endParaRPr lang="en-US" sz="2000" dirty="0"/>
          </a:p>
          <a:p>
            <a:endParaRPr lang="en-AU" sz="2000" dirty="0"/>
          </a:p>
        </p:txBody>
      </p:sp>
      <p:grpSp>
        <p:nvGrpSpPr>
          <p:cNvPr id="8" name="Group 7">
            <a:extLst>
              <a:ext uri="{FF2B5EF4-FFF2-40B4-BE49-F238E27FC236}">
                <a16:creationId xmlns:a16="http://schemas.microsoft.com/office/drawing/2014/main" id="{FC057C45-DBD8-A63A-8005-2F31FC06051B}"/>
              </a:ext>
            </a:extLst>
          </p:cNvPr>
          <p:cNvGrpSpPr/>
          <p:nvPr/>
        </p:nvGrpSpPr>
        <p:grpSpPr>
          <a:xfrm>
            <a:off x="4838931" y="4929785"/>
            <a:ext cx="6496049" cy="381877"/>
            <a:chOff x="4838932" y="4125487"/>
            <a:chExt cx="6496049" cy="381877"/>
          </a:xfrm>
        </p:grpSpPr>
        <mc:AlternateContent xmlns:mc="http://schemas.openxmlformats.org/markup-compatibility/2006" xmlns:p14="http://schemas.microsoft.com/office/powerpoint/2010/main">
          <mc:Choice Requires="p14">
            <p:contentPart p14:bwMode="auto" r:id="rId3">
              <p14:nvContentPartPr>
                <p14:cNvPr id="34" name="Ink 33">
                  <a:extLst>
                    <a:ext uri="{FF2B5EF4-FFF2-40B4-BE49-F238E27FC236}">
                      <a16:creationId xmlns:a16="http://schemas.microsoft.com/office/drawing/2014/main" id="{8274784D-8108-C33C-C14A-C5764BE52ED2}"/>
                    </a:ext>
                  </a:extLst>
                </p14:cNvPr>
                <p14:cNvContentPartPr/>
                <p14:nvPr/>
              </p14:nvContentPartPr>
              <p14:xfrm>
                <a:off x="4886324" y="4343399"/>
                <a:ext cx="9525" cy="160887"/>
              </p14:xfrm>
            </p:contentPart>
          </mc:Choice>
          <mc:Fallback xmlns="">
            <p:pic>
              <p:nvPicPr>
                <p:cNvPr id="34" name="Ink 33">
                  <a:extLst>
                    <a:ext uri="{FF2B5EF4-FFF2-40B4-BE49-F238E27FC236}">
                      <a16:creationId xmlns:a16="http://schemas.microsoft.com/office/drawing/2014/main" id="{8274784D-8108-C33C-C14A-C5764BE52ED2}"/>
                    </a:ext>
                  </a:extLst>
                </p:cNvPr>
                <p:cNvPicPr/>
                <p:nvPr/>
              </p:nvPicPr>
              <p:blipFill>
                <a:blip r:embed="rId48"/>
                <a:stretch>
                  <a:fillRect/>
                </a:stretch>
              </p:blipFill>
              <p:spPr>
                <a:xfrm>
                  <a:off x="4868685" y="4325443"/>
                  <a:ext cx="44450" cy="196440"/>
                </a:xfrm>
                <a:prstGeom prst="rect">
                  <a:avLst/>
                </a:prstGeom>
              </p:spPr>
            </p:pic>
          </mc:Fallback>
        </mc:AlternateContent>
        <p:grpSp>
          <p:nvGrpSpPr>
            <p:cNvPr id="7" name="Group 6">
              <a:extLst>
                <a:ext uri="{FF2B5EF4-FFF2-40B4-BE49-F238E27FC236}">
                  <a16:creationId xmlns:a16="http://schemas.microsoft.com/office/drawing/2014/main" id="{0D3FF8B7-F759-AF87-8046-ED105F63C683}"/>
                </a:ext>
              </a:extLst>
            </p:cNvPr>
            <p:cNvGrpSpPr/>
            <p:nvPr/>
          </p:nvGrpSpPr>
          <p:grpSpPr>
            <a:xfrm>
              <a:off x="4838932" y="4125487"/>
              <a:ext cx="6496049" cy="381877"/>
              <a:chOff x="4848225" y="4171950"/>
              <a:chExt cx="6496049" cy="381877"/>
            </a:xfrm>
          </p:grpSpPr>
          <mc:AlternateContent xmlns:mc="http://schemas.openxmlformats.org/markup-compatibility/2006" xmlns:p14="http://schemas.microsoft.com/office/powerpoint/2010/main">
            <mc:Choice Requires="p14">
              <p:contentPart p14:bwMode="auto" r:id="rId49">
                <p14:nvContentPartPr>
                  <p14:cNvPr id="35" name="Ink 34">
                    <a:extLst>
                      <a:ext uri="{FF2B5EF4-FFF2-40B4-BE49-F238E27FC236}">
                        <a16:creationId xmlns:a16="http://schemas.microsoft.com/office/drawing/2014/main" id="{5C4C5E13-25A2-FF1D-83AE-A4B867F47AFE}"/>
                      </a:ext>
                    </a:extLst>
                  </p14:cNvPr>
                  <p14:cNvContentPartPr/>
                  <p14:nvPr/>
                </p14:nvContentPartPr>
                <p14:xfrm>
                  <a:off x="11334749" y="4181475"/>
                  <a:ext cx="9525" cy="237064"/>
                </p14:xfrm>
              </p:contentPart>
            </mc:Choice>
            <mc:Fallback xmlns="">
              <p:pic>
                <p:nvPicPr>
                  <p:cNvPr id="35" name="Ink 34">
                    <a:extLst>
                      <a:ext uri="{FF2B5EF4-FFF2-40B4-BE49-F238E27FC236}">
                        <a16:creationId xmlns:a16="http://schemas.microsoft.com/office/drawing/2014/main" id="{5C4C5E13-25A2-FF1D-83AE-A4B867F47AFE}"/>
                      </a:ext>
                    </a:extLst>
                  </p:cNvPr>
                  <p:cNvPicPr/>
                  <p:nvPr/>
                </p:nvPicPr>
                <p:blipFill>
                  <a:blip r:embed="rId50"/>
                  <a:stretch>
                    <a:fillRect/>
                  </a:stretch>
                </p:blipFill>
                <p:spPr>
                  <a:xfrm>
                    <a:off x="11317740" y="4163488"/>
                    <a:ext cx="43203" cy="272678"/>
                  </a:xfrm>
                  <a:prstGeom prst="rect">
                    <a:avLst/>
                  </a:prstGeom>
                </p:spPr>
              </p:pic>
            </mc:Fallback>
          </mc:AlternateContent>
          <mc:AlternateContent xmlns:mc="http://schemas.openxmlformats.org/markup-compatibility/2006" xmlns:p14="http://schemas.microsoft.com/office/powerpoint/2010/main">
            <mc:Choice Requires="p14">
              <p:contentPart p14:bwMode="auto" r:id="rId51">
                <p14:nvContentPartPr>
                  <p14:cNvPr id="38" name="Ink 37">
                    <a:extLst>
                      <a:ext uri="{FF2B5EF4-FFF2-40B4-BE49-F238E27FC236}">
                        <a16:creationId xmlns:a16="http://schemas.microsoft.com/office/drawing/2014/main" id="{7615A50B-1BEC-16CB-55CB-366CD8C0F0CB}"/>
                      </a:ext>
                    </a:extLst>
                  </p14:cNvPr>
                  <p14:cNvContentPartPr/>
                  <p14:nvPr/>
                </p14:nvContentPartPr>
                <p14:xfrm>
                  <a:off x="4848225" y="4171950"/>
                  <a:ext cx="19088" cy="332316"/>
                </p14:xfrm>
              </p:contentPart>
            </mc:Choice>
            <mc:Fallback xmlns="">
              <p:pic>
                <p:nvPicPr>
                  <p:cNvPr id="38" name="Ink 37">
                    <a:extLst>
                      <a:ext uri="{FF2B5EF4-FFF2-40B4-BE49-F238E27FC236}">
                        <a16:creationId xmlns:a16="http://schemas.microsoft.com/office/drawing/2014/main" id="{7615A50B-1BEC-16CB-55CB-366CD8C0F0CB}"/>
                      </a:ext>
                    </a:extLst>
                  </p:cNvPr>
                  <p:cNvPicPr/>
                  <p:nvPr/>
                </p:nvPicPr>
                <p:blipFill>
                  <a:blip r:embed="rId52"/>
                  <a:stretch>
                    <a:fillRect/>
                  </a:stretch>
                </p:blipFill>
                <p:spPr>
                  <a:xfrm>
                    <a:off x="4830551" y="4153987"/>
                    <a:ext cx="54083" cy="367883"/>
                  </a:xfrm>
                  <a:prstGeom prst="rect">
                    <a:avLst/>
                  </a:prstGeom>
                </p:spPr>
              </p:pic>
            </mc:Fallback>
          </mc:AlternateContent>
          <mc:AlternateContent xmlns:mc="http://schemas.openxmlformats.org/markup-compatibility/2006" xmlns:p14="http://schemas.microsoft.com/office/powerpoint/2010/main">
            <mc:Choice Requires="p14">
              <p:contentPart p14:bwMode="auto" r:id="rId53">
                <p14:nvContentPartPr>
                  <p14:cNvPr id="50" name="Ink 49">
                    <a:extLst>
                      <a:ext uri="{FF2B5EF4-FFF2-40B4-BE49-F238E27FC236}">
                        <a16:creationId xmlns:a16="http://schemas.microsoft.com/office/drawing/2014/main" id="{15ED4251-F241-928C-0962-1475BF5777DF}"/>
                      </a:ext>
                    </a:extLst>
                  </p14:cNvPr>
                  <p14:cNvContentPartPr/>
                  <p14:nvPr/>
                </p14:nvContentPartPr>
                <p14:xfrm>
                  <a:off x="4867273" y="4386417"/>
                  <a:ext cx="2667001" cy="9525"/>
                </p14:xfrm>
              </p:contentPart>
            </mc:Choice>
            <mc:Fallback xmlns="">
              <p:pic>
                <p:nvPicPr>
                  <p:cNvPr id="50" name="Ink 49">
                    <a:extLst>
                      <a:ext uri="{FF2B5EF4-FFF2-40B4-BE49-F238E27FC236}">
                        <a16:creationId xmlns:a16="http://schemas.microsoft.com/office/drawing/2014/main" id="{15ED4251-F241-928C-0962-1475BF5777DF}"/>
                      </a:ext>
                    </a:extLst>
                  </p:cNvPr>
                  <p:cNvPicPr/>
                  <p:nvPr/>
                </p:nvPicPr>
                <p:blipFill>
                  <a:blip r:embed="rId54"/>
                  <a:stretch>
                    <a:fillRect/>
                  </a:stretch>
                </p:blipFill>
                <p:spPr>
                  <a:xfrm>
                    <a:off x="4849275" y="4352399"/>
                    <a:ext cx="2702638" cy="76880"/>
                  </a:xfrm>
                  <a:prstGeom prst="rect">
                    <a:avLst/>
                  </a:prstGeom>
                </p:spPr>
              </p:pic>
            </mc:Fallback>
          </mc:AlternateContent>
          <p:sp>
            <p:nvSpPr>
              <p:cNvPr id="55" name="TextBox 54">
                <a:extLst>
                  <a:ext uri="{FF2B5EF4-FFF2-40B4-BE49-F238E27FC236}">
                    <a16:creationId xmlns:a16="http://schemas.microsoft.com/office/drawing/2014/main" id="{CC196AB2-4529-2B3A-40AC-0E9C61001C04}"/>
                  </a:ext>
                </a:extLst>
              </p:cNvPr>
              <p:cNvSpPr txBox="1"/>
              <p:nvPr/>
            </p:nvSpPr>
            <p:spPr>
              <a:xfrm>
                <a:off x="7535901" y="4184495"/>
                <a:ext cx="1280067"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32 bits</a:t>
                </a:r>
              </a:p>
            </p:txBody>
          </p:sp>
          <mc:AlternateContent xmlns:mc="http://schemas.openxmlformats.org/markup-compatibility/2006" xmlns:p14="http://schemas.microsoft.com/office/powerpoint/2010/main">
            <mc:Choice Requires="p14">
              <p:contentPart p14:bwMode="auto" r:id="rId55">
                <p14:nvContentPartPr>
                  <p14:cNvPr id="56" name="Ink 55">
                    <a:extLst>
                      <a:ext uri="{FF2B5EF4-FFF2-40B4-BE49-F238E27FC236}">
                        <a16:creationId xmlns:a16="http://schemas.microsoft.com/office/drawing/2014/main" id="{DAF58D5B-4D15-9BB2-89F6-7EAE01F5530A}"/>
                      </a:ext>
                    </a:extLst>
                  </p14:cNvPr>
                  <p14:cNvContentPartPr/>
                  <p14:nvPr/>
                </p14:nvContentPartPr>
                <p14:xfrm>
                  <a:off x="8372475" y="4362449"/>
                  <a:ext cx="2942166" cy="28575"/>
                </p14:xfrm>
              </p:contentPart>
            </mc:Choice>
            <mc:Fallback xmlns="">
              <p:pic>
                <p:nvPicPr>
                  <p:cNvPr id="56" name="Ink 55">
                    <a:extLst>
                      <a:ext uri="{FF2B5EF4-FFF2-40B4-BE49-F238E27FC236}">
                        <a16:creationId xmlns:a16="http://schemas.microsoft.com/office/drawing/2014/main" id="{DAF58D5B-4D15-9BB2-89F6-7EAE01F5530A}"/>
                      </a:ext>
                    </a:extLst>
                  </p:cNvPr>
                  <p:cNvPicPr/>
                  <p:nvPr/>
                </p:nvPicPr>
                <p:blipFill>
                  <a:blip r:embed="rId56"/>
                  <a:stretch>
                    <a:fillRect/>
                  </a:stretch>
                </p:blipFill>
                <p:spPr>
                  <a:xfrm>
                    <a:off x="8354476" y="4344590"/>
                    <a:ext cx="2977805" cy="63937"/>
                  </a:xfrm>
                  <a:prstGeom prst="rect">
                    <a:avLst/>
                  </a:prstGeom>
                </p:spPr>
              </p:pic>
            </mc:Fallback>
          </mc:AlternateContent>
        </p:grpSp>
      </p:grpSp>
      <mc:AlternateContent xmlns:mc="http://schemas.openxmlformats.org/markup-compatibility/2006" xmlns:p14="http://schemas.microsoft.com/office/powerpoint/2010/main">
        <mc:Choice Requires="p14">
          <p:contentPart p14:bwMode="auto" r:id="rId57">
            <p14:nvContentPartPr>
              <p14:cNvPr id="59" name="Ink 58">
                <a:extLst>
                  <a:ext uri="{FF2B5EF4-FFF2-40B4-BE49-F238E27FC236}">
                    <a16:creationId xmlns:a16="http://schemas.microsoft.com/office/drawing/2014/main" id="{4F41EE14-F47B-5EEF-A041-4A04FF080256}"/>
                  </a:ext>
                </a:extLst>
              </p14:cNvPr>
              <p14:cNvContentPartPr/>
              <p14:nvPr/>
            </p14:nvContentPartPr>
            <p14:xfrm>
              <a:off x="7296149" y="4371974"/>
              <a:ext cx="9525" cy="9525"/>
            </p14:xfrm>
          </p:contentPart>
        </mc:Choice>
        <mc:Fallback xmlns="">
          <p:pic>
            <p:nvPicPr>
              <p:cNvPr id="59" name="Ink 58">
                <a:extLst>
                  <a:ext uri="{FF2B5EF4-FFF2-40B4-BE49-F238E27FC236}">
                    <a16:creationId xmlns:a16="http://schemas.microsoft.com/office/drawing/2014/main" id="{4F41EE14-F47B-5EEF-A041-4A04FF080256}"/>
                  </a:ext>
                </a:extLst>
              </p:cNvPr>
              <p:cNvPicPr/>
              <p:nvPr/>
            </p:nvPicPr>
            <p:blipFill>
              <a:blip r:embed="rId8"/>
              <a:stretch>
                <a:fillRect/>
              </a:stretch>
            </p:blipFill>
            <p:spPr>
              <a:xfrm>
                <a:off x="6829424" y="3895724"/>
                <a:ext cx="952500" cy="952500"/>
              </a:xfrm>
              <a:prstGeom prst="rect">
                <a:avLst/>
              </a:prstGeom>
            </p:spPr>
          </p:pic>
        </mc:Fallback>
      </mc:AlternateContent>
      <p:sp>
        <p:nvSpPr>
          <p:cNvPr id="62" name="TextBox 61">
            <a:extLst>
              <a:ext uri="{FF2B5EF4-FFF2-40B4-BE49-F238E27FC236}">
                <a16:creationId xmlns:a16="http://schemas.microsoft.com/office/drawing/2014/main" id="{E8D26EF2-234C-5044-B476-83D436AB64D4}"/>
              </a:ext>
            </a:extLst>
          </p:cNvPr>
          <p:cNvSpPr txBox="1"/>
          <p:nvPr/>
        </p:nvSpPr>
        <p:spPr>
          <a:xfrm>
            <a:off x="4734758" y="6340077"/>
            <a:ext cx="6600825"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Class A, N = 8; Class B, N = 16; and Class C, N =24</a:t>
            </a:r>
          </a:p>
        </p:txBody>
      </p:sp>
      <p:grpSp>
        <p:nvGrpSpPr>
          <p:cNvPr id="5" name="Group 4">
            <a:extLst>
              <a:ext uri="{FF2B5EF4-FFF2-40B4-BE49-F238E27FC236}">
                <a16:creationId xmlns:a16="http://schemas.microsoft.com/office/drawing/2014/main" id="{5163BB8E-4CE7-250C-08A1-9038F6093ACC}"/>
              </a:ext>
            </a:extLst>
          </p:cNvPr>
          <p:cNvGrpSpPr/>
          <p:nvPr/>
        </p:nvGrpSpPr>
        <p:grpSpPr>
          <a:xfrm>
            <a:off x="4922126" y="5312322"/>
            <a:ext cx="3686174" cy="313266"/>
            <a:chOff x="4895850" y="4629150"/>
            <a:chExt cx="3686174" cy="313266"/>
          </a:xfrm>
        </p:grpSpPr>
        <mc:AlternateContent xmlns:mc="http://schemas.openxmlformats.org/markup-compatibility/2006" xmlns:p14="http://schemas.microsoft.com/office/powerpoint/2010/main">
          <mc:Choice Requires="p14">
            <p:contentPart p14:bwMode="auto" r:id="rId58">
              <p14:nvContentPartPr>
                <p14:cNvPr id="31" name="Ink 30">
                  <a:extLst>
                    <a:ext uri="{FF2B5EF4-FFF2-40B4-BE49-F238E27FC236}">
                      <a16:creationId xmlns:a16="http://schemas.microsoft.com/office/drawing/2014/main" id="{48EE29FB-93ED-F368-EACB-F7A0D3EB5D20}"/>
                    </a:ext>
                  </a:extLst>
                </p14:cNvPr>
                <p14:cNvContentPartPr/>
                <p14:nvPr/>
              </p14:nvContentPartPr>
              <p14:xfrm>
                <a:off x="8572499" y="4629150"/>
                <a:ext cx="9525" cy="313266"/>
              </p14:xfrm>
            </p:contentPart>
          </mc:Choice>
          <mc:Fallback xmlns="">
            <p:pic>
              <p:nvPicPr>
                <p:cNvPr id="31" name="Ink 30">
                  <a:extLst>
                    <a:ext uri="{FF2B5EF4-FFF2-40B4-BE49-F238E27FC236}">
                      <a16:creationId xmlns:a16="http://schemas.microsoft.com/office/drawing/2014/main" id="{48EE29FB-93ED-F368-EACB-F7A0D3EB5D20}"/>
                    </a:ext>
                  </a:extLst>
                </p:cNvPr>
                <p:cNvPicPr/>
                <p:nvPr/>
              </p:nvPicPr>
              <p:blipFill>
                <a:blip r:embed="rId59"/>
                <a:stretch>
                  <a:fillRect/>
                </a:stretch>
              </p:blipFill>
              <p:spPr>
                <a:xfrm>
                  <a:off x="8096249" y="4611187"/>
                  <a:ext cx="952500" cy="348832"/>
                </a:xfrm>
                <a:prstGeom prst="rect">
                  <a:avLst/>
                </a:prstGeom>
              </p:spPr>
            </p:pic>
          </mc:Fallback>
        </mc:AlternateContent>
        <mc:AlternateContent xmlns:mc="http://schemas.openxmlformats.org/markup-compatibility/2006" xmlns:p14="http://schemas.microsoft.com/office/powerpoint/2010/main">
          <mc:Choice Requires="p14">
            <p:contentPart p14:bwMode="auto" r:id="rId60">
              <p14:nvContentPartPr>
                <p14:cNvPr id="32" name="Ink 31">
                  <a:extLst>
                    <a:ext uri="{FF2B5EF4-FFF2-40B4-BE49-F238E27FC236}">
                      <a16:creationId xmlns:a16="http://schemas.microsoft.com/office/drawing/2014/main" id="{768EC233-DA5F-53D6-4D14-8E55E805278B}"/>
                    </a:ext>
                  </a:extLst>
                </p14:cNvPr>
                <p14:cNvContentPartPr/>
                <p14:nvPr/>
              </p14:nvContentPartPr>
              <p14:xfrm>
                <a:off x="4895850" y="4782246"/>
                <a:ext cx="1753500" cy="28567"/>
              </p14:xfrm>
            </p:contentPart>
          </mc:Choice>
          <mc:Fallback xmlns="">
            <p:pic>
              <p:nvPicPr>
                <p:cNvPr id="32" name="Ink 31">
                  <a:extLst>
                    <a:ext uri="{FF2B5EF4-FFF2-40B4-BE49-F238E27FC236}">
                      <a16:creationId xmlns:a16="http://schemas.microsoft.com/office/drawing/2014/main" id="{768EC233-DA5F-53D6-4D14-8E55E805278B}"/>
                    </a:ext>
                  </a:extLst>
                </p:cNvPr>
                <p:cNvPicPr/>
                <p:nvPr/>
              </p:nvPicPr>
              <p:blipFill>
                <a:blip r:embed="rId61"/>
                <a:stretch>
                  <a:fillRect/>
                </a:stretch>
              </p:blipFill>
              <p:spPr>
                <a:xfrm>
                  <a:off x="4877854" y="4764392"/>
                  <a:ext cx="1789131" cy="63919"/>
                </a:xfrm>
                <a:prstGeom prst="rect">
                  <a:avLst/>
                </a:prstGeom>
              </p:spPr>
            </p:pic>
          </mc:Fallback>
        </mc:AlternateContent>
      </p:grpSp>
      <p:grpSp>
        <p:nvGrpSpPr>
          <p:cNvPr id="26" name="Group 25">
            <a:extLst>
              <a:ext uri="{FF2B5EF4-FFF2-40B4-BE49-F238E27FC236}">
                <a16:creationId xmlns:a16="http://schemas.microsoft.com/office/drawing/2014/main" id="{867BF39F-C6D8-E0DD-101A-C2B42F1E8B5F}"/>
              </a:ext>
            </a:extLst>
          </p:cNvPr>
          <p:cNvGrpSpPr/>
          <p:nvPr/>
        </p:nvGrpSpPr>
        <p:grpSpPr>
          <a:xfrm>
            <a:off x="4899463" y="5692994"/>
            <a:ext cx="6562176" cy="523874"/>
            <a:chOff x="4899463" y="5692994"/>
            <a:chExt cx="6562176" cy="523874"/>
          </a:xfrm>
        </p:grpSpPr>
        <p:grpSp>
          <p:nvGrpSpPr>
            <p:cNvPr id="6" name="Group 5">
              <a:extLst>
                <a:ext uri="{FF2B5EF4-FFF2-40B4-BE49-F238E27FC236}">
                  <a16:creationId xmlns:a16="http://schemas.microsoft.com/office/drawing/2014/main" id="{3CC87444-F910-0CC3-5CCF-C1E9C82A8FCF}"/>
                </a:ext>
              </a:extLst>
            </p:cNvPr>
            <p:cNvGrpSpPr/>
            <p:nvPr/>
          </p:nvGrpSpPr>
          <p:grpSpPr>
            <a:xfrm>
              <a:off x="4899463" y="5692994"/>
              <a:ext cx="6562176" cy="523874"/>
              <a:chOff x="4886325" y="5114925"/>
              <a:chExt cx="6562176" cy="523874"/>
            </a:xfrm>
          </p:grpSpPr>
          <p:grpSp>
            <p:nvGrpSpPr>
              <p:cNvPr id="4" name="Group 3">
                <a:extLst>
                  <a:ext uri="{FF2B5EF4-FFF2-40B4-BE49-F238E27FC236}">
                    <a16:creationId xmlns:a16="http://schemas.microsoft.com/office/drawing/2014/main" id="{D9514ED5-7A2B-5449-3F52-8055CF3DEDE0}"/>
                  </a:ext>
                </a:extLst>
              </p:cNvPr>
              <p:cNvGrpSpPr/>
              <p:nvPr/>
            </p:nvGrpSpPr>
            <p:grpSpPr>
              <a:xfrm>
                <a:off x="4886325" y="5114925"/>
                <a:ext cx="6562176" cy="523874"/>
                <a:chOff x="4886325" y="5114925"/>
                <a:chExt cx="6562176" cy="523874"/>
              </a:xfrm>
            </p:grpSpPr>
            <mc:AlternateContent xmlns:mc="http://schemas.openxmlformats.org/markup-compatibility/2006" xmlns:p14="http://schemas.microsoft.com/office/powerpoint/2010/main">
              <mc:Choice Requires="p14">
                <p:contentPart p14:bwMode="auto" r:id="rId62">
                  <p14:nvContentPartPr>
                    <p14:cNvPr id="16" name="Ink 15">
                      <a:extLst>
                        <a:ext uri="{FF2B5EF4-FFF2-40B4-BE49-F238E27FC236}">
                          <a16:creationId xmlns:a16="http://schemas.microsoft.com/office/drawing/2014/main" id="{A14B62FB-0F07-6EC2-E556-44A551E5D230}"/>
                        </a:ext>
                      </a:extLst>
                    </p14:cNvPr>
                    <p14:cNvContentPartPr/>
                    <p14:nvPr/>
                  </p14:nvContentPartPr>
                  <p14:xfrm>
                    <a:off x="4886325" y="5554557"/>
                    <a:ext cx="6562176" cy="84242"/>
                  </p14:xfrm>
                </p:contentPart>
              </mc:Choice>
              <mc:Fallback xmlns="">
                <p:pic>
                  <p:nvPicPr>
                    <p:cNvPr id="16" name="Ink 15">
                      <a:extLst>
                        <a:ext uri="{FF2B5EF4-FFF2-40B4-BE49-F238E27FC236}">
                          <a16:creationId xmlns:a16="http://schemas.microsoft.com/office/drawing/2014/main" id="{A14B62FB-0F07-6EC2-E556-44A551E5D230}"/>
                        </a:ext>
                      </a:extLst>
                    </p:cNvPr>
                    <p:cNvPicPr/>
                    <p:nvPr/>
                  </p:nvPicPr>
                  <p:blipFill>
                    <a:blip r:embed="rId24"/>
                    <a:stretch>
                      <a:fillRect/>
                    </a:stretch>
                  </p:blipFill>
                  <p:spPr>
                    <a:xfrm>
                      <a:off x="4868326" y="5536633"/>
                      <a:ext cx="6597815" cy="119731"/>
                    </a:xfrm>
                    <a:prstGeom prst="rect">
                      <a:avLst/>
                    </a:prstGeom>
                  </p:spPr>
                </p:pic>
              </mc:Fallback>
            </mc:AlternateContent>
            <mc:AlternateContent xmlns:mc="http://schemas.openxmlformats.org/markup-compatibility/2006" xmlns:p14="http://schemas.microsoft.com/office/powerpoint/2010/main">
              <mc:Choice Requires="p14">
                <p:contentPart p14:bwMode="auto" r:id="rId63">
                  <p14:nvContentPartPr>
                    <p14:cNvPr id="17" name="Ink 16">
                      <a:extLst>
                        <a:ext uri="{FF2B5EF4-FFF2-40B4-BE49-F238E27FC236}">
                          <a16:creationId xmlns:a16="http://schemas.microsoft.com/office/drawing/2014/main" id="{FEBC5477-0F6E-A4F5-3B6E-10978D6CAC7A}"/>
                        </a:ext>
                      </a:extLst>
                    </p14:cNvPr>
                    <p14:cNvContentPartPr/>
                    <p14:nvPr/>
                  </p14:nvContentPartPr>
                  <p14:xfrm>
                    <a:off x="11410949" y="5114925"/>
                    <a:ext cx="12681" cy="409256"/>
                  </p14:xfrm>
                </p:contentPart>
              </mc:Choice>
              <mc:Fallback xmlns="">
                <p:pic>
                  <p:nvPicPr>
                    <p:cNvPr id="17" name="Ink 16">
                      <a:extLst>
                        <a:ext uri="{FF2B5EF4-FFF2-40B4-BE49-F238E27FC236}">
                          <a16:creationId xmlns:a16="http://schemas.microsoft.com/office/drawing/2014/main" id="{FEBC5477-0F6E-A4F5-3B6E-10978D6CAC7A}"/>
                        </a:ext>
                      </a:extLst>
                    </p:cNvPr>
                    <p:cNvPicPr/>
                    <p:nvPr/>
                  </p:nvPicPr>
                  <p:blipFill>
                    <a:blip r:embed="rId26"/>
                    <a:stretch>
                      <a:fillRect/>
                    </a:stretch>
                  </p:blipFill>
                  <p:spPr>
                    <a:xfrm>
                      <a:off x="11393336" y="5096944"/>
                      <a:ext cx="47554" cy="444859"/>
                    </a:xfrm>
                    <a:prstGeom prst="rect">
                      <a:avLst/>
                    </a:prstGeom>
                  </p:spPr>
                </p:pic>
              </mc:Fallback>
            </mc:AlternateContent>
            <mc:AlternateContent xmlns:mc="http://schemas.openxmlformats.org/markup-compatibility/2006" xmlns:p14="http://schemas.microsoft.com/office/powerpoint/2010/main">
              <mc:Choice Requires="p14">
                <p:contentPart p14:bwMode="auto" r:id="rId64">
                  <p14:nvContentPartPr>
                    <p14:cNvPr id="18" name="Ink 17">
                      <a:extLst>
                        <a:ext uri="{FF2B5EF4-FFF2-40B4-BE49-F238E27FC236}">
                          <a16:creationId xmlns:a16="http://schemas.microsoft.com/office/drawing/2014/main" id="{1334017B-F9D0-6456-B2A0-9E7C5A519D64}"/>
                        </a:ext>
                      </a:extLst>
                    </p14:cNvPr>
                    <p14:cNvContentPartPr/>
                    <p14:nvPr/>
                  </p14:nvContentPartPr>
                  <p14:xfrm>
                    <a:off x="6934199" y="5124449"/>
                    <a:ext cx="9525" cy="465667"/>
                  </p14:xfrm>
                </p:contentPart>
              </mc:Choice>
              <mc:Fallback xmlns="">
                <p:pic>
                  <p:nvPicPr>
                    <p:cNvPr id="18" name="Ink 17">
                      <a:extLst>
                        <a:ext uri="{FF2B5EF4-FFF2-40B4-BE49-F238E27FC236}">
                          <a16:creationId xmlns:a16="http://schemas.microsoft.com/office/drawing/2014/main" id="{1334017B-F9D0-6456-B2A0-9E7C5A519D64}"/>
                        </a:ext>
                      </a:extLst>
                    </p:cNvPr>
                    <p:cNvPicPr/>
                    <p:nvPr/>
                  </p:nvPicPr>
                  <p:blipFill>
                    <a:blip r:embed="rId28"/>
                    <a:stretch>
                      <a:fillRect/>
                    </a:stretch>
                  </p:blipFill>
                  <p:spPr>
                    <a:xfrm>
                      <a:off x="6917190" y="5106470"/>
                      <a:ext cx="43203" cy="501266"/>
                    </a:xfrm>
                    <a:prstGeom prst="rect">
                      <a:avLst/>
                    </a:prstGeom>
                  </p:spPr>
                </p:pic>
              </mc:Fallback>
            </mc:AlternateContent>
            <mc:AlternateContent xmlns:mc="http://schemas.openxmlformats.org/markup-compatibility/2006" xmlns:p14="http://schemas.microsoft.com/office/powerpoint/2010/main">
              <mc:Choice Requires="p14">
                <p:contentPart p14:bwMode="auto" r:id="rId65">
                  <p14:nvContentPartPr>
                    <p14:cNvPr id="19" name="Ink 18">
                      <a:extLst>
                        <a:ext uri="{FF2B5EF4-FFF2-40B4-BE49-F238E27FC236}">
                          <a16:creationId xmlns:a16="http://schemas.microsoft.com/office/drawing/2014/main" id="{9764FC3A-8443-159E-FE2F-7A6A337D5ED0}"/>
                        </a:ext>
                      </a:extLst>
                    </p14:cNvPr>
                    <p14:cNvContentPartPr/>
                    <p14:nvPr/>
                  </p14:nvContentPartPr>
                  <p14:xfrm>
                    <a:off x="8582024" y="5114925"/>
                    <a:ext cx="9525" cy="446616"/>
                  </p14:xfrm>
                </p:contentPart>
              </mc:Choice>
              <mc:Fallback xmlns="">
                <p:pic>
                  <p:nvPicPr>
                    <p:cNvPr id="19" name="Ink 18">
                      <a:extLst>
                        <a:ext uri="{FF2B5EF4-FFF2-40B4-BE49-F238E27FC236}">
                          <a16:creationId xmlns:a16="http://schemas.microsoft.com/office/drawing/2014/main" id="{9764FC3A-8443-159E-FE2F-7A6A337D5ED0}"/>
                        </a:ext>
                      </a:extLst>
                    </p:cNvPr>
                    <p:cNvPicPr/>
                    <p:nvPr/>
                  </p:nvPicPr>
                  <p:blipFill>
                    <a:blip r:embed="rId30"/>
                    <a:stretch>
                      <a:fillRect/>
                    </a:stretch>
                  </p:blipFill>
                  <p:spPr>
                    <a:xfrm>
                      <a:off x="8105774" y="5096931"/>
                      <a:ext cx="952500" cy="482245"/>
                    </a:xfrm>
                    <a:prstGeom prst="rect">
                      <a:avLst/>
                    </a:prstGeom>
                  </p:spPr>
                </p:pic>
              </mc:Fallback>
            </mc:AlternateContent>
          </p:grpSp>
          <mc:AlternateContent xmlns:mc="http://schemas.openxmlformats.org/markup-compatibility/2006" xmlns:p14="http://schemas.microsoft.com/office/powerpoint/2010/main">
            <mc:Choice Requires="p14">
              <p:contentPart p14:bwMode="auto" r:id="rId66">
                <p14:nvContentPartPr>
                  <p14:cNvPr id="22" name="Ink 21">
                    <a:extLst>
                      <a:ext uri="{FF2B5EF4-FFF2-40B4-BE49-F238E27FC236}">
                        <a16:creationId xmlns:a16="http://schemas.microsoft.com/office/drawing/2014/main" id="{459953B8-8237-B275-46E2-21329BBC0791}"/>
                      </a:ext>
                    </a:extLst>
                  </p14:cNvPr>
                  <p14:cNvContentPartPr/>
                  <p14:nvPr/>
                </p14:nvContentPartPr>
                <p14:xfrm>
                  <a:off x="5543549" y="5239811"/>
                  <a:ext cx="191163" cy="237759"/>
                </p14:xfrm>
              </p:contentPart>
            </mc:Choice>
            <mc:Fallback xmlns="">
              <p:pic>
                <p:nvPicPr>
                  <p:cNvPr id="22" name="Ink 21">
                    <a:extLst>
                      <a:ext uri="{FF2B5EF4-FFF2-40B4-BE49-F238E27FC236}">
                        <a16:creationId xmlns:a16="http://schemas.microsoft.com/office/drawing/2014/main" id="{459953B8-8237-B275-46E2-21329BBC0791}"/>
                      </a:ext>
                    </a:extLst>
                  </p:cNvPr>
                  <p:cNvPicPr/>
                  <p:nvPr/>
                </p:nvPicPr>
                <p:blipFill>
                  <a:blip r:embed="rId32"/>
                  <a:stretch>
                    <a:fillRect/>
                  </a:stretch>
                </p:blipFill>
                <p:spPr>
                  <a:xfrm>
                    <a:off x="5525583" y="5221826"/>
                    <a:ext cx="226737" cy="273369"/>
                  </a:xfrm>
                  <a:prstGeom prst="rect">
                    <a:avLst/>
                  </a:prstGeom>
                </p:spPr>
              </p:pic>
            </mc:Fallback>
          </mc:AlternateContent>
          <mc:AlternateContent xmlns:mc="http://schemas.openxmlformats.org/markup-compatibility/2006" xmlns:p14="http://schemas.microsoft.com/office/powerpoint/2010/main">
            <mc:Choice Requires="p14">
              <p:contentPart p14:bwMode="auto" r:id="rId67">
                <p14:nvContentPartPr>
                  <p14:cNvPr id="23" name="Ink 22">
                    <a:extLst>
                      <a:ext uri="{FF2B5EF4-FFF2-40B4-BE49-F238E27FC236}">
                        <a16:creationId xmlns:a16="http://schemas.microsoft.com/office/drawing/2014/main" id="{51161043-EF19-E925-C2CD-97DB94D97CAD}"/>
                      </a:ext>
                    </a:extLst>
                  </p14:cNvPr>
                  <p14:cNvContentPartPr/>
                  <p14:nvPr/>
                </p14:nvContentPartPr>
                <p14:xfrm>
                  <a:off x="7666106" y="5210175"/>
                  <a:ext cx="240276" cy="276950"/>
                </p14:xfrm>
              </p:contentPart>
            </mc:Choice>
            <mc:Fallback xmlns="">
              <p:pic>
                <p:nvPicPr>
                  <p:cNvPr id="23" name="Ink 22">
                    <a:extLst>
                      <a:ext uri="{FF2B5EF4-FFF2-40B4-BE49-F238E27FC236}">
                        <a16:creationId xmlns:a16="http://schemas.microsoft.com/office/drawing/2014/main" id="{51161043-EF19-E925-C2CD-97DB94D97CAD}"/>
                      </a:ext>
                    </a:extLst>
                  </p:cNvPr>
                  <p:cNvPicPr/>
                  <p:nvPr/>
                </p:nvPicPr>
                <p:blipFill>
                  <a:blip r:embed="rId34"/>
                  <a:stretch>
                    <a:fillRect/>
                  </a:stretch>
                </p:blipFill>
                <p:spPr>
                  <a:xfrm>
                    <a:off x="7648148" y="5192215"/>
                    <a:ext cx="275833" cy="312512"/>
                  </a:xfrm>
                  <a:prstGeom prst="rect">
                    <a:avLst/>
                  </a:prstGeom>
                </p:spPr>
              </p:pic>
            </mc:Fallback>
          </mc:AlternateContent>
          <mc:AlternateContent xmlns:mc="http://schemas.openxmlformats.org/markup-compatibility/2006" xmlns:p14="http://schemas.microsoft.com/office/powerpoint/2010/main">
            <mc:Choice Requires="p14">
              <p:contentPart p14:bwMode="auto" r:id="rId68">
                <p14:nvContentPartPr>
                  <p14:cNvPr id="27" name="Ink 26">
                    <a:extLst>
                      <a:ext uri="{FF2B5EF4-FFF2-40B4-BE49-F238E27FC236}">
                        <a16:creationId xmlns:a16="http://schemas.microsoft.com/office/drawing/2014/main" id="{4917BFC2-9B57-B7A0-0B84-21AE94B70B7B}"/>
                      </a:ext>
                    </a:extLst>
                  </p14:cNvPr>
                  <p14:cNvContentPartPr/>
                  <p14:nvPr/>
                </p14:nvContentPartPr>
                <p14:xfrm>
                  <a:off x="9363074" y="5210175"/>
                  <a:ext cx="9525" cy="265640"/>
                </p14:xfrm>
              </p:contentPart>
            </mc:Choice>
            <mc:Fallback xmlns="">
              <p:pic>
                <p:nvPicPr>
                  <p:cNvPr id="27" name="Ink 26">
                    <a:extLst>
                      <a:ext uri="{FF2B5EF4-FFF2-40B4-BE49-F238E27FC236}">
                        <a16:creationId xmlns:a16="http://schemas.microsoft.com/office/drawing/2014/main" id="{4917BFC2-9B57-B7A0-0B84-21AE94B70B7B}"/>
                      </a:ext>
                    </a:extLst>
                  </p:cNvPr>
                  <p:cNvPicPr/>
                  <p:nvPr/>
                </p:nvPicPr>
                <p:blipFill>
                  <a:blip r:embed="rId36"/>
                  <a:stretch>
                    <a:fillRect/>
                  </a:stretch>
                </p:blipFill>
                <p:spPr>
                  <a:xfrm>
                    <a:off x="8886824" y="5192202"/>
                    <a:ext cx="952500" cy="301226"/>
                  </a:xfrm>
                  <a:prstGeom prst="rect">
                    <a:avLst/>
                  </a:prstGeom>
                </p:spPr>
              </p:pic>
            </mc:Fallback>
          </mc:AlternateContent>
          <mc:AlternateContent xmlns:mc="http://schemas.openxmlformats.org/markup-compatibility/2006" xmlns:p14="http://schemas.microsoft.com/office/powerpoint/2010/main">
            <mc:Choice Requires="p14">
              <p:contentPart p14:bwMode="auto" r:id="rId69">
                <p14:nvContentPartPr>
                  <p14:cNvPr id="28" name="Ink 27">
                    <a:extLst>
                      <a:ext uri="{FF2B5EF4-FFF2-40B4-BE49-F238E27FC236}">
                        <a16:creationId xmlns:a16="http://schemas.microsoft.com/office/drawing/2014/main" id="{08659266-1F88-3C8D-A790-241D3C78B9E8}"/>
                      </a:ext>
                    </a:extLst>
                  </p14:cNvPr>
                  <p14:cNvContentPartPr/>
                  <p14:nvPr/>
                </p14:nvContentPartPr>
                <p14:xfrm>
                  <a:off x="9353550" y="5343535"/>
                  <a:ext cx="218024" cy="9525"/>
                </p14:xfrm>
              </p:contentPart>
            </mc:Choice>
            <mc:Fallback xmlns="">
              <p:pic>
                <p:nvPicPr>
                  <p:cNvPr id="28" name="Ink 27">
                    <a:extLst>
                      <a:ext uri="{FF2B5EF4-FFF2-40B4-BE49-F238E27FC236}">
                        <a16:creationId xmlns:a16="http://schemas.microsoft.com/office/drawing/2014/main" id="{08659266-1F88-3C8D-A790-241D3C78B9E8}"/>
                      </a:ext>
                    </a:extLst>
                  </p:cNvPr>
                  <p:cNvPicPr/>
                  <p:nvPr/>
                </p:nvPicPr>
                <p:blipFill>
                  <a:blip r:embed="rId38"/>
                  <a:stretch>
                    <a:fillRect/>
                  </a:stretch>
                </p:blipFill>
                <p:spPr>
                  <a:xfrm>
                    <a:off x="9335561" y="5325896"/>
                    <a:ext cx="253642" cy="44450"/>
                  </a:xfrm>
                  <a:prstGeom prst="rect">
                    <a:avLst/>
                  </a:prstGeom>
                </p:spPr>
              </p:pic>
            </mc:Fallback>
          </mc:AlternateContent>
          <mc:AlternateContent xmlns:mc="http://schemas.openxmlformats.org/markup-compatibility/2006" xmlns:p14="http://schemas.microsoft.com/office/powerpoint/2010/main">
            <mc:Choice Requires="p14">
              <p:contentPart p14:bwMode="auto" r:id="rId70">
                <p14:nvContentPartPr>
                  <p14:cNvPr id="29" name="Ink 28">
                    <a:extLst>
                      <a:ext uri="{FF2B5EF4-FFF2-40B4-BE49-F238E27FC236}">
                        <a16:creationId xmlns:a16="http://schemas.microsoft.com/office/drawing/2014/main" id="{790237C9-78D0-0EAF-C5CA-B0503A27CD5C}"/>
                      </a:ext>
                    </a:extLst>
                  </p14:cNvPr>
                  <p14:cNvContentPartPr/>
                  <p14:nvPr/>
                </p14:nvContentPartPr>
                <p14:xfrm>
                  <a:off x="9572624" y="5172075"/>
                  <a:ext cx="9525" cy="275466"/>
                </p14:xfrm>
              </p:contentPart>
            </mc:Choice>
            <mc:Fallback xmlns="">
              <p:pic>
                <p:nvPicPr>
                  <p:cNvPr id="29" name="Ink 28">
                    <a:extLst>
                      <a:ext uri="{FF2B5EF4-FFF2-40B4-BE49-F238E27FC236}">
                        <a16:creationId xmlns:a16="http://schemas.microsoft.com/office/drawing/2014/main" id="{790237C9-78D0-0EAF-C5CA-B0503A27CD5C}"/>
                      </a:ext>
                    </a:extLst>
                  </p:cNvPr>
                  <p:cNvPicPr/>
                  <p:nvPr/>
                </p:nvPicPr>
                <p:blipFill>
                  <a:blip r:embed="rId40"/>
                  <a:stretch>
                    <a:fillRect/>
                  </a:stretch>
                </p:blipFill>
                <p:spPr>
                  <a:xfrm>
                    <a:off x="9096374" y="5154094"/>
                    <a:ext cx="952500" cy="311068"/>
                  </a:xfrm>
                  <a:prstGeom prst="rect">
                    <a:avLst/>
                  </a:prstGeom>
                </p:spPr>
              </p:pic>
            </mc:Fallback>
          </mc:AlternateContent>
        </p:grpSp>
        <mc:AlternateContent xmlns:mc="http://schemas.openxmlformats.org/markup-compatibility/2006" xmlns:p14="http://schemas.microsoft.com/office/powerpoint/2010/main">
          <mc:Choice Requires="p14">
            <p:contentPart p14:bwMode="auto" r:id="rId71">
              <p14:nvContentPartPr>
                <p14:cNvPr id="25" name="Ink 24">
                  <a:extLst>
                    <a:ext uri="{FF2B5EF4-FFF2-40B4-BE49-F238E27FC236}">
                      <a16:creationId xmlns:a16="http://schemas.microsoft.com/office/drawing/2014/main" id="{62CA7FD4-2BC8-0C1E-27E6-91F89CA32991}"/>
                    </a:ext>
                  </a:extLst>
                </p14:cNvPr>
                <p14:cNvContentPartPr/>
                <p14:nvPr/>
              </p14:nvContentPartPr>
              <p14:xfrm>
                <a:off x="5545014" y="5826368"/>
                <a:ext cx="11723" cy="256311"/>
              </p14:xfrm>
            </p:contentPart>
          </mc:Choice>
          <mc:Fallback xmlns="">
            <p:pic>
              <p:nvPicPr>
                <p:cNvPr id="25" name="Ink 24">
                  <a:extLst>
                    <a:ext uri="{FF2B5EF4-FFF2-40B4-BE49-F238E27FC236}">
                      <a16:creationId xmlns:a16="http://schemas.microsoft.com/office/drawing/2014/main" id="{62CA7FD4-2BC8-0C1E-27E6-91F89CA32991}"/>
                    </a:ext>
                  </a:extLst>
                </p:cNvPr>
                <p:cNvPicPr/>
                <p:nvPr/>
              </p:nvPicPr>
              <p:blipFill>
                <a:blip r:embed="rId72"/>
                <a:stretch>
                  <a:fillRect/>
                </a:stretch>
              </p:blipFill>
              <p:spPr>
                <a:xfrm>
                  <a:off x="5510535" y="5808753"/>
                  <a:ext cx="79992" cy="29190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73">
            <p14:nvContentPartPr>
              <p14:cNvPr id="30" name="Ink 29">
                <a:extLst>
                  <a:ext uri="{FF2B5EF4-FFF2-40B4-BE49-F238E27FC236}">
                    <a16:creationId xmlns:a16="http://schemas.microsoft.com/office/drawing/2014/main" id="{DB90E41D-1D3A-6321-883B-614F3AE54AA6}"/>
                  </a:ext>
                </a:extLst>
              </p14:cNvPr>
              <p14:cNvContentPartPr/>
              <p14:nvPr/>
            </p14:nvContentPartPr>
            <p14:xfrm>
              <a:off x="4887310" y="5360275"/>
              <a:ext cx="13680" cy="161294"/>
            </p14:xfrm>
          </p:contentPart>
        </mc:Choice>
        <mc:Fallback xmlns="">
          <p:pic>
            <p:nvPicPr>
              <p:cNvPr id="30" name="Ink 29">
                <a:extLst>
                  <a:ext uri="{FF2B5EF4-FFF2-40B4-BE49-F238E27FC236}">
                    <a16:creationId xmlns:a16="http://schemas.microsoft.com/office/drawing/2014/main" id="{DB90E41D-1D3A-6321-883B-614F3AE54AA6}"/>
                  </a:ext>
                </a:extLst>
              </p:cNvPr>
              <p:cNvPicPr/>
              <p:nvPr/>
            </p:nvPicPr>
            <p:blipFill>
              <a:blip r:embed="rId74"/>
              <a:stretch>
                <a:fillRect/>
              </a:stretch>
            </p:blipFill>
            <p:spPr>
              <a:xfrm>
                <a:off x="4869772" y="5342673"/>
                <a:ext cx="48406" cy="196858"/>
              </a:xfrm>
              <a:prstGeom prst="rect">
                <a:avLst/>
              </a:prstGeom>
            </p:spPr>
          </p:pic>
        </mc:Fallback>
      </mc:AlternateContent>
      <mc:AlternateContent xmlns:mc="http://schemas.openxmlformats.org/markup-compatibility/2006" xmlns:p14="http://schemas.microsoft.com/office/powerpoint/2010/main">
        <mc:Choice Requires="p14">
          <p:contentPart p14:bwMode="auto" r:id="rId75">
            <p14:nvContentPartPr>
              <p14:cNvPr id="33" name="Ink 32">
                <a:extLst>
                  <a:ext uri="{FF2B5EF4-FFF2-40B4-BE49-F238E27FC236}">
                    <a16:creationId xmlns:a16="http://schemas.microsoft.com/office/drawing/2014/main" id="{38747EB3-F854-C4E2-5716-1C3C201E4C8B}"/>
                  </a:ext>
                </a:extLst>
              </p14:cNvPr>
              <p14:cNvContentPartPr/>
              <p14:nvPr/>
            </p14:nvContentPartPr>
            <p14:xfrm>
              <a:off x="4994030" y="5692993"/>
              <a:ext cx="6438261" cy="18969"/>
            </p14:xfrm>
          </p:contentPart>
        </mc:Choice>
        <mc:Fallback xmlns="">
          <p:pic>
            <p:nvPicPr>
              <p:cNvPr id="33" name="Ink 32">
                <a:extLst>
                  <a:ext uri="{FF2B5EF4-FFF2-40B4-BE49-F238E27FC236}">
                    <a16:creationId xmlns:a16="http://schemas.microsoft.com/office/drawing/2014/main" id="{38747EB3-F854-C4E2-5716-1C3C201E4C8B}"/>
                  </a:ext>
                </a:extLst>
              </p:cNvPr>
              <p:cNvPicPr/>
              <p:nvPr/>
            </p:nvPicPr>
            <p:blipFill>
              <a:blip r:embed="rId76"/>
              <a:stretch>
                <a:fillRect/>
              </a:stretch>
            </p:blipFill>
            <p:spPr>
              <a:xfrm>
                <a:off x="4976391" y="5675780"/>
                <a:ext cx="6473899" cy="53746"/>
              </a:xfrm>
              <a:prstGeom prst="rect">
                <a:avLst/>
              </a:prstGeom>
            </p:spPr>
          </p:pic>
        </mc:Fallback>
      </mc:AlternateContent>
      <mc:AlternateContent xmlns:mc="http://schemas.openxmlformats.org/markup-compatibility/2006" xmlns:p14="http://schemas.microsoft.com/office/powerpoint/2010/main">
        <mc:Choice Requires="p14">
          <p:contentPart p14:bwMode="auto" r:id="rId77">
            <p14:nvContentPartPr>
              <p14:cNvPr id="37" name="Ink 36">
                <a:extLst>
                  <a:ext uri="{FF2B5EF4-FFF2-40B4-BE49-F238E27FC236}">
                    <a16:creationId xmlns:a16="http://schemas.microsoft.com/office/drawing/2014/main" id="{05BE306A-0D5A-D989-C24C-A0EF8FDF2CEA}"/>
                  </a:ext>
                </a:extLst>
              </p14:cNvPr>
              <p14:cNvContentPartPr/>
              <p14:nvPr/>
            </p14:nvContentPartPr>
            <p14:xfrm>
              <a:off x="4918511" y="5756030"/>
              <a:ext cx="11723" cy="488123"/>
            </p14:xfrm>
          </p:contentPart>
        </mc:Choice>
        <mc:Fallback xmlns="">
          <p:pic>
            <p:nvPicPr>
              <p:cNvPr id="37" name="Ink 36">
                <a:extLst>
                  <a:ext uri="{FF2B5EF4-FFF2-40B4-BE49-F238E27FC236}">
                    <a16:creationId xmlns:a16="http://schemas.microsoft.com/office/drawing/2014/main" id="{05BE306A-0D5A-D989-C24C-A0EF8FDF2CEA}"/>
                  </a:ext>
                </a:extLst>
              </p:cNvPr>
              <p:cNvPicPr/>
              <p:nvPr/>
            </p:nvPicPr>
            <p:blipFill>
              <a:blip r:embed="rId78"/>
              <a:stretch>
                <a:fillRect/>
              </a:stretch>
            </p:blipFill>
            <p:spPr>
              <a:xfrm>
                <a:off x="4332361" y="5738045"/>
                <a:ext cx="1172300" cy="523734"/>
              </a:xfrm>
              <a:prstGeom prst="rect">
                <a:avLst/>
              </a:prstGeom>
            </p:spPr>
          </p:pic>
        </mc:Fallback>
      </mc:AlternateContent>
      <mc:AlternateContent xmlns:mc="http://schemas.openxmlformats.org/markup-compatibility/2006" xmlns:p14="http://schemas.microsoft.com/office/powerpoint/2010/main">
        <mc:Choice Requires="p14">
          <p:contentPart p14:bwMode="auto" r:id="rId79">
            <p14:nvContentPartPr>
              <p14:cNvPr id="39" name="Ink 38">
                <a:extLst>
                  <a:ext uri="{FF2B5EF4-FFF2-40B4-BE49-F238E27FC236}">
                    <a16:creationId xmlns:a16="http://schemas.microsoft.com/office/drawing/2014/main" id="{64661D53-527B-DD72-0DD5-2C2ED422F060}"/>
                  </a:ext>
                </a:extLst>
              </p14:cNvPr>
              <p14:cNvContentPartPr/>
              <p14:nvPr/>
            </p14:nvContentPartPr>
            <p14:xfrm>
              <a:off x="4918510" y="5826369"/>
              <a:ext cx="11723" cy="417783"/>
            </p14:xfrm>
          </p:contentPart>
        </mc:Choice>
        <mc:Fallback xmlns="">
          <p:pic>
            <p:nvPicPr>
              <p:cNvPr id="39" name="Ink 38">
                <a:extLst>
                  <a:ext uri="{FF2B5EF4-FFF2-40B4-BE49-F238E27FC236}">
                    <a16:creationId xmlns:a16="http://schemas.microsoft.com/office/drawing/2014/main" id="{64661D53-527B-DD72-0DD5-2C2ED422F060}"/>
                  </a:ext>
                </a:extLst>
              </p:cNvPr>
              <p:cNvPicPr/>
              <p:nvPr/>
            </p:nvPicPr>
            <p:blipFill>
              <a:blip r:embed="rId80"/>
              <a:stretch>
                <a:fillRect/>
              </a:stretch>
            </p:blipFill>
            <p:spPr>
              <a:xfrm>
                <a:off x="4332360" y="5808752"/>
                <a:ext cx="1172300" cy="453377"/>
              </a:xfrm>
              <a:prstGeom prst="rect">
                <a:avLst/>
              </a:prstGeom>
            </p:spPr>
          </p:pic>
        </mc:Fallback>
      </mc:AlternateContent>
      <mc:AlternateContent xmlns:mc="http://schemas.openxmlformats.org/markup-compatibility/2006" xmlns:p14="http://schemas.microsoft.com/office/powerpoint/2010/main">
        <mc:Choice Requires="p14">
          <p:contentPart p14:bwMode="auto" r:id="rId81">
            <p14:nvContentPartPr>
              <p14:cNvPr id="40" name="Ink 39">
                <a:extLst>
                  <a:ext uri="{FF2B5EF4-FFF2-40B4-BE49-F238E27FC236}">
                    <a16:creationId xmlns:a16="http://schemas.microsoft.com/office/drawing/2014/main" id="{D7CF1A12-DC7C-73FF-7809-EF16EB94D460}"/>
                  </a:ext>
                </a:extLst>
              </p14:cNvPr>
              <p14:cNvContentPartPr/>
              <p14:nvPr/>
            </p14:nvContentPartPr>
            <p14:xfrm>
              <a:off x="4994030" y="5692992"/>
              <a:ext cx="6438260" cy="18969"/>
            </p14:xfrm>
          </p:contentPart>
        </mc:Choice>
        <mc:Fallback xmlns="">
          <p:pic>
            <p:nvPicPr>
              <p:cNvPr id="40" name="Ink 39">
                <a:extLst>
                  <a:ext uri="{FF2B5EF4-FFF2-40B4-BE49-F238E27FC236}">
                    <a16:creationId xmlns:a16="http://schemas.microsoft.com/office/drawing/2014/main" id="{D7CF1A12-DC7C-73FF-7809-EF16EB94D460}"/>
                  </a:ext>
                </a:extLst>
              </p:cNvPr>
              <p:cNvPicPr/>
              <p:nvPr/>
            </p:nvPicPr>
            <p:blipFill>
              <a:blip r:embed="rId76"/>
              <a:stretch>
                <a:fillRect/>
              </a:stretch>
            </p:blipFill>
            <p:spPr>
              <a:xfrm>
                <a:off x="4976391" y="5675779"/>
                <a:ext cx="6473898" cy="53746"/>
              </a:xfrm>
              <a:prstGeom prst="rect">
                <a:avLst/>
              </a:prstGeom>
            </p:spPr>
          </p:pic>
        </mc:Fallback>
      </mc:AlternateContent>
      <mc:AlternateContent xmlns:mc="http://schemas.openxmlformats.org/markup-compatibility/2006" xmlns:p14="http://schemas.microsoft.com/office/powerpoint/2010/main">
        <mc:Choice Requires="p14">
          <p:contentPart p14:bwMode="auto" r:id="rId82">
            <p14:nvContentPartPr>
              <p14:cNvPr id="42" name="Ink 41">
                <a:extLst>
                  <a:ext uri="{FF2B5EF4-FFF2-40B4-BE49-F238E27FC236}">
                    <a16:creationId xmlns:a16="http://schemas.microsoft.com/office/drawing/2014/main" id="{75E5895B-76DD-19F1-1A6D-37B85BCE1261}"/>
                  </a:ext>
                </a:extLst>
              </p14:cNvPr>
              <p14:cNvContentPartPr/>
              <p14:nvPr/>
            </p14:nvContentPartPr>
            <p14:xfrm>
              <a:off x="7151077" y="5487465"/>
              <a:ext cx="1440870" cy="11723"/>
            </p14:xfrm>
          </p:contentPart>
        </mc:Choice>
        <mc:Fallback xmlns="">
          <p:pic>
            <p:nvPicPr>
              <p:cNvPr id="42" name="Ink 41">
                <a:extLst>
                  <a:ext uri="{FF2B5EF4-FFF2-40B4-BE49-F238E27FC236}">
                    <a16:creationId xmlns:a16="http://schemas.microsoft.com/office/drawing/2014/main" id="{75E5895B-76DD-19F1-1A6D-37B85BCE1261}"/>
                  </a:ext>
                </a:extLst>
              </p:cNvPr>
              <p:cNvPicPr/>
              <p:nvPr/>
            </p:nvPicPr>
            <p:blipFill>
              <a:blip r:embed="rId83"/>
              <a:stretch>
                <a:fillRect/>
              </a:stretch>
            </p:blipFill>
            <p:spPr>
              <a:xfrm>
                <a:off x="7133080" y="5451563"/>
                <a:ext cx="1476505" cy="84259"/>
              </a:xfrm>
              <a:prstGeom prst="rect">
                <a:avLst/>
              </a:prstGeom>
            </p:spPr>
          </p:pic>
        </mc:Fallback>
      </mc:AlternateContent>
      <mc:AlternateContent xmlns:mc="http://schemas.openxmlformats.org/markup-compatibility/2006" xmlns:p14="http://schemas.microsoft.com/office/powerpoint/2010/main">
        <mc:Choice Requires="p14">
          <p:contentPart p14:bwMode="auto" r:id="rId84">
            <p14:nvContentPartPr>
              <p14:cNvPr id="45" name="Ink 44">
                <a:extLst>
                  <a:ext uri="{FF2B5EF4-FFF2-40B4-BE49-F238E27FC236}">
                    <a16:creationId xmlns:a16="http://schemas.microsoft.com/office/drawing/2014/main" id="{50B81FBC-7340-261B-13CE-1DF346B07268}"/>
                  </a:ext>
                </a:extLst>
              </p14:cNvPr>
              <p14:cNvContentPartPr/>
              <p14:nvPr/>
            </p14:nvContentPartPr>
            <p14:xfrm>
              <a:off x="6881445" y="5392615"/>
              <a:ext cx="11723" cy="244877"/>
            </p14:xfrm>
          </p:contentPart>
        </mc:Choice>
        <mc:Fallback xmlns="">
          <p:pic>
            <p:nvPicPr>
              <p:cNvPr id="45" name="Ink 44">
                <a:extLst>
                  <a:ext uri="{FF2B5EF4-FFF2-40B4-BE49-F238E27FC236}">
                    <a16:creationId xmlns:a16="http://schemas.microsoft.com/office/drawing/2014/main" id="{50B81FBC-7340-261B-13CE-1DF346B07268}"/>
                  </a:ext>
                </a:extLst>
              </p:cNvPr>
              <p:cNvPicPr/>
              <p:nvPr/>
            </p:nvPicPr>
            <p:blipFill>
              <a:blip r:embed="rId85"/>
              <a:stretch>
                <a:fillRect/>
              </a:stretch>
            </p:blipFill>
            <p:spPr>
              <a:xfrm>
                <a:off x="6307018" y="5374995"/>
                <a:ext cx="1172300" cy="280476"/>
              </a:xfrm>
              <a:prstGeom prst="rect">
                <a:avLst/>
              </a:prstGeom>
            </p:spPr>
          </p:pic>
        </mc:Fallback>
      </mc:AlternateContent>
      <mc:AlternateContent xmlns:mc="http://schemas.openxmlformats.org/markup-compatibility/2006" xmlns:p14="http://schemas.microsoft.com/office/powerpoint/2010/main">
        <mc:Choice Requires="p14">
          <p:contentPart p14:bwMode="auto" r:id="rId86">
            <p14:nvContentPartPr>
              <p14:cNvPr id="46" name="Ink 45">
                <a:extLst>
                  <a:ext uri="{FF2B5EF4-FFF2-40B4-BE49-F238E27FC236}">
                    <a16:creationId xmlns:a16="http://schemas.microsoft.com/office/drawing/2014/main" id="{AB848E82-EA7B-3C11-6693-066CD5AA28C0}"/>
                  </a:ext>
                </a:extLst>
              </p14:cNvPr>
              <p14:cNvContentPartPr/>
              <p14:nvPr/>
            </p14:nvContentPartPr>
            <p14:xfrm>
              <a:off x="6879286" y="5360884"/>
              <a:ext cx="11723" cy="20008"/>
            </p14:xfrm>
          </p:contentPart>
        </mc:Choice>
        <mc:Fallback xmlns="">
          <p:pic>
            <p:nvPicPr>
              <p:cNvPr id="46" name="Ink 45">
                <a:extLst>
                  <a:ext uri="{FF2B5EF4-FFF2-40B4-BE49-F238E27FC236}">
                    <a16:creationId xmlns:a16="http://schemas.microsoft.com/office/drawing/2014/main" id="{AB848E82-EA7B-3C11-6693-066CD5AA28C0}"/>
                  </a:ext>
                </a:extLst>
              </p:cNvPr>
              <p:cNvPicPr/>
              <p:nvPr/>
            </p:nvPicPr>
            <p:blipFill>
              <a:blip r:embed="rId87"/>
              <a:stretch>
                <a:fillRect/>
              </a:stretch>
            </p:blipFill>
            <p:spPr>
              <a:xfrm>
                <a:off x="6797225" y="5343333"/>
                <a:ext cx="177520" cy="54759"/>
              </a:xfrm>
              <a:prstGeom prst="rect">
                <a:avLst/>
              </a:prstGeom>
            </p:spPr>
          </p:pic>
        </mc:Fallback>
      </mc:AlternateContent>
      <mc:AlternateContent xmlns:mc="http://schemas.openxmlformats.org/markup-compatibility/2006" xmlns:p14="http://schemas.microsoft.com/office/powerpoint/2010/main">
        <mc:Choice Requires="p14">
          <p:contentPart p14:bwMode="auto" r:id="rId88">
            <p14:nvContentPartPr>
              <p14:cNvPr id="47" name="Ink 46">
                <a:extLst>
                  <a:ext uri="{FF2B5EF4-FFF2-40B4-BE49-F238E27FC236}">
                    <a16:creationId xmlns:a16="http://schemas.microsoft.com/office/drawing/2014/main" id="{1EE51244-58B8-5C80-1A32-54C8E1051B41}"/>
                  </a:ext>
                </a:extLst>
              </p14:cNvPr>
              <p14:cNvContentPartPr/>
              <p14:nvPr/>
            </p14:nvContentPartPr>
            <p14:xfrm>
              <a:off x="6863354" y="5309539"/>
              <a:ext cx="170160" cy="190556"/>
            </p14:xfrm>
          </p:contentPart>
        </mc:Choice>
        <mc:Fallback xmlns="">
          <p:pic>
            <p:nvPicPr>
              <p:cNvPr id="47" name="Ink 46">
                <a:extLst>
                  <a:ext uri="{FF2B5EF4-FFF2-40B4-BE49-F238E27FC236}">
                    <a16:creationId xmlns:a16="http://schemas.microsoft.com/office/drawing/2014/main" id="{1EE51244-58B8-5C80-1A32-54C8E1051B41}"/>
                  </a:ext>
                </a:extLst>
              </p:cNvPr>
              <p:cNvPicPr/>
              <p:nvPr/>
            </p:nvPicPr>
            <p:blipFill>
              <a:blip r:embed="rId89"/>
              <a:stretch>
                <a:fillRect/>
              </a:stretch>
            </p:blipFill>
            <p:spPr>
              <a:xfrm>
                <a:off x="6845764" y="5291562"/>
                <a:ext cx="205700" cy="226150"/>
              </a:xfrm>
              <a:prstGeom prst="rect">
                <a:avLst/>
              </a:prstGeom>
            </p:spPr>
          </p:pic>
        </mc:Fallback>
      </mc:AlternateContent>
      <mc:AlternateContent xmlns:mc="http://schemas.openxmlformats.org/markup-compatibility/2006" xmlns:p14="http://schemas.microsoft.com/office/powerpoint/2010/main">
        <mc:Choice Requires="p14">
          <p:contentPart p14:bwMode="auto" r:id="rId90">
            <p14:nvContentPartPr>
              <p14:cNvPr id="48" name="Ink 47">
                <a:extLst>
                  <a:ext uri="{FF2B5EF4-FFF2-40B4-BE49-F238E27FC236}">
                    <a16:creationId xmlns:a16="http://schemas.microsoft.com/office/drawing/2014/main" id="{9EEDF14F-5316-A807-EA95-3F9323936CC0}"/>
                  </a:ext>
                </a:extLst>
              </p14:cNvPr>
              <p14:cNvContentPartPr/>
              <p14:nvPr/>
            </p14:nvContentPartPr>
            <p14:xfrm>
              <a:off x="11863753" y="5509845"/>
              <a:ext cx="11723" cy="11723"/>
            </p14:xfrm>
          </p:contentPart>
        </mc:Choice>
        <mc:Fallback xmlns="">
          <p:pic>
            <p:nvPicPr>
              <p:cNvPr id="48" name="Ink 47">
                <a:extLst>
                  <a:ext uri="{FF2B5EF4-FFF2-40B4-BE49-F238E27FC236}">
                    <a16:creationId xmlns:a16="http://schemas.microsoft.com/office/drawing/2014/main" id="{9EEDF14F-5316-A807-EA95-3F9323936CC0}"/>
                  </a:ext>
                </a:extLst>
              </p:cNvPr>
              <p:cNvPicPr/>
              <p:nvPr/>
            </p:nvPicPr>
            <p:blipFill>
              <a:blip r:embed="rId91"/>
              <a:stretch>
                <a:fillRect/>
              </a:stretch>
            </p:blipFill>
            <p:spPr>
              <a:xfrm>
                <a:off x="11570678" y="5216770"/>
                <a:ext cx="586150" cy="586150"/>
              </a:xfrm>
              <a:prstGeom prst="rect">
                <a:avLst/>
              </a:prstGeom>
            </p:spPr>
          </p:pic>
        </mc:Fallback>
      </mc:AlternateContent>
      <mc:AlternateContent xmlns:mc="http://schemas.openxmlformats.org/markup-compatibility/2006" xmlns:p14="http://schemas.microsoft.com/office/powerpoint/2010/main">
        <mc:Choice Requires="p14">
          <p:contentPart p14:bwMode="auto" r:id="rId92">
            <p14:nvContentPartPr>
              <p14:cNvPr id="51" name="Ink 50">
                <a:extLst>
                  <a:ext uri="{FF2B5EF4-FFF2-40B4-BE49-F238E27FC236}">
                    <a16:creationId xmlns:a16="http://schemas.microsoft.com/office/drawing/2014/main" id="{31EFC044-88BD-10FD-823D-6433B2334D55}"/>
                  </a:ext>
                </a:extLst>
              </p14:cNvPr>
              <p14:cNvContentPartPr/>
              <p14:nvPr/>
            </p14:nvContentPartPr>
            <p14:xfrm>
              <a:off x="6659841" y="5275384"/>
              <a:ext cx="127820" cy="375367"/>
            </p14:xfrm>
          </p:contentPart>
        </mc:Choice>
        <mc:Fallback xmlns="">
          <p:pic>
            <p:nvPicPr>
              <p:cNvPr id="51" name="Ink 50">
                <a:extLst>
                  <a:ext uri="{FF2B5EF4-FFF2-40B4-BE49-F238E27FC236}">
                    <a16:creationId xmlns:a16="http://schemas.microsoft.com/office/drawing/2014/main" id="{31EFC044-88BD-10FD-823D-6433B2334D55}"/>
                  </a:ext>
                </a:extLst>
              </p:cNvPr>
              <p:cNvPicPr/>
              <p:nvPr/>
            </p:nvPicPr>
            <p:blipFill>
              <a:blip r:embed="rId93"/>
              <a:stretch>
                <a:fillRect/>
              </a:stretch>
            </p:blipFill>
            <p:spPr>
              <a:xfrm>
                <a:off x="6651224" y="5266395"/>
                <a:ext cx="145413" cy="392985"/>
              </a:xfrm>
              <a:prstGeom prst="rect">
                <a:avLst/>
              </a:prstGeom>
            </p:spPr>
          </p:pic>
        </mc:Fallback>
      </mc:AlternateContent>
      <mc:AlternateContent xmlns:mc="http://schemas.openxmlformats.org/markup-compatibility/2006" xmlns:p14="http://schemas.microsoft.com/office/powerpoint/2010/main">
        <mc:Choice Requires="p14">
          <p:contentPart p14:bwMode="auto" r:id="rId94">
            <p14:nvContentPartPr>
              <p14:cNvPr id="53" name="Ink 52">
                <a:extLst>
                  <a:ext uri="{FF2B5EF4-FFF2-40B4-BE49-F238E27FC236}">
                    <a16:creationId xmlns:a16="http://schemas.microsoft.com/office/drawing/2014/main" id="{DBBEE829-EE0B-22E3-7071-6695477C36C4}"/>
                  </a:ext>
                </a:extLst>
              </p14:cNvPr>
              <p14:cNvContentPartPr/>
              <p14:nvPr/>
            </p14:nvContentPartPr>
            <p14:xfrm>
              <a:off x="4900245" y="5662876"/>
              <a:ext cx="116069" cy="81431"/>
            </p14:xfrm>
          </p:contentPart>
        </mc:Choice>
        <mc:Fallback xmlns="">
          <p:pic>
            <p:nvPicPr>
              <p:cNvPr id="53" name="Ink 52">
                <a:extLst>
                  <a:ext uri="{FF2B5EF4-FFF2-40B4-BE49-F238E27FC236}">
                    <a16:creationId xmlns:a16="http://schemas.microsoft.com/office/drawing/2014/main" id="{DBBEE829-EE0B-22E3-7071-6695477C36C4}"/>
                  </a:ext>
                </a:extLst>
              </p:cNvPr>
              <p:cNvPicPr/>
              <p:nvPr/>
            </p:nvPicPr>
            <p:blipFill>
              <a:blip r:embed="rId95"/>
              <a:stretch>
                <a:fillRect/>
              </a:stretch>
            </p:blipFill>
            <p:spPr>
              <a:xfrm>
                <a:off x="4882278" y="5645298"/>
                <a:ext cx="151644" cy="116945"/>
              </a:xfrm>
              <a:prstGeom prst="rect">
                <a:avLst/>
              </a:prstGeom>
            </p:spPr>
          </p:pic>
        </mc:Fallback>
      </mc:AlternateContent>
    </p:spTree>
    <p:extLst>
      <p:ext uri="{BB962C8B-B14F-4D97-AF65-F5344CB8AC3E}">
        <p14:creationId xmlns:p14="http://schemas.microsoft.com/office/powerpoint/2010/main" val="217800728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3F0324-BE4D-F38C-F326-5DBAA2A5AE5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FBC252A-B286-3FA6-840A-498286EEB856}"/>
              </a:ext>
            </a:extLst>
          </p:cNvPr>
          <p:cNvSpPr>
            <a:spLocks noGrp="1"/>
          </p:cNvSpPr>
          <p:nvPr>
            <p:ph type="title"/>
          </p:nvPr>
        </p:nvSpPr>
        <p:spPr>
          <a:xfrm>
            <a:off x="1" y="0"/>
            <a:ext cx="4103914" cy="6858000"/>
          </a:xfrm>
          <a:solidFill>
            <a:schemeClr val="accent2"/>
          </a:solidFill>
        </p:spPr>
        <p:txBody>
          <a:bodyPr>
            <a:normAutofit/>
          </a:bodyPr>
          <a:lstStyle/>
          <a:p>
            <a:pPr algn="ctr"/>
            <a:r>
              <a:rPr lang="en-US" b="1">
                <a:solidFill>
                  <a:schemeClr val="bg1"/>
                </a:solidFill>
              </a:rPr>
              <a:t>5. Analyzing existing subnets</a:t>
            </a:r>
            <a:endParaRPr lang="en-US" b="1" dirty="0">
              <a:solidFill>
                <a:schemeClr val="bg1"/>
              </a:solidFill>
            </a:endParaRPr>
          </a:p>
        </p:txBody>
      </p:sp>
      <p:sp>
        <p:nvSpPr>
          <p:cNvPr id="3" name="Content Placeholder 2">
            <a:extLst>
              <a:ext uri="{FF2B5EF4-FFF2-40B4-BE49-F238E27FC236}">
                <a16:creationId xmlns:a16="http://schemas.microsoft.com/office/drawing/2014/main" id="{BFD172D3-248A-2768-56EA-2FBC1805CB4D}"/>
              </a:ext>
            </a:extLst>
          </p:cNvPr>
          <p:cNvSpPr>
            <a:spLocks noGrp="1"/>
          </p:cNvSpPr>
          <p:nvPr>
            <p:ph idx="1"/>
          </p:nvPr>
        </p:nvSpPr>
        <p:spPr>
          <a:xfrm>
            <a:off x="4492154" y="142619"/>
            <a:ext cx="7808808" cy="6708987"/>
          </a:xfrm>
        </p:spPr>
        <p:txBody>
          <a:bodyPr vert="horz" lIns="91440" tIns="45720" rIns="91440" bIns="45720" rtlCol="0" anchor="t">
            <a:normAutofit/>
          </a:bodyPr>
          <a:lstStyle/>
          <a:p>
            <a:pPr marL="0" indent="0">
              <a:buNone/>
            </a:pPr>
            <a:r>
              <a:rPr lang="en-US" b="1"/>
              <a:t>Find Subnet ID/resident subnet/subnet </a:t>
            </a:r>
            <a:r>
              <a:rPr lang="en-US" b="1" dirty="0"/>
              <a:t>number: Binary method</a:t>
            </a:r>
          </a:p>
          <a:p>
            <a:pPr marL="514350" indent="-514350">
              <a:buAutoNum type="arabicPeriod"/>
            </a:pPr>
            <a:r>
              <a:rPr lang="en-US" dirty="0"/>
              <a:t>With an </a:t>
            </a:r>
            <a:r>
              <a:rPr lang="en-US" dirty="0" err="1"/>
              <a:t>ip</a:t>
            </a:r>
            <a:r>
              <a:rPr lang="en-US" dirty="0"/>
              <a:t> address /p prefix write in binary form P prefix bits and H host bits</a:t>
            </a:r>
            <a:endParaRPr lang="en-AU" dirty="0"/>
          </a:p>
          <a:p>
            <a:pPr marL="514350" indent="-514350">
              <a:buAutoNum type="arabicPeriod"/>
            </a:pPr>
            <a:r>
              <a:rPr lang="en-US" dirty="0"/>
              <a:t>Convert the </a:t>
            </a:r>
            <a:r>
              <a:rPr lang="en-US" dirty="0" err="1"/>
              <a:t>ip</a:t>
            </a:r>
            <a:r>
              <a:rPr lang="en-US" dirty="0"/>
              <a:t> address from DDN to binary</a:t>
            </a:r>
            <a:endParaRPr lang="en-AU" dirty="0"/>
          </a:p>
          <a:p>
            <a:pPr marL="514350" indent="-514350">
              <a:buAutoNum type="arabicPeriod"/>
            </a:pPr>
            <a:r>
              <a:rPr lang="en-US" dirty="0"/>
              <a:t>Copy the prefix bits and set host bits to zero (0) of the binary </a:t>
            </a:r>
            <a:r>
              <a:rPr lang="en-US" dirty="0" err="1"/>
              <a:t>ip</a:t>
            </a:r>
            <a:r>
              <a:rPr lang="en-US" dirty="0"/>
              <a:t> address</a:t>
            </a:r>
            <a:endParaRPr lang="en-AU" dirty="0"/>
          </a:p>
          <a:p>
            <a:pPr marL="514350" indent="-514350">
              <a:buAutoNum type="arabicPeriod"/>
            </a:pPr>
            <a:r>
              <a:rPr lang="en-US" dirty="0"/>
              <a:t>Convert the resulting binary </a:t>
            </a:r>
            <a:r>
              <a:rPr lang="en-US" dirty="0" err="1"/>
              <a:t>ip</a:t>
            </a:r>
            <a:r>
              <a:rPr lang="en-US" dirty="0"/>
              <a:t> address to DDN to get the subnet ID.</a:t>
            </a:r>
            <a:endParaRPr lang="en-AU"/>
          </a:p>
          <a:p>
            <a:pPr marL="0" indent="0">
              <a:buNone/>
            </a:pPr>
            <a:r>
              <a:rPr lang="en-US" b="1"/>
              <a:t>Example 172.16.150.41/18, Here P = 18 and H = 32-18 = 14</a:t>
            </a:r>
          </a:p>
          <a:p>
            <a:pPr marL="914400" lvl="1" indent="-457200">
              <a:buAutoNum type="arabicPeriod"/>
            </a:pPr>
            <a:r>
              <a:rPr lang="en-US"/>
              <a:t>PPPPPPPPP PPPPPPPP PP</a:t>
            </a:r>
            <a:r>
              <a:rPr lang="en-US">
                <a:solidFill>
                  <a:srgbClr val="C00000"/>
                </a:solidFill>
              </a:rPr>
              <a:t>HHHHHH HHHHHHHH</a:t>
            </a:r>
          </a:p>
          <a:p>
            <a:pPr marL="914400" lvl="1" indent="-457200">
              <a:buAutoNum type="arabicPeriod"/>
            </a:pPr>
            <a:r>
              <a:rPr lang="en-US">
                <a:solidFill>
                  <a:srgbClr val="000000"/>
                </a:solidFill>
              </a:rPr>
              <a:t>10101100</a:t>
            </a:r>
            <a:r>
              <a:rPr lang="en-US"/>
              <a:t>     00010000   10</a:t>
            </a:r>
            <a:r>
              <a:rPr lang="en-US">
                <a:solidFill>
                  <a:srgbClr val="C00000"/>
                </a:solidFill>
              </a:rPr>
              <a:t>010110       00101001</a:t>
            </a:r>
            <a:endParaRPr lang="en-US">
              <a:solidFill>
                <a:srgbClr val="000000"/>
              </a:solidFill>
            </a:endParaRPr>
          </a:p>
          <a:p>
            <a:pPr marL="914400" lvl="1" indent="-457200">
              <a:buAutoNum type="arabicPeriod"/>
            </a:pPr>
            <a:r>
              <a:rPr lang="en-US">
                <a:solidFill>
                  <a:srgbClr val="000000"/>
                </a:solidFill>
              </a:rPr>
              <a:t>10101100</a:t>
            </a:r>
            <a:r>
              <a:rPr lang="en-US"/>
              <a:t>     00010000   10</a:t>
            </a:r>
            <a:r>
              <a:rPr lang="en-US">
                <a:solidFill>
                  <a:srgbClr val="C00000"/>
                </a:solidFill>
              </a:rPr>
              <a:t>000000       00000000</a:t>
            </a:r>
          </a:p>
          <a:p>
            <a:pPr marL="914400" lvl="1" indent="-457200">
              <a:buAutoNum type="arabicPeriod"/>
            </a:pPr>
            <a:r>
              <a:rPr lang="en-US">
                <a:solidFill>
                  <a:srgbClr val="000000"/>
                </a:solidFill>
              </a:rPr>
              <a:t>172.16.128.0</a:t>
            </a:r>
            <a:r>
              <a:rPr lang="en-US"/>
              <a:t> = Subnet ID</a:t>
            </a:r>
          </a:p>
          <a:p>
            <a:pPr>
              <a:buAutoNum type="arabicPeriod"/>
            </a:pPr>
            <a:endParaRPr lang="en-US" dirty="0"/>
          </a:p>
          <a:p>
            <a:pPr marL="0" indent="0">
              <a:buNone/>
            </a:pPr>
            <a:endParaRPr lang="en-US" b="1" dirty="0"/>
          </a:p>
          <a:p>
            <a:pPr marL="0" indent="0" algn="just">
              <a:buNone/>
            </a:pPr>
            <a:endParaRPr lang="en-US" dirty="0"/>
          </a:p>
          <a:p>
            <a:pPr marL="0" indent="0" algn="just">
              <a:buNone/>
            </a:pPr>
            <a:endParaRPr lang="en-US" dirty="0"/>
          </a:p>
          <a:p>
            <a:pPr algn="just">
              <a:buAutoNum type="arabicPeriod"/>
            </a:pPr>
            <a:endParaRPr lang="en-US" dirty="0"/>
          </a:p>
          <a:p>
            <a:pPr>
              <a:buAutoNum type="arabicPeriod"/>
            </a:pPr>
            <a:endParaRPr lang="en-US" dirty="0"/>
          </a:p>
          <a:p>
            <a:pPr>
              <a:buAutoNum type="arabicPeriod"/>
            </a:pPr>
            <a:endParaRPr lang="en-US" dirty="0"/>
          </a:p>
          <a:p>
            <a:pPr>
              <a:buAutoNum type="arabicPeriod"/>
            </a:pPr>
            <a:endParaRPr lang="en-AU" dirty="0"/>
          </a:p>
        </p:txBody>
      </p:sp>
    </p:spTree>
    <p:extLst>
      <p:ext uri="{BB962C8B-B14F-4D97-AF65-F5344CB8AC3E}">
        <p14:creationId xmlns:p14="http://schemas.microsoft.com/office/powerpoint/2010/main" val="262829972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7C7A96-121A-5E43-8133-CE3BA06FC11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A887062-D6F1-51E8-7F4B-5D511FE49FFA}"/>
              </a:ext>
            </a:extLst>
          </p:cNvPr>
          <p:cNvSpPr>
            <a:spLocks noGrp="1"/>
          </p:cNvSpPr>
          <p:nvPr>
            <p:ph type="title"/>
          </p:nvPr>
        </p:nvSpPr>
        <p:spPr>
          <a:xfrm>
            <a:off x="1" y="0"/>
            <a:ext cx="4103914" cy="6858000"/>
          </a:xfrm>
          <a:solidFill>
            <a:schemeClr val="accent2"/>
          </a:solidFill>
        </p:spPr>
        <p:txBody>
          <a:bodyPr>
            <a:normAutofit/>
          </a:bodyPr>
          <a:lstStyle/>
          <a:p>
            <a:pPr algn="ctr"/>
            <a:r>
              <a:rPr lang="en-US" b="1">
                <a:solidFill>
                  <a:schemeClr val="bg1"/>
                </a:solidFill>
              </a:rPr>
              <a:t>5. Analyzing existing subnets</a:t>
            </a:r>
            <a:endParaRPr lang="en-US" b="1" dirty="0">
              <a:solidFill>
                <a:schemeClr val="bg1"/>
              </a:solidFill>
            </a:endParaRPr>
          </a:p>
        </p:txBody>
      </p:sp>
      <p:sp>
        <p:nvSpPr>
          <p:cNvPr id="3" name="Content Placeholder 2">
            <a:extLst>
              <a:ext uri="{FF2B5EF4-FFF2-40B4-BE49-F238E27FC236}">
                <a16:creationId xmlns:a16="http://schemas.microsoft.com/office/drawing/2014/main" id="{B6E282F0-BCC2-40F9-7F71-BC6AD1F96012}"/>
              </a:ext>
            </a:extLst>
          </p:cNvPr>
          <p:cNvSpPr>
            <a:spLocks noGrp="1"/>
          </p:cNvSpPr>
          <p:nvPr>
            <p:ph idx="1"/>
          </p:nvPr>
        </p:nvSpPr>
        <p:spPr>
          <a:xfrm>
            <a:off x="4387051" y="142619"/>
            <a:ext cx="7913911" cy="6708987"/>
          </a:xfrm>
        </p:spPr>
        <p:txBody>
          <a:bodyPr vert="horz" lIns="91440" tIns="45720" rIns="91440" bIns="45720" rtlCol="0" anchor="t">
            <a:normAutofit/>
          </a:bodyPr>
          <a:lstStyle/>
          <a:p>
            <a:pPr marL="0" indent="0">
              <a:buNone/>
            </a:pPr>
            <a:r>
              <a:rPr lang="en-US" b="1"/>
              <a:t>Find Broadcast address/Network broadcast: Binary method</a:t>
            </a:r>
          </a:p>
          <a:p>
            <a:pPr marL="514350" indent="-514350">
              <a:buAutoNum type="arabicPeriod"/>
            </a:pPr>
            <a:r>
              <a:rPr lang="en-US" dirty="0"/>
              <a:t>With an </a:t>
            </a:r>
            <a:r>
              <a:rPr lang="en-US" dirty="0" err="1"/>
              <a:t>ip</a:t>
            </a:r>
            <a:r>
              <a:rPr lang="en-US" dirty="0"/>
              <a:t> address /p prefix write in binary form P prefix bits and H host bits</a:t>
            </a:r>
            <a:endParaRPr lang="en-AU" dirty="0"/>
          </a:p>
          <a:p>
            <a:pPr marL="514350" indent="-514350">
              <a:buAutoNum type="arabicPeriod"/>
            </a:pPr>
            <a:r>
              <a:rPr lang="en-US" dirty="0"/>
              <a:t>Convert the </a:t>
            </a:r>
            <a:r>
              <a:rPr lang="en-US" dirty="0" err="1"/>
              <a:t>ip</a:t>
            </a:r>
            <a:r>
              <a:rPr lang="en-US" dirty="0"/>
              <a:t> address from DDN to binary</a:t>
            </a:r>
            <a:endParaRPr lang="en-AU" dirty="0"/>
          </a:p>
          <a:p>
            <a:pPr marL="514350" indent="-514350">
              <a:buAutoNum type="arabicPeriod"/>
            </a:pPr>
            <a:r>
              <a:rPr lang="en-US" dirty="0"/>
              <a:t>Copy the prefix bits and set host bits to one (1) of the binary </a:t>
            </a:r>
            <a:r>
              <a:rPr lang="en-US" dirty="0" err="1"/>
              <a:t>ip</a:t>
            </a:r>
            <a:r>
              <a:rPr lang="en-US" dirty="0"/>
              <a:t> address</a:t>
            </a:r>
            <a:endParaRPr lang="en-AU" dirty="0"/>
          </a:p>
          <a:p>
            <a:pPr marL="514350" indent="-514350">
              <a:buAutoNum type="arabicPeriod"/>
            </a:pPr>
            <a:r>
              <a:rPr lang="en-US" dirty="0"/>
              <a:t>Convert the resulting binary </a:t>
            </a:r>
            <a:r>
              <a:rPr lang="en-US" dirty="0" err="1"/>
              <a:t>ip</a:t>
            </a:r>
            <a:r>
              <a:rPr lang="en-US" dirty="0"/>
              <a:t> address to DDN to get the broadcast address.</a:t>
            </a:r>
            <a:endParaRPr lang="en-AU" dirty="0"/>
          </a:p>
          <a:p>
            <a:pPr marL="0" indent="0">
              <a:buNone/>
            </a:pPr>
            <a:r>
              <a:rPr lang="en-US" b="1"/>
              <a:t>Example 172.16.150.41/18, Here P = 18 and H = 32-18 = 14</a:t>
            </a:r>
          </a:p>
          <a:p>
            <a:pPr marL="914400" lvl="1" indent="-457200">
              <a:buAutoNum type="arabicPeriod"/>
            </a:pPr>
            <a:r>
              <a:rPr lang="en-US"/>
              <a:t>PPPPPPPPP PPPPPPPP PP</a:t>
            </a:r>
            <a:r>
              <a:rPr lang="en-US">
                <a:solidFill>
                  <a:srgbClr val="C00000"/>
                </a:solidFill>
              </a:rPr>
              <a:t>HHHHHH HHHHHHHH</a:t>
            </a:r>
          </a:p>
          <a:p>
            <a:pPr marL="914400" lvl="1" indent="-457200">
              <a:buAutoNum type="arabicPeriod"/>
            </a:pPr>
            <a:r>
              <a:rPr lang="en-US">
                <a:solidFill>
                  <a:srgbClr val="000000"/>
                </a:solidFill>
              </a:rPr>
              <a:t>10101100</a:t>
            </a:r>
            <a:r>
              <a:rPr lang="en-US"/>
              <a:t>     00010000   10</a:t>
            </a:r>
            <a:r>
              <a:rPr lang="en-US">
                <a:solidFill>
                  <a:srgbClr val="C00000"/>
                </a:solidFill>
              </a:rPr>
              <a:t>010110       00101001</a:t>
            </a:r>
            <a:endParaRPr lang="en-US">
              <a:solidFill>
                <a:srgbClr val="000000"/>
              </a:solidFill>
            </a:endParaRPr>
          </a:p>
          <a:p>
            <a:pPr marL="914400" lvl="1" indent="-457200">
              <a:buAutoNum type="arabicPeriod"/>
            </a:pPr>
            <a:r>
              <a:rPr lang="en-US">
                <a:solidFill>
                  <a:srgbClr val="000000"/>
                </a:solidFill>
              </a:rPr>
              <a:t>10101100</a:t>
            </a:r>
            <a:r>
              <a:rPr lang="en-US"/>
              <a:t>     00010000   10</a:t>
            </a:r>
            <a:r>
              <a:rPr lang="en-US">
                <a:solidFill>
                  <a:srgbClr val="C00000"/>
                </a:solidFill>
              </a:rPr>
              <a:t>111111       11111111</a:t>
            </a:r>
          </a:p>
          <a:p>
            <a:pPr marL="914400" lvl="1" indent="-457200">
              <a:buAutoNum type="arabicPeriod"/>
            </a:pPr>
            <a:r>
              <a:rPr lang="en-US">
                <a:solidFill>
                  <a:srgbClr val="000000"/>
                </a:solidFill>
              </a:rPr>
              <a:t>172.16.191.255</a:t>
            </a:r>
            <a:r>
              <a:rPr lang="en-US"/>
              <a:t> = Broadcast address</a:t>
            </a:r>
          </a:p>
          <a:p>
            <a:pPr>
              <a:buAutoNum type="arabicPeriod"/>
            </a:pPr>
            <a:endParaRPr lang="en-US" dirty="0"/>
          </a:p>
          <a:p>
            <a:pPr marL="0" indent="0">
              <a:buNone/>
            </a:pPr>
            <a:endParaRPr lang="en-US" b="1" dirty="0"/>
          </a:p>
          <a:p>
            <a:pPr marL="0" indent="0" algn="just">
              <a:buNone/>
            </a:pPr>
            <a:endParaRPr lang="en-US" dirty="0"/>
          </a:p>
          <a:p>
            <a:pPr marL="0" indent="0" algn="just">
              <a:buNone/>
            </a:pPr>
            <a:endParaRPr lang="en-US" dirty="0"/>
          </a:p>
          <a:p>
            <a:pPr algn="just">
              <a:buAutoNum type="arabicPeriod"/>
            </a:pPr>
            <a:endParaRPr lang="en-US" dirty="0"/>
          </a:p>
          <a:p>
            <a:pPr>
              <a:buAutoNum type="arabicPeriod"/>
            </a:pPr>
            <a:endParaRPr lang="en-US" dirty="0"/>
          </a:p>
          <a:p>
            <a:pPr>
              <a:buAutoNum type="arabicPeriod"/>
            </a:pPr>
            <a:endParaRPr lang="en-US" dirty="0"/>
          </a:p>
          <a:p>
            <a:pPr>
              <a:buAutoNum type="arabicPeriod"/>
            </a:pPr>
            <a:endParaRPr lang="en-AU" dirty="0"/>
          </a:p>
        </p:txBody>
      </p:sp>
    </p:spTree>
    <p:extLst>
      <p:ext uri="{BB962C8B-B14F-4D97-AF65-F5344CB8AC3E}">
        <p14:creationId xmlns:p14="http://schemas.microsoft.com/office/powerpoint/2010/main" val="215776075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FD6B44-11D0-2358-EE15-8B1E65F12A4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1CB61FE-4116-1132-28BF-FBC94B820A8E}"/>
              </a:ext>
            </a:extLst>
          </p:cNvPr>
          <p:cNvSpPr>
            <a:spLocks noGrp="1"/>
          </p:cNvSpPr>
          <p:nvPr>
            <p:ph type="title"/>
          </p:nvPr>
        </p:nvSpPr>
        <p:spPr>
          <a:xfrm>
            <a:off x="1" y="0"/>
            <a:ext cx="4103914" cy="6858000"/>
          </a:xfrm>
          <a:solidFill>
            <a:schemeClr val="accent2"/>
          </a:solidFill>
        </p:spPr>
        <p:txBody>
          <a:bodyPr>
            <a:normAutofit/>
          </a:bodyPr>
          <a:lstStyle/>
          <a:p>
            <a:pPr algn="ctr"/>
            <a:r>
              <a:rPr lang="en-US" b="1">
                <a:solidFill>
                  <a:schemeClr val="bg1"/>
                </a:solidFill>
              </a:rPr>
              <a:t>5. Analyzing existing subnets</a:t>
            </a:r>
            <a:endParaRPr lang="en-US" b="1" dirty="0">
              <a:solidFill>
                <a:schemeClr val="bg1"/>
              </a:solidFill>
            </a:endParaRPr>
          </a:p>
        </p:txBody>
      </p:sp>
      <p:sp>
        <p:nvSpPr>
          <p:cNvPr id="3" name="Content Placeholder 2">
            <a:extLst>
              <a:ext uri="{FF2B5EF4-FFF2-40B4-BE49-F238E27FC236}">
                <a16:creationId xmlns:a16="http://schemas.microsoft.com/office/drawing/2014/main" id="{96481D04-C8EB-26CF-BDC5-3DC2E5B149E2}"/>
              </a:ext>
            </a:extLst>
          </p:cNvPr>
          <p:cNvSpPr>
            <a:spLocks noGrp="1"/>
          </p:cNvSpPr>
          <p:nvPr>
            <p:ph idx="1"/>
          </p:nvPr>
        </p:nvSpPr>
        <p:spPr>
          <a:xfrm>
            <a:off x="4373913" y="142619"/>
            <a:ext cx="7821946" cy="6719498"/>
          </a:xfrm>
        </p:spPr>
        <p:txBody>
          <a:bodyPr vert="horz" lIns="91440" tIns="45720" rIns="91440" bIns="45720" rtlCol="0" anchor="t">
            <a:normAutofit fontScale="92500" lnSpcReduction="10000"/>
          </a:bodyPr>
          <a:lstStyle/>
          <a:p>
            <a:pPr marL="0" indent="0">
              <a:buNone/>
            </a:pPr>
            <a:r>
              <a:rPr lang="en-US" b="1"/>
              <a:t>Find Subnet ID/resident subnet/subnet number: </a:t>
            </a:r>
            <a:r>
              <a:rPr lang="en-US" b="1" dirty="0"/>
              <a:t>Shortcut method</a:t>
            </a:r>
          </a:p>
          <a:p>
            <a:pPr marL="514350" indent="-514350">
              <a:buAutoNum type="arabicPeriod"/>
            </a:pPr>
            <a:r>
              <a:rPr lang="en-US" dirty="0"/>
              <a:t>Convert /p mask notation to DDN </a:t>
            </a:r>
            <a:r>
              <a:rPr lang="en-US"/>
              <a:t>mask.</a:t>
            </a:r>
          </a:p>
          <a:p>
            <a:pPr marL="514350" indent="-514350">
              <a:buAutoNum type="arabicPeriod"/>
            </a:pPr>
            <a:r>
              <a:rPr lang="en-US" dirty="0"/>
              <a:t>If any octet of the mask=255, copy the </a:t>
            </a:r>
            <a:r>
              <a:rPr lang="en-US" dirty="0" err="1"/>
              <a:t>ip</a:t>
            </a:r>
            <a:r>
              <a:rPr lang="en-US" dirty="0"/>
              <a:t> address</a:t>
            </a:r>
            <a:endParaRPr lang="en-US"/>
          </a:p>
          <a:p>
            <a:pPr marL="514350" indent="-514350">
              <a:buAutoNum type="arabicPeriod"/>
            </a:pPr>
            <a:r>
              <a:rPr lang="en-US"/>
              <a:t>If any octet of the mask=0, write 0 in that octet of the resulting subnet ID. </a:t>
            </a:r>
          </a:p>
          <a:p>
            <a:pPr marL="514350" indent="-514350">
              <a:buAutoNum type="arabicPeriod"/>
            </a:pPr>
            <a:r>
              <a:rPr lang="en-US" dirty="0"/>
              <a:t>If any octet is neither 255 nor 0, then convert that octet of </a:t>
            </a:r>
            <a:r>
              <a:rPr lang="en-US" dirty="0" err="1"/>
              <a:t>ip</a:t>
            </a:r>
            <a:r>
              <a:rPr lang="en-US" dirty="0"/>
              <a:t> address to binary, set host part to zero (0) and convert back to decimal.</a:t>
            </a:r>
          </a:p>
          <a:p>
            <a:pPr marL="0" indent="0">
              <a:buNone/>
            </a:pPr>
            <a:r>
              <a:rPr lang="en-US" b="1"/>
              <a:t>Example 172.16.150.41/18, Here P = 18 and H = 32-18 = 14</a:t>
            </a:r>
          </a:p>
          <a:p>
            <a:pPr marL="914400" lvl="1" indent="-457200">
              <a:buAutoNum type="arabicPeriod"/>
            </a:pPr>
            <a:r>
              <a:rPr lang="en-US">
                <a:solidFill>
                  <a:srgbClr val="000000"/>
                </a:solidFill>
              </a:rPr>
              <a:t>255.255.192.0</a:t>
            </a:r>
          </a:p>
          <a:p>
            <a:pPr marL="914400" lvl="1" indent="-457200">
              <a:buAutoNum type="arabicPeriod"/>
            </a:pPr>
            <a:r>
              <a:rPr lang="en-US" dirty="0">
                <a:solidFill>
                  <a:srgbClr val="000000"/>
                </a:solidFill>
              </a:rPr>
              <a:t>Copy octets 1 and 2 of the DDN </a:t>
            </a:r>
            <a:r>
              <a:rPr lang="en-US" dirty="0" err="1">
                <a:solidFill>
                  <a:srgbClr val="000000"/>
                </a:solidFill>
              </a:rPr>
              <a:t>ip</a:t>
            </a:r>
            <a:r>
              <a:rPr lang="en-US" dirty="0">
                <a:solidFill>
                  <a:srgbClr val="000000"/>
                </a:solidFill>
              </a:rPr>
              <a:t> address = 172.16</a:t>
            </a:r>
          </a:p>
          <a:p>
            <a:pPr marL="914400" lvl="1" indent="-457200">
              <a:buAutoNum type="arabicPeriod"/>
            </a:pPr>
            <a:r>
              <a:rPr lang="en-US">
                <a:solidFill>
                  <a:srgbClr val="000000"/>
                </a:solidFill>
              </a:rPr>
              <a:t>Write zero (0) in fourth octet; 172.16.  .0</a:t>
            </a:r>
          </a:p>
          <a:p>
            <a:pPr marL="914400" lvl="1" indent="-457200">
              <a:buAutoNum type="arabicPeriod"/>
            </a:pPr>
            <a:r>
              <a:rPr lang="en-US">
                <a:solidFill>
                  <a:srgbClr val="000000"/>
                </a:solidFill>
              </a:rPr>
              <a:t>Octet 3 of mask = 192 (neither 255 nor 0), binary of 150 = 10</a:t>
            </a:r>
            <a:r>
              <a:rPr lang="en-US">
                <a:solidFill>
                  <a:srgbClr val="C00000"/>
                </a:solidFill>
              </a:rPr>
              <a:t>010110, </a:t>
            </a:r>
            <a:r>
              <a:rPr lang="en-US"/>
              <a:t>set host part to zero = 10</a:t>
            </a:r>
            <a:r>
              <a:rPr lang="en-US">
                <a:solidFill>
                  <a:srgbClr val="C00000"/>
                </a:solidFill>
              </a:rPr>
              <a:t>000000, </a:t>
            </a:r>
            <a:r>
              <a:rPr lang="en-US"/>
              <a:t>convert octet 3 to decimal </a:t>
            </a:r>
            <a:r>
              <a:rPr lang="en-US" dirty="0"/>
              <a:t>=128.</a:t>
            </a:r>
          </a:p>
          <a:p>
            <a:pPr marL="914400" lvl="1" indent="-457200">
              <a:buAutoNum type="arabicPeriod"/>
            </a:pPr>
            <a:r>
              <a:rPr lang="en-US"/>
              <a:t>Thus,</a:t>
            </a:r>
            <a:r>
              <a:rPr lang="en-US" dirty="0"/>
              <a:t> the subnet ID = 172.16.128.0</a:t>
            </a:r>
          </a:p>
          <a:p>
            <a:pPr>
              <a:buAutoNum type="arabicPeriod"/>
            </a:pPr>
            <a:endParaRPr lang="en-US" dirty="0"/>
          </a:p>
          <a:p>
            <a:pPr marL="0" indent="0">
              <a:buNone/>
            </a:pPr>
            <a:endParaRPr lang="en-US" b="1" dirty="0"/>
          </a:p>
          <a:p>
            <a:pPr marL="0" indent="0" algn="just">
              <a:buNone/>
            </a:pPr>
            <a:endParaRPr lang="en-US" dirty="0"/>
          </a:p>
          <a:p>
            <a:pPr marL="0" indent="0" algn="just">
              <a:buNone/>
            </a:pPr>
            <a:endParaRPr lang="en-US" dirty="0"/>
          </a:p>
          <a:p>
            <a:pPr algn="just">
              <a:buAutoNum type="arabicPeriod"/>
            </a:pPr>
            <a:endParaRPr lang="en-US" dirty="0"/>
          </a:p>
          <a:p>
            <a:pPr>
              <a:buAutoNum type="arabicPeriod"/>
            </a:pPr>
            <a:endParaRPr lang="en-US" dirty="0"/>
          </a:p>
          <a:p>
            <a:pPr>
              <a:buAutoNum type="arabicPeriod"/>
            </a:pPr>
            <a:endParaRPr lang="en-US" dirty="0"/>
          </a:p>
          <a:p>
            <a:pPr>
              <a:buAutoNum type="arabicPeriod"/>
            </a:pPr>
            <a:endParaRPr lang="en-AU" dirty="0"/>
          </a:p>
        </p:txBody>
      </p:sp>
    </p:spTree>
    <p:extLst>
      <p:ext uri="{BB962C8B-B14F-4D97-AF65-F5344CB8AC3E}">
        <p14:creationId xmlns:p14="http://schemas.microsoft.com/office/powerpoint/2010/main" val="270538532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57166C-E486-7A55-0A2F-D66E620224A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C33BD24-1F45-325C-8CDB-687D2D9904F7}"/>
              </a:ext>
            </a:extLst>
          </p:cNvPr>
          <p:cNvSpPr>
            <a:spLocks noGrp="1"/>
          </p:cNvSpPr>
          <p:nvPr>
            <p:ph type="title"/>
          </p:nvPr>
        </p:nvSpPr>
        <p:spPr>
          <a:xfrm>
            <a:off x="1" y="0"/>
            <a:ext cx="4103914" cy="6858000"/>
          </a:xfrm>
          <a:solidFill>
            <a:schemeClr val="accent2"/>
          </a:solidFill>
        </p:spPr>
        <p:txBody>
          <a:bodyPr>
            <a:normAutofit/>
          </a:bodyPr>
          <a:lstStyle/>
          <a:p>
            <a:pPr algn="ctr"/>
            <a:r>
              <a:rPr lang="en-US" b="1">
                <a:solidFill>
                  <a:schemeClr val="bg1"/>
                </a:solidFill>
              </a:rPr>
              <a:t>5. Analyzing existing subnets</a:t>
            </a:r>
            <a:endParaRPr lang="en-US" b="1" dirty="0">
              <a:solidFill>
                <a:schemeClr val="bg1"/>
              </a:solidFill>
            </a:endParaRPr>
          </a:p>
        </p:txBody>
      </p:sp>
      <p:sp>
        <p:nvSpPr>
          <p:cNvPr id="3" name="Content Placeholder 2">
            <a:extLst>
              <a:ext uri="{FF2B5EF4-FFF2-40B4-BE49-F238E27FC236}">
                <a16:creationId xmlns:a16="http://schemas.microsoft.com/office/drawing/2014/main" id="{85B6841B-D96A-4ECD-3749-2057B3F9FA09}"/>
              </a:ext>
            </a:extLst>
          </p:cNvPr>
          <p:cNvSpPr>
            <a:spLocks noGrp="1"/>
          </p:cNvSpPr>
          <p:nvPr>
            <p:ph idx="1"/>
          </p:nvPr>
        </p:nvSpPr>
        <p:spPr>
          <a:xfrm>
            <a:off x="4492154" y="133327"/>
            <a:ext cx="7703705" cy="6718279"/>
          </a:xfrm>
        </p:spPr>
        <p:txBody>
          <a:bodyPr vert="horz" lIns="91440" tIns="45720" rIns="91440" bIns="45720" rtlCol="0" anchor="t">
            <a:normAutofit lnSpcReduction="10000"/>
          </a:bodyPr>
          <a:lstStyle/>
          <a:p>
            <a:pPr marL="0" indent="0">
              <a:buNone/>
            </a:pPr>
            <a:r>
              <a:rPr lang="en-US" b="1" dirty="0">
                <a:solidFill>
                  <a:srgbClr val="000000"/>
                </a:solidFill>
                <a:latin typeface="Aptos"/>
              </a:rPr>
              <a:t>Find Broadcast address/Network broadcast: </a:t>
            </a:r>
            <a:r>
              <a:rPr lang="en-US" b="1">
                <a:solidFill>
                  <a:srgbClr val="000000"/>
                </a:solidFill>
                <a:latin typeface="Aptos"/>
              </a:rPr>
              <a:t>Shortcut</a:t>
            </a:r>
            <a:r>
              <a:rPr lang="en-US" b="1" dirty="0">
                <a:solidFill>
                  <a:srgbClr val="000000"/>
                </a:solidFill>
                <a:latin typeface="Aptos"/>
              </a:rPr>
              <a:t> </a:t>
            </a:r>
            <a:r>
              <a:rPr lang="en-US" b="1" dirty="0" err="1">
                <a:solidFill>
                  <a:srgbClr val="000000"/>
                </a:solidFill>
                <a:latin typeface="Aptos"/>
              </a:rPr>
              <a:t>method</a:t>
            </a:r>
            <a:endParaRPr lang="en-US" dirty="0" err="1"/>
          </a:p>
          <a:p>
            <a:pPr marL="514350" indent="-514350">
              <a:buAutoNum type="arabicPeriod"/>
            </a:pPr>
            <a:r>
              <a:rPr lang="en-US" sz="2600"/>
              <a:t>Convert /p mask notation to DDN mask.</a:t>
            </a:r>
            <a:endParaRPr lang="en-AU"/>
          </a:p>
          <a:p>
            <a:pPr marL="514350" indent="-514350">
              <a:buAutoNum type="arabicPeriod"/>
            </a:pPr>
            <a:r>
              <a:rPr lang="en-US" sz="2600" dirty="0"/>
              <a:t>If any octet of the mask=255, copy the </a:t>
            </a:r>
            <a:r>
              <a:rPr lang="en-US" sz="2600" dirty="0" err="1"/>
              <a:t>ip</a:t>
            </a:r>
            <a:r>
              <a:rPr lang="en-US" sz="2600" dirty="0"/>
              <a:t> address</a:t>
            </a:r>
            <a:endParaRPr lang="en-AU"/>
          </a:p>
          <a:p>
            <a:pPr marL="514350" indent="-514350">
              <a:buAutoNum type="arabicPeriod"/>
            </a:pPr>
            <a:r>
              <a:rPr lang="en-US" sz="2600"/>
              <a:t>If any octet of the mask=0, write 255 in that octet of the resulting broadcast address. </a:t>
            </a:r>
            <a:endParaRPr lang="en-AU"/>
          </a:p>
          <a:p>
            <a:pPr marL="514350" indent="-514350">
              <a:buAutoNum type="arabicPeriod"/>
            </a:pPr>
            <a:r>
              <a:rPr lang="en-US" sz="2600" dirty="0"/>
              <a:t>If any octet is neither 255 nor 0, then convert that octet of </a:t>
            </a:r>
            <a:r>
              <a:rPr lang="en-US" sz="2600" dirty="0" err="1"/>
              <a:t>ip</a:t>
            </a:r>
            <a:r>
              <a:rPr lang="en-US" sz="2600" dirty="0"/>
              <a:t> address to binary, set host part to one (1) and convert back to decimal.</a:t>
            </a:r>
            <a:endParaRPr lang="en-AU" dirty="0"/>
          </a:p>
          <a:p>
            <a:pPr marL="0" indent="0">
              <a:buNone/>
            </a:pPr>
            <a:r>
              <a:rPr lang="en-US" sz="2600" b="1"/>
              <a:t>Example 172.16.150.41/18, Here P = 18 and H = 32-18 = 14</a:t>
            </a:r>
            <a:endParaRPr lang="en-US" sz="2600" dirty="0"/>
          </a:p>
          <a:p>
            <a:pPr marL="914400" lvl="1" indent="-457200">
              <a:buAutoNum type="arabicPeriod"/>
            </a:pPr>
            <a:r>
              <a:rPr lang="en-US" sz="2200"/>
              <a:t>255.255.192.0</a:t>
            </a:r>
            <a:endParaRPr lang="en-AU"/>
          </a:p>
          <a:p>
            <a:pPr marL="914400" lvl="1" indent="-457200">
              <a:buAutoNum type="arabicPeriod"/>
            </a:pPr>
            <a:r>
              <a:rPr lang="en-US" sz="2200" dirty="0"/>
              <a:t>Copy octets 1 and 2 of the DDN </a:t>
            </a:r>
            <a:r>
              <a:rPr lang="en-US" sz="2200" dirty="0" err="1"/>
              <a:t>ip</a:t>
            </a:r>
            <a:r>
              <a:rPr lang="en-US" sz="2200" dirty="0"/>
              <a:t> address = 172.16</a:t>
            </a:r>
            <a:endParaRPr lang="en-AU"/>
          </a:p>
          <a:p>
            <a:pPr marL="914400" lvl="1" indent="-457200">
              <a:buAutoNum type="arabicPeriod"/>
            </a:pPr>
            <a:r>
              <a:rPr lang="en-US" sz="2200"/>
              <a:t>Write 255 in fourth octet; 172.16.  .255</a:t>
            </a:r>
            <a:endParaRPr lang="en-US" sz="2200" dirty="0"/>
          </a:p>
          <a:p>
            <a:pPr marL="914400" lvl="1" indent="-457200">
              <a:buAutoNum type="arabicPeriod"/>
            </a:pPr>
            <a:r>
              <a:rPr lang="en-US" sz="2200"/>
              <a:t>Octet 3 of mask = 192 (neither 255 nor 0), binary of 150 = 10</a:t>
            </a:r>
            <a:r>
              <a:rPr lang="en-US" sz="2200">
                <a:solidFill>
                  <a:srgbClr val="C00000"/>
                </a:solidFill>
              </a:rPr>
              <a:t>010110, </a:t>
            </a:r>
            <a:r>
              <a:rPr lang="en-US" sz="2200"/>
              <a:t>set host part to 1 = 10</a:t>
            </a:r>
            <a:r>
              <a:rPr lang="en-US" sz="2200">
                <a:solidFill>
                  <a:srgbClr val="C00000"/>
                </a:solidFill>
              </a:rPr>
              <a:t>111111</a:t>
            </a:r>
            <a:r>
              <a:rPr lang="en-US" sz="2200"/>
              <a:t>,</a:t>
            </a:r>
            <a:r>
              <a:rPr lang="en-US" sz="2200" dirty="0">
                <a:solidFill>
                  <a:srgbClr val="C00000"/>
                </a:solidFill>
              </a:rPr>
              <a:t> </a:t>
            </a:r>
            <a:r>
              <a:rPr lang="en-US" sz="2200"/>
              <a:t>convert octet 3 to decimal =191.</a:t>
            </a:r>
            <a:endParaRPr lang="en-US" sz="2200" dirty="0"/>
          </a:p>
          <a:p>
            <a:pPr marL="914400" lvl="1" indent="-457200">
              <a:buAutoNum type="arabicPeriod"/>
            </a:pPr>
            <a:r>
              <a:rPr lang="en-US" sz="2200" dirty="0"/>
              <a:t>Thus, the </a:t>
            </a:r>
            <a:r>
              <a:rPr lang="en-US" sz="2200"/>
              <a:t>broadcast address = 172.16.191.255</a:t>
            </a:r>
            <a:endParaRPr lang="en-US"/>
          </a:p>
          <a:p>
            <a:pPr>
              <a:buAutoNum type="arabicPeriod"/>
            </a:pPr>
            <a:endParaRPr lang="en-US" dirty="0"/>
          </a:p>
          <a:p>
            <a:pPr marL="0" indent="0">
              <a:buNone/>
            </a:pPr>
            <a:endParaRPr lang="en-US" b="1" dirty="0"/>
          </a:p>
          <a:p>
            <a:pPr marL="0" indent="0" algn="just">
              <a:buNone/>
            </a:pPr>
            <a:endParaRPr lang="en-US" dirty="0"/>
          </a:p>
          <a:p>
            <a:pPr marL="0" indent="0" algn="just">
              <a:buNone/>
            </a:pPr>
            <a:endParaRPr lang="en-US" dirty="0"/>
          </a:p>
          <a:p>
            <a:pPr algn="just">
              <a:buAutoNum type="arabicPeriod"/>
            </a:pPr>
            <a:endParaRPr lang="en-US" dirty="0"/>
          </a:p>
          <a:p>
            <a:pPr>
              <a:buAutoNum type="arabicPeriod"/>
            </a:pPr>
            <a:endParaRPr lang="en-US" dirty="0"/>
          </a:p>
          <a:p>
            <a:pPr>
              <a:buAutoNum type="arabicPeriod"/>
            </a:pPr>
            <a:endParaRPr lang="en-US" dirty="0"/>
          </a:p>
          <a:p>
            <a:pPr>
              <a:buAutoNum type="arabicPeriod"/>
            </a:pPr>
            <a:endParaRPr lang="en-AU" dirty="0"/>
          </a:p>
        </p:txBody>
      </p:sp>
    </p:spTree>
    <p:extLst>
      <p:ext uri="{BB962C8B-B14F-4D97-AF65-F5344CB8AC3E}">
        <p14:creationId xmlns:p14="http://schemas.microsoft.com/office/powerpoint/2010/main" val="105360044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BD45C5-8ABC-6B44-D789-8530D4CBC1C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17DE757-7801-D47B-C4D4-714AEDD5E206}"/>
              </a:ext>
            </a:extLst>
          </p:cNvPr>
          <p:cNvSpPr>
            <a:spLocks noGrp="1"/>
          </p:cNvSpPr>
          <p:nvPr>
            <p:ph type="title"/>
          </p:nvPr>
        </p:nvSpPr>
        <p:spPr>
          <a:xfrm>
            <a:off x="1" y="0"/>
            <a:ext cx="4103914" cy="6858000"/>
          </a:xfrm>
          <a:solidFill>
            <a:schemeClr val="accent2"/>
          </a:solidFill>
        </p:spPr>
        <p:txBody>
          <a:bodyPr>
            <a:normAutofit/>
          </a:bodyPr>
          <a:lstStyle/>
          <a:p>
            <a:pPr algn="ctr"/>
            <a:r>
              <a:rPr lang="en-US" b="1">
                <a:solidFill>
                  <a:schemeClr val="bg1"/>
                </a:solidFill>
              </a:rPr>
              <a:t>5. Analyzing existing subnets</a:t>
            </a:r>
            <a:endParaRPr lang="en-US" b="1" dirty="0">
              <a:solidFill>
                <a:schemeClr val="bg1"/>
              </a:solidFill>
            </a:endParaRPr>
          </a:p>
        </p:txBody>
      </p:sp>
      <p:sp>
        <p:nvSpPr>
          <p:cNvPr id="3" name="Content Placeholder 2">
            <a:extLst>
              <a:ext uri="{FF2B5EF4-FFF2-40B4-BE49-F238E27FC236}">
                <a16:creationId xmlns:a16="http://schemas.microsoft.com/office/drawing/2014/main" id="{040FE709-35B3-56DB-A14C-891F8956B7D8}"/>
              </a:ext>
            </a:extLst>
          </p:cNvPr>
          <p:cNvSpPr>
            <a:spLocks noGrp="1"/>
          </p:cNvSpPr>
          <p:nvPr>
            <p:ph idx="1"/>
          </p:nvPr>
        </p:nvSpPr>
        <p:spPr>
          <a:xfrm>
            <a:off x="4373913" y="142619"/>
            <a:ext cx="7821946" cy="6404187"/>
          </a:xfrm>
        </p:spPr>
        <p:txBody>
          <a:bodyPr vert="horz" lIns="91440" tIns="45720" rIns="91440" bIns="45720" rtlCol="0" anchor="t">
            <a:normAutofit fontScale="92500" lnSpcReduction="20000"/>
          </a:bodyPr>
          <a:lstStyle/>
          <a:p>
            <a:pPr marL="0" indent="0">
              <a:buNone/>
            </a:pPr>
            <a:r>
              <a:rPr lang="en-US" b="1" dirty="0"/>
              <a:t>Find Subnet ID/resident subnet/subnet number: </a:t>
            </a:r>
            <a:r>
              <a:rPr lang="en-US" b="1"/>
              <a:t>Difficult mask &amp; predictability</a:t>
            </a:r>
            <a:endParaRPr lang="en-US" b="1" dirty="0"/>
          </a:p>
          <a:p>
            <a:pPr marL="514350" indent="-514350">
              <a:buAutoNum type="arabicPeriod"/>
            </a:pPr>
            <a:r>
              <a:rPr lang="en-US" dirty="0"/>
              <a:t>Convert /p mask notation to DDN </a:t>
            </a:r>
            <a:r>
              <a:rPr lang="en-US"/>
              <a:t>mask.</a:t>
            </a:r>
          </a:p>
          <a:p>
            <a:pPr marL="514350" indent="-514350">
              <a:buAutoNum type="arabicPeriod"/>
            </a:pPr>
            <a:r>
              <a:rPr lang="en-US" dirty="0"/>
              <a:t>If any octet of the mask=255, copy the </a:t>
            </a:r>
            <a:r>
              <a:rPr lang="en-US" dirty="0" err="1"/>
              <a:t>ip</a:t>
            </a:r>
            <a:r>
              <a:rPr lang="en-US" dirty="0"/>
              <a:t> address</a:t>
            </a:r>
            <a:endParaRPr lang="en-US"/>
          </a:p>
          <a:p>
            <a:pPr marL="514350" indent="-514350">
              <a:buAutoNum type="arabicPeriod"/>
            </a:pPr>
            <a:r>
              <a:rPr lang="en-US"/>
              <a:t>If any octet of the mask=0, write 0 in that octet of the resulting subnet ID. </a:t>
            </a:r>
          </a:p>
          <a:p>
            <a:pPr marL="514350" indent="-514350">
              <a:buAutoNum type="arabicPeriod"/>
            </a:pPr>
            <a:r>
              <a:rPr lang="en-US" dirty="0"/>
              <a:t>If any octet is neither 255 nor 0, refer this octet as interesting octet. Calculate a magic number = 256 – mask. Set the octet to </a:t>
            </a:r>
            <a:r>
              <a:rPr lang="en-US" dirty="0" err="1"/>
              <a:t>ip</a:t>
            </a:r>
            <a:r>
              <a:rPr lang="en-US" dirty="0"/>
              <a:t> address that is multiple of this magic number without going over.</a:t>
            </a:r>
          </a:p>
          <a:p>
            <a:pPr marL="0" indent="0">
              <a:buNone/>
            </a:pPr>
            <a:r>
              <a:rPr lang="en-US" b="1"/>
              <a:t>Example 172.16.150.41/18, Here P = 18 and H = 32-18 = 14</a:t>
            </a:r>
          </a:p>
          <a:p>
            <a:pPr marL="914400" lvl="1" indent="-457200">
              <a:buAutoNum type="arabicPeriod"/>
            </a:pPr>
            <a:r>
              <a:rPr lang="en-US">
                <a:solidFill>
                  <a:srgbClr val="000000"/>
                </a:solidFill>
              </a:rPr>
              <a:t>255.255.192.0</a:t>
            </a:r>
          </a:p>
          <a:p>
            <a:pPr marL="914400" lvl="1" indent="-457200">
              <a:buAutoNum type="arabicPeriod"/>
            </a:pPr>
            <a:r>
              <a:rPr lang="en-US" dirty="0">
                <a:solidFill>
                  <a:srgbClr val="000000"/>
                </a:solidFill>
              </a:rPr>
              <a:t>Copy octets 1 and 2 of the DDN </a:t>
            </a:r>
            <a:r>
              <a:rPr lang="en-US" dirty="0" err="1">
                <a:solidFill>
                  <a:srgbClr val="000000"/>
                </a:solidFill>
              </a:rPr>
              <a:t>ip</a:t>
            </a:r>
            <a:r>
              <a:rPr lang="en-US" dirty="0">
                <a:solidFill>
                  <a:srgbClr val="000000"/>
                </a:solidFill>
              </a:rPr>
              <a:t> address = 172.16</a:t>
            </a:r>
          </a:p>
          <a:p>
            <a:pPr marL="914400" lvl="1" indent="-457200">
              <a:buAutoNum type="arabicPeriod"/>
            </a:pPr>
            <a:r>
              <a:rPr lang="en-US">
                <a:solidFill>
                  <a:srgbClr val="000000"/>
                </a:solidFill>
              </a:rPr>
              <a:t>Write zero (0) in fourth octet; 172.16.  .0</a:t>
            </a:r>
          </a:p>
          <a:p>
            <a:pPr marL="914400" lvl="1" indent="-457200">
              <a:buAutoNum type="arabicPeriod"/>
            </a:pPr>
            <a:r>
              <a:rPr lang="en-US" dirty="0">
                <a:solidFill>
                  <a:srgbClr val="000000"/>
                </a:solidFill>
              </a:rPr>
              <a:t>Octet 3 of the mask = 192 (neither 255 nor 0), </a:t>
            </a:r>
            <a:r>
              <a:rPr lang="en-US" dirty="0"/>
              <a:t>magic number = 256-192 = 64. Multiples of 64 = 0,64,128,192,256. Multiple of 64 that does not go </a:t>
            </a:r>
            <a:r>
              <a:rPr lang="en-US"/>
              <a:t>over 150  Thus</a:t>
            </a:r>
            <a:r>
              <a:rPr lang="en-US" dirty="0"/>
              <a:t>, the subnet ID = 172.16.128.0</a:t>
            </a:r>
          </a:p>
          <a:p>
            <a:pPr>
              <a:buAutoNum type="arabicPeriod"/>
            </a:pPr>
            <a:endParaRPr lang="en-US" dirty="0"/>
          </a:p>
          <a:p>
            <a:pPr marL="0" indent="0">
              <a:buNone/>
            </a:pPr>
            <a:endParaRPr lang="en-US" b="1" dirty="0"/>
          </a:p>
          <a:p>
            <a:pPr marL="0" indent="0" algn="just">
              <a:buNone/>
            </a:pPr>
            <a:endParaRPr lang="en-US" dirty="0"/>
          </a:p>
          <a:p>
            <a:pPr marL="0" indent="0" algn="just">
              <a:buNone/>
            </a:pPr>
            <a:endParaRPr lang="en-US" dirty="0"/>
          </a:p>
          <a:p>
            <a:pPr algn="just">
              <a:buAutoNum type="arabicPeriod"/>
            </a:pPr>
            <a:endParaRPr lang="en-US" dirty="0"/>
          </a:p>
          <a:p>
            <a:pPr>
              <a:buAutoNum type="arabicPeriod"/>
            </a:pPr>
            <a:endParaRPr lang="en-US" dirty="0"/>
          </a:p>
          <a:p>
            <a:pPr>
              <a:buAutoNum type="arabicPeriod"/>
            </a:pPr>
            <a:endParaRPr lang="en-US" dirty="0"/>
          </a:p>
          <a:p>
            <a:pPr>
              <a:buAutoNum type="arabicPeriod"/>
            </a:pPr>
            <a:endParaRPr lang="en-AU" dirty="0"/>
          </a:p>
        </p:txBody>
      </p:sp>
    </p:spTree>
    <p:extLst>
      <p:ext uri="{BB962C8B-B14F-4D97-AF65-F5344CB8AC3E}">
        <p14:creationId xmlns:p14="http://schemas.microsoft.com/office/powerpoint/2010/main" val="168904737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E2A275-FBF6-1002-FAA3-939896B07DB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4D4DBDE-6E10-2BD1-0D50-D3C993E5C423}"/>
              </a:ext>
            </a:extLst>
          </p:cNvPr>
          <p:cNvSpPr>
            <a:spLocks noGrp="1"/>
          </p:cNvSpPr>
          <p:nvPr>
            <p:ph type="title"/>
          </p:nvPr>
        </p:nvSpPr>
        <p:spPr>
          <a:xfrm>
            <a:off x="1" y="0"/>
            <a:ext cx="4103914" cy="6858000"/>
          </a:xfrm>
          <a:solidFill>
            <a:schemeClr val="accent2"/>
          </a:solidFill>
        </p:spPr>
        <p:txBody>
          <a:bodyPr>
            <a:normAutofit/>
          </a:bodyPr>
          <a:lstStyle/>
          <a:p>
            <a:pPr algn="ctr"/>
            <a:r>
              <a:rPr lang="en-US" b="1">
                <a:solidFill>
                  <a:schemeClr val="bg1"/>
                </a:solidFill>
              </a:rPr>
              <a:t>5. Analyzing existing subnets</a:t>
            </a:r>
            <a:endParaRPr lang="en-US" b="1" dirty="0">
              <a:solidFill>
                <a:schemeClr val="bg1"/>
              </a:solidFill>
            </a:endParaRPr>
          </a:p>
        </p:txBody>
      </p:sp>
      <p:sp>
        <p:nvSpPr>
          <p:cNvPr id="3" name="Content Placeholder 2">
            <a:extLst>
              <a:ext uri="{FF2B5EF4-FFF2-40B4-BE49-F238E27FC236}">
                <a16:creationId xmlns:a16="http://schemas.microsoft.com/office/drawing/2014/main" id="{1B3EFD79-EC43-C512-9023-5608D7C7F05F}"/>
              </a:ext>
            </a:extLst>
          </p:cNvPr>
          <p:cNvSpPr>
            <a:spLocks noGrp="1"/>
          </p:cNvSpPr>
          <p:nvPr>
            <p:ph idx="1"/>
          </p:nvPr>
        </p:nvSpPr>
        <p:spPr>
          <a:xfrm>
            <a:off x="4242534" y="142619"/>
            <a:ext cx="7953325" cy="6708987"/>
          </a:xfrm>
        </p:spPr>
        <p:txBody>
          <a:bodyPr vert="horz" lIns="91440" tIns="45720" rIns="91440" bIns="45720" rtlCol="0" anchor="t">
            <a:normAutofit lnSpcReduction="10000"/>
          </a:bodyPr>
          <a:lstStyle/>
          <a:p>
            <a:pPr marL="0" indent="0">
              <a:buNone/>
            </a:pPr>
            <a:r>
              <a:rPr lang="en-US" b="1" dirty="0">
                <a:solidFill>
                  <a:srgbClr val="000000"/>
                </a:solidFill>
                <a:latin typeface="Aptos"/>
              </a:rPr>
              <a:t>Find Broadcast address/Network broadcast: </a:t>
            </a:r>
            <a:r>
              <a:rPr lang="en-US" b="1" dirty="0" err="1">
                <a:solidFill>
                  <a:srgbClr val="000000"/>
                </a:solidFill>
                <a:latin typeface="Aptos"/>
              </a:rPr>
              <a:t>Diffcult</a:t>
            </a:r>
            <a:r>
              <a:rPr lang="en-US" b="1" dirty="0">
                <a:solidFill>
                  <a:srgbClr val="000000"/>
                </a:solidFill>
                <a:latin typeface="Aptos"/>
              </a:rPr>
              <a:t> mask &amp; predictability method</a:t>
            </a:r>
            <a:endParaRPr lang="en-US" dirty="0"/>
          </a:p>
          <a:p>
            <a:pPr marL="514350" indent="-514350">
              <a:buAutoNum type="arabicPeriod"/>
            </a:pPr>
            <a:r>
              <a:rPr lang="en-US" sz="2600"/>
              <a:t>Convert /p mask notation to DDN mask.</a:t>
            </a:r>
            <a:endParaRPr lang="en-AU"/>
          </a:p>
          <a:p>
            <a:pPr marL="514350" indent="-514350">
              <a:buAutoNum type="arabicPeriod"/>
            </a:pPr>
            <a:r>
              <a:rPr lang="en-US" sz="2600" dirty="0"/>
              <a:t>If any octet of the mask=255, copy the </a:t>
            </a:r>
            <a:r>
              <a:rPr lang="en-US" sz="2600" dirty="0" err="1"/>
              <a:t>ip</a:t>
            </a:r>
            <a:r>
              <a:rPr lang="en-US" sz="2600" dirty="0"/>
              <a:t> address</a:t>
            </a:r>
            <a:endParaRPr lang="en-AU"/>
          </a:p>
          <a:p>
            <a:pPr marL="514350" indent="-514350">
              <a:buAutoNum type="arabicPeriod"/>
            </a:pPr>
            <a:r>
              <a:rPr lang="en-US" sz="2600"/>
              <a:t>If any octet of the mask=0, write 255 in that octet of the resulting broadcast address. </a:t>
            </a:r>
            <a:endParaRPr lang="en-AU"/>
          </a:p>
          <a:p>
            <a:pPr marL="514350" indent="-514350">
              <a:buAutoNum type="arabicPeriod"/>
            </a:pPr>
            <a:r>
              <a:rPr lang="en-US" sz="2600" dirty="0"/>
              <a:t>If any octet is neither 255 nor 0, refer this octet as interesting octet. Calculate a magic number = 256 – mask. Set the octet to </a:t>
            </a:r>
            <a:r>
              <a:rPr lang="en-US" sz="2600" dirty="0" err="1"/>
              <a:t>ip</a:t>
            </a:r>
            <a:r>
              <a:rPr lang="en-US" sz="2600" dirty="0"/>
              <a:t> address to (Subnet ID + magic number – 1)</a:t>
            </a:r>
          </a:p>
          <a:p>
            <a:pPr marL="0" indent="0">
              <a:buNone/>
            </a:pPr>
            <a:r>
              <a:rPr lang="en-US" sz="2600" b="1"/>
              <a:t>Example 172.16.150.41/18, Here P = 18 and H = 32-18 = 14</a:t>
            </a:r>
            <a:endParaRPr lang="en-US" sz="2600" dirty="0"/>
          </a:p>
          <a:p>
            <a:pPr marL="914400" lvl="1" indent="-457200">
              <a:buAutoNum type="arabicPeriod"/>
            </a:pPr>
            <a:r>
              <a:rPr lang="en-US" sz="2200"/>
              <a:t>255.255.192.0</a:t>
            </a:r>
            <a:endParaRPr lang="en-AU"/>
          </a:p>
          <a:p>
            <a:pPr marL="914400" lvl="1" indent="-457200">
              <a:buAutoNum type="arabicPeriod"/>
            </a:pPr>
            <a:r>
              <a:rPr lang="en-US" sz="2200" dirty="0"/>
              <a:t>Copy octets 1 and 2 of the DDN </a:t>
            </a:r>
            <a:r>
              <a:rPr lang="en-US" sz="2200" dirty="0" err="1"/>
              <a:t>ip</a:t>
            </a:r>
            <a:r>
              <a:rPr lang="en-US" sz="2200" dirty="0"/>
              <a:t> address = 172.16</a:t>
            </a:r>
            <a:endParaRPr lang="en-AU"/>
          </a:p>
          <a:p>
            <a:pPr marL="914400" lvl="1" indent="-457200">
              <a:buAutoNum type="arabicPeriod"/>
            </a:pPr>
            <a:r>
              <a:rPr lang="en-US" sz="2200"/>
              <a:t>Write 255 in fourth octet; 172.16.  .255</a:t>
            </a:r>
            <a:endParaRPr lang="en-US" sz="2200" dirty="0"/>
          </a:p>
          <a:p>
            <a:pPr marL="914400" lvl="1" indent="-457200">
              <a:buAutoNum type="arabicPeriod"/>
            </a:pPr>
            <a:r>
              <a:rPr lang="en-US" sz="2200"/>
              <a:t>Octet 3 of mask = 192, magic number = 256-192 = 64, </a:t>
            </a:r>
            <a:endParaRPr lang="en-US" sz="2200" dirty="0"/>
          </a:p>
          <a:p>
            <a:pPr marL="457200" lvl="1" indent="0">
              <a:buNone/>
            </a:pPr>
            <a:r>
              <a:rPr lang="en-US" sz="2200" dirty="0"/>
              <a:t>third octet = 128 (subnet id from previous slide) + 64-1 = 191</a:t>
            </a:r>
          </a:p>
          <a:p>
            <a:pPr marL="914400" lvl="1" indent="-457200">
              <a:buAutoNum type="arabicPeriod"/>
            </a:pPr>
            <a:r>
              <a:rPr lang="en-US" sz="2200" dirty="0"/>
              <a:t>Thus, the </a:t>
            </a:r>
            <a:r>
              <a:rPr lang="en-US" sz="2200"/>
              <a:t>broadcast address = 172.16.191.255</a:t>
            </a:r>
            <a:endParaRPr lang="en-US"/>
          </a:p>
          <a:p>
            <a:pPr>
              <a:buAutoNum type="arabicPeriod"/>
            </a:pPr>
            <a:endParaRPr lang="en-US" dirty="0"/>
          </a:p>
          <a:p>
            <a:pPr marL="0" indent="0">
              <a:buNone/>
            </a:pPr>
            <a:endParaRPr lang="en-US" b="1" dirty="0"/>
          </a:p>
          <a:p>
            <a:pPr marL="0" indent="0" algn="just">
              <a:buNone/>
            </a:pPr>
            <a:endParaRPr lang="en-US" dirty="0"/>
          </a:p>
          <a:p>
            <a:pPr marL="0" indent="0" algn="just">
              <a:buNone/>
            </a:pPr>
            <a:endParaRPr lang="en-US" dirty="0"/>
          </a:p>
          <a:p>
            <a:pPr algn="just">
              <a:buAutoNum type="arabicPeriod"/>
            </a:pPr>
            <a:endParaRPr lang="en-US" dirty="0"/>
          </a:p>
          <a:p>
            <a:pPr>
              <a:buAutoNum type="arabicPeriod"/>
            </a:pPr>
            <a:endParaRPr lang="en-US" dirty="0"/>
          </a:p>
          <a:p>
            <a:pPr>
              <a:buAutoNum type="arabicPeriod"/>
            </a:pPr>
            <a:endParaRPr lang="en-US" dirty="0"/>
          </a:p>
          <a:p>
            <a:pPr>
              <a:buAutoNum type="arabicPeriod"/>
            </a:pPr>
            <a:endParaRPr lang="en-AU" dirty="0"/>
          </a:p>
        </p:txBody>
      </p:sp>
    </p:spTree>
    <p:extLst>
      <p:ext uri="{BB962C8B-B14F-4D97-AF65-F5344CB8AC3E}">
        <p14:creationId xmlns:p14="http://schemas.microsoft.com/office/powerpoint/2010/main" val="90119044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2C0DDA-8EF1-3D61-EB96-AF09BA1CCCC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07D6865-8E73-8DC0-413C-E530D1C20747}"/>
              </a:ext>
            </a:extLst>
          </p:cNvPr>
          <p:cNvSpPr>
            <a:spLocks noGrp="1"/>
          </p:cNvSpPr>
          <p:nvPr>
            <p:ph type="title"/>
          </p:nvPr>
        </p:nvSpPr>
        <p:spPr>
          <a:xfrm>
            <a:off x="1" y="0"/>
            <a:ext cx="4103914" cy="6858000"/>
          </a:xfrm>
          <a:solidFill>
            <a:schemeClr val="accent2"/>
          </a:solidFill>
        </p:spPr>
        <p:txBody>
          <a:bodyPr>
            <a:normAutofit/>
          </a:bodyPr>
          <a:lstStyle/>
          <a:p>
            <a:pPr algn="ctr"/>
            <a:r>
              <a:rPr lang="en-US" b="1">
                <a:solidFill>
                  <a:schemeClr val="bg1"/>
                </a:solidFill>
              </a:rPr>
              <a:t>6. Choosing subnet masks</a:t>
            </a:r>
            <a:endParaRPr lang="en-US" b="1" dirty="0">
              <a:solidFill>
                <a:schemeClr val="bg1"/>
              </a:solidFill>
            </a:endParaRPr>
          </a:p>
        </p:txBody>
      </p:sp>
      <p:sp>
        <p:nvSpPr>
          <p:cNvPr id="3" name="Content Placeholder 2">
            <a:extLst>
              <a:ext uri="{FF2B5EF4-FFF2-40B4-BE49-F238E27FC236}">
                <a16:creationId xmlns:a16="http://schemas.microsoft.com/office/drawing/2014/main" id="{86FA56E0-AFB8-2CD8-4F21-4555A458B6A1}"/>
              </a:ext>
            </a:extLst>
          </p:cNvPr>
          <p:cNvSpPr>
            <a:spLocks noGrp="1"/>
          </p:cNvSpPr>
          <p:nvPr>
            <p:ph idx="1"/>
          </p:nvPr>
        </p:nvSpPr>
        <p:spPr>
          <a:xfrm>
            <a:off x="4253387" y="76359"/>
            <a:ext cx="7942472" cy="6786290"/>
          </a:xfrm>
        </p:spPr>
        <p:txBody>
          <a:bodyPr vert="horz" lIns="91440" tIns="45720" rIns="91440" bIns="45720" rtlCol="0" anchor="t">
            <a:normAutofit fontScale="70000" lnSpcReduction="20000"/>
          </a:bodyPr>
          <a:lstStyle/>
          <a:p>
            <a:pPr marL="0" indent="0">
              <a:buNone/>
            </a:pPr>
            <a:r>
              <a:rPr lang="en-US" sz="3200" b="1"/>
              <a:t>General process of finding subnet masks:</a:t>
            </a:r>
          </a:p>
          <a:p>
            <a:pPr marL="514350" indent="-514350">
              <a:buAutoNum type="arabicPeriod"/>
            </a:pPr>
            <a:r>
              <a:rPr lang="en-US"/>
              <a:t>Find the number of network bits (N) per class rule.</a:t>
            </a:r>
            <a:endParaRPr lang="en-US" dirty="0"/>
          </a:p>
          <a:p>
            <a:pPr marL="514350" indent="-514350">
              <a:buAutoNum type="arabicPeriod"/>
            </a:pPr>
            <a:r>
              <a:rPr lang="en-US" dirty="0"/>
              <a:t>Calculate the minimum number of subnet bits(S) so that 2</a:t>
            </a:r>
            <a:r>
              <a:rPr lang="en-US" baseline="30000" dirty="0"/>
              <a:t>S </a:t>
            </a:r>
            <a:r>
              <a:rPr lang="en-US" dirty="0"/>
              <a:t>≥ number of subnets </a:t>
            </a:r>
            <a:r>
              <a:rPr lang="en-US"/>
              <a:t>needed</a:t>
            </a:r>
            <a:r>
              <a:rPr lang="en-US" dirty="0"/>
              <a:t> (X).</a:t>
            </a:r>
          </a:p>
          <a:p>
            <a:pPr marL="514350" indent="-514350">
              <a:buAutoNum type="arabicPeriod"/>
            </a:pPr>
            <a:r>
              <a:rPr lang="en-US" dirty="0"/>
              <a:t>Calculate the minimum number of host bits (H) so that 2</a:t>
            </a:r>
            <a:r>
              <a:rPr lang="en-US" baseline="30000" dirty="0"/>
              <a:t>H</a:t>
            </a:r>
            <a:r>
              <a:rPr lang="en-US" dirty="0"/>
              <a:t> - 2 = number of hosts/subnet </a:t>
            </a:r>
            <a:r>
              <a:rPr lang="en-US"/>
              <a:t>needed</a:t>
            </a:r>
            <a:r>
              <a:rPr lang="en-US" dirty="0"/>
              <a:t> (Y).</a:t>
            </a:r>
          </a:p>
          <a:p>
            <a:pPr marL="514350" indent="-514350">
              <a:buAutoNum type="arabicPeriod"/>
            </a:pPr>
            <a:r>
              <a:rPr lang="en-US"/>
              <a:t>If N+S+H &gt; 32, no mask meets the need.</a:t>
            </a:r>
            <a:endParaRPr lang="en-US" dirty="0"/>
          </a:p>
          <a:p>
            <a:pPr marL="514350" indent="-514350">
              <a:buAutoNum type="arabicPeriod"/>
            </a:pPr>
            <a:r>
              <a:rPr lang="en-US"/>
              <a:t>If N+S+H = 32, one mask meets the need. Prefix /p = N+S</a:t>
            </a:r>
            <a:endParaRPr lang="en-US" dirty="0"/>
          </a:p>
          <a:p>
            <a:pPr marL="514350" indent="-514350">
              <a:buAutoNum type="arabicPeriod"/>
            </a:pPr>
            <a:r>
              <a:rPr lang="en-US"/>
              <a:t>If N+S+H &lt; 32, multiple masks meet the need.</a:t>
            </a:r>
            <a:endParaRPr lang="en-US" dirty="0"/>
          </a:p>
          <a:p>
            <a:pPr marL="971550" lvl="1" indent="-514350">
              <a:buAutoNum type="arabicPeriod"/>
            </a:pPr>
            <a:r>
              <a:rPr lang="en-US" dirty="0"/>
              <a:t>Calculate the value of prefix /p = N+S based on minimum value of S. Which </a:t>
            </a:r>
            <a:r>
              <a:rPr lang="en-US"/>
              <a:t>maximizes</a:t>
            </a:r>
            <a:r>
              <a:rPr lang="en-US" dirty="0"/>
              <a:t> the number of hosts/subnet.</a:t>
            </a:r>
          </a:p>
          <a:p>
            <a:pPr marL="971550" lvl="1" indent="-514350">
              <a:buAutoNum type="arabicPeriod"/>
            </a:pPr>
            <a:r>
              <a:rPr lang="en-US" dirty="0"/>
              <a:t>Calculate the value of prefix \p = 32 – H based on minimum value of H. Which </a:t>
            </a:r>
            <a:r>
              <a:rPr lang="en-US"/>
              <a:t>maximizes</a:t>
            </a:r>
            <a:r>
              <a:rPr lang="en-US" dirty="0"/>
              <a:t> the number of subnets.</a:t>
            </a:r>
          </a:p>
          <a:p>
            <a:pPr marL="971550" lvl="1" indent="-514350">
              <a:buAutoNum type="arabicPeriod"/>
            </a:pPr>
            <a:r>
              <a:rPr lang="en-US" dirty="0"/>
              <a:t>Complete range of masks include all prefixes between two prefixes calculated in above </a:t>
            </a:r>
            <a:r>
              <a:rPr lang="en-US"/>
              <a:t>steps.</a:t>
            </a:r>
            <a:endParaRPr lang="en-US" dirty="0"/>
          </a:p>
          <a:p>
            <a:pPr marL="0" indent="0">
              <a:buNone/>
            </a:pPr>
            <a:r>
              <a:rPr lang="en-US" sz="3200" b="1"/>
              <a:t>Example network 192.168.83.0 , X = 8 subnets and Y = 8 </a:t>
            </a:r>
            <a:r>
              <a:rPr lang="en-US" sz="3200" b="1" dirty="0"/>
              <a:t>hosts/subnet:</a:t>
            </a:r>
          </a:p>
          <a:p>
            <a:pPr marL="971550" lvl="1" indent="-514350">
              <a:buAutoNum type="arabicPeriod"/>
            </a:pPr>
            <a:r>
              <a:rPr lang="en-US" sz="2800"/>
              <a:t>N = 24</a:t>
            </a:r>
            <a:endParaRPr lang="en-US" sz="2800" dirty="0"/>
          </a:p>
          <a:p>
            <a:pPr marL="971550" lvl="1" indent="-514350">
              <a:buAutoNum type="arabicPeriod"/>
            </a:pPr>
            <a:r>
              <a:rPr lang="en-US" sz="2800"/>
              <a:t>S = 3</a:t>
            </a:r>
            <a:endParaRPr lang="en-US" sz="2800" dirty="0"/>
          </a:p>
          <a:p>
            <a:pPr marL="971550" lvl="1" indent="-514350">
              <a:buAutoNum type="arabicPeriod"/>
            </a:pPr>
            <a:r>
              <a:rPr lang="en-US" sz="2800"/>
              <a:t>H = 4</a:t>
            </a:r>
            <a:endParaRPr lang="en-US" sz="2800" dirty="0"/>
          </a:p>
          <a:p>
            <a:pPr marL="971550" lvl="1" indent="-514350">
              <a:buAutoNum type="arabicPeriod"/>
            </a:pPr>
            <a:r>
              <a:rPr lang="en-US" sz="2800"/>
              <a:t>N+S+H = 24+3+4 = 31 &lt; 32, step 6 applies.</a:t>
            </a:r>
            <a:endParaRPr lang="en-US" sz="2800" dirty="0"/>
          </a:p>
          <a:p>
            <a:pPr marL="971550" lvl="1" indent="-514350">
              <a:buAutoNum type="arabicPeriod"/>
            </a:pPr>
            <a:r>
              <a:rPr lang="en-US" sz="2800"/>
              <a:t>P = 24+3 = /27, P = 32-4 = /28</a:t>
            </a:r>
            <a:endParaRPr lang="en-US" sz="2800" dirty="0"/>
          </a:p>
          <a:p>
            <a:pPr marL="971550" lvl="1" indent="-514350">
              <a:buAutoNum type="arabicPeriod"/>
            </a:pPr>
            <a:r>
              <a:rPr lang="en-US" sz="2800"/>
              <a:t>Thus 255.255.255.224 and 255.255.255.240 masks can be used.</a:t>
            </a:r>
            <a:endParaRPr lang="en-US" sz="2800" dirty="0"/>
          </a:p>
          <a:p>
            <a:pPr marL="971550" lvl="1" indent="-514350">
              <a:buAutoNum type="arabicPeriod"/>
            </a:pPr>
            <a:endParaRPr lang="en-US" sz="2800" dirty="0"/>
          </a:p>
          <a:p>
            <a:pPr marL="971550" lvl="1" indent="-514350">
              <a:buAutoNum type="arabicPeriod"/>
            </a:pPr>
            <a:endParaRPr lang="en-US" sz="2800" dirty="0"/>
          </a:p>
          <a:p>
            <a:pPr marL="971550" lvl="1" indent="-514350">
              <a:buAutoNum type="arabicPeriod"/>
            </a:pPr>
            <a:endParaRPr lang="en-US" sz="2800" dirty="0"/>
          </a:p>
          <a:p>
            <a:pPr marL="914400" lvl="1" indent="-457200">
              <a:buAutoNum type="arabicPeriod"/>
            </a:pPr>
            <a:endParaRPr lang="en-US" b="1" dirty="0"/>
          </a:p>
          <a:p>
            <a:pPr marL="457200" lvl="1" indent="0">
              <a:buNone/>
            </a:pPr>
            <a:endParaRPr lang="en-US" dirty="0"/>
          </a:p>
          <a:p>
            <a:pPr marL="0" indent="0">
              <a:buNone/>
            </a:pPr>
            <a:endParaRPr lang="en-US" dirty="0"/>
          </a:p>
          <a:p>
            <a:pPr>
              <a:buAutoNum type="arabicPeriod"/>
            </a:pPr>
            <a:endParaRPr lang="en-US" dirty="0"/>
          </a:p>
          <a:p>
            <a:pPr marL="0" indent="0">
              <a:buNone/>
            </a:pPr>
            <a:endParaRPr lang="en-US" b="1" dirty="0"/>
          </a:p>
          <a:p>
            <a:pPr marL="0" indent="0" algn="just">
              <a:buNone/>
            </a:pPr>
            <a:endParaRPr lang="en-US" dirty="0"/>
          </a:p>
          <a:p>
            <a:pPr marL="0" indent="0" algn="just">
              <a:buNone/>
            </a:pPr>
            <a:endParaRPr lang="en-US" dirty="0"/>
          </a:p>
          <a:p>
            <a:pPr algn="just">
              <a:buAutoNum type="arabicPeriod"/>
            </a:pPr>
            <a:endParaRPr lang="en-US" dirty="0"/>
          </a:p>
          <a:p>
            <a:pPr>
              <a:buAutoNum type="arabicPeriod"/>
            </a:pPr>
            <a:endParaRPr lang="en-US" dirty="0"/>
          </a:p>
          <a:p>
            <a:pPr>
              <a:buAutoNum type="arabicPeriod"/>
            </a:pPr>
            <a:endParaRPr lang="en-US" dirty="0"/>
          </a:p>
          <a:p>
            <a:pPr>
              <a:buAutoNum type="arabicPeriod"/>
            </a:pPr>
            <a:endParaRPr lang="en-AU" dirty="0"/>
          </a:p>
        </p:txBody>
      </p:sp>
    </p:spTree>
    <p:extLst>
      <p:ext uri="{BB962C8B-B14F-4D97-AF65-F5344CB8AC3E}">
        <p14:creationId xmlns:p14="http://schemas.microsoft.com/office/powerpoint/2010/main" val="208588799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5354AC-78FA-8394-D7DB-2E06C8D993F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63E969A-44BE-67D8-0942-137A4C9C4A81}"/>
              </a:ext>
            </a:extLst>
          </p:cNvPr>
          <p:cNvSpPr>
            <a:spLocks noGrp="1"/>
          </p:cNvSpPr>
          <p:nvPr>
            <p:ph type="title"/>
          </p:nvPr>
        </p:nvSpPr>
        <p:spPr>
          <a:xfrm>
            <a:off x="1" y="0"/>
            <a:ext cx="4103914" cy="6858000"/>
          </a:xfrm>
          <a:solidFill>
            <a:schemeClr val="accent2"/>
          </a:solidFill>
        </p:spPr>
        <p:txBody>
          <a:bodyPr>
            <a:normAutofit/>
          </a:bodyPr>
          <a:lstStyle/>
          <a:p>
            <a:pPr algn="ctr"/>
            <a:r>
              <a:rPr lang="en-US" b="1">
                <a:solidFill>
                  <a:schemeClr val="bg1"/>
                </a:solidFill>
              </a:rPr>
              <a:t>6. Choosing subnet masks</a:t>
            </a:r>
            <a:endParaRPr lang="en-US" b="1" dirty="0">
              <a:solidFill>
                <a:schemeClr val="bg1"/>
              </a:solidFill>
            </a:endParaRPr>
          </a:p>
        </p:txBody>
      </p:sp>
      <p:sp>
        <p:nvSpPr>
          <p:cNvPr id="3" name="Content Placeholder 2">
            <a:extLst>
              <a:ext uri="{FF2B5EF4-FFF2-40B4-BE49-F238E27FC236}">
                <a16:creationId xmlns:a16="http://schemas.microsoft.com/office/drawing/2014/main" id="{33E92BC7-C877-D7EF-572A-49C4723F74AE}"/>
              </a:ext>
            </a:extLst>
          </p:cNvPr>
          <p:cNvSpPr>
            <a:spLocks noGrp="1"/>
          </p:cNvSpPr>
          <p:nvPr>
            <p:ph idx="1"/>
          </p:nvPr>
        </p:nvSpPr>
        <p:spPr>
          <a:xfrm>
            <a:off x="4242534" y="142619"/>
            <a:ext cx="7953325" cy="6708987"/>
          </a:xfrm>
        </p:spPr>
        <p:txBody>
          <a:bodyPr vert="horz" lIns="91440" tIns="45720" rIns="91440" bIns="45720" rtlCol="0" anchor="t">
            <a:normAutofit fontScale="85000" lnSpcReduction="20000"/>
          </a:bodyPr>
          <a:lstStyle/>
          <a:p>
            <a:pPr marL="0" indent="0">
              <a:buNone/>
            </a:pPr>
            <a:r>
              <a:rPr lang="en-US" b="1"/>
              <a:t>Finding all subnets with subnet bits (S) &lt; 8:</a:t>
            </a:r>
            <a:endParaRPr lang="en-US" b="1" dirty="0"/>
          </a:p>
          <a:p>
            <a:pPr marL="514350" indent="-514350">
              <a:buAutoNum type="arabicPeriod"/>
            </a:pPr>
            <a:r>
              <a:rPr lang="en-US" dirty="0"/>
              <a:t>Find the interesting </a:t>
            </a:r>
            <a:r>
              <a:rPr lang="en-US"/>
              <a:t>octet in the DDN subnet mask. Which is the octet that is neither 255 nor 0.</a:t>
            </a:r>
            <a:endParaRPr lang="en-US" dirty="0"/>
          </a:p>
          <a:p>
            <a:pPr marL="457200" indent="-457200">
              <a:buAutoNum type="arabicPeriod"/>
            </a:pPr>
            <a:r>
              <a:rPr lang="en-US" dirty="0"/>
              <a:t>Find the magic number = 256 -  subnet mask's interesting octet value</a:t>
            </a:r>
          </a:p>
          <a:p>
            <a:pPr marL="457200" indent="-457200">
              <a:buAutoNum type="arabicPeriod"/>
            </a:pPr>
            <a:r>
              <a:rPr lang="en-US" dirty="0"/>
              <a:t>Find the classful network number or the zero subnet of the </a:t>
            </a:r>
            <a:r>
              <a:rPr lang="en-US" dirty="0" err="1"/>
              <a:t>ip</a:t>
            </a:r>
            <a:r>
              <a:rPr lang="en-US" dirty="0"/>
              <a:t> address. The zero subnet has all subnet bits set to zero.</a:t>
            </a:r>
          </a:p>
          <a:p>
            <a:pPr marL="457200" indent="-457200">
              <a:buAutoNum type="arabicPeriod"/>
            </a:pPr>
            <a:r>
              <a:rPr lang="en-US" dirty="0"/>
              <a:t>Find the </a:t>
            </a:r>
            <a:r>
              <a:rPr lang="en-US"/>
              <a:t>consecutive subnet numbers:</a:t>
            </a:r>
            <a:endParaRPr lang="en-US" dirty="0"/>
          </a:p>
          <a:p>
            <a:pPr marL="914400" lvl="1" indent="-457200">
              <a:buFont typeface="Courier New" panose="020B0604020202020204" pitchFamily="34" charset="0"/>
              <a:buChar char="o"/>
            </a:pPr>
            <a:r>
              <a:rPr lang="en-US" dirty="0"/>
              <a:t>For uninteresting octets copy the previous subnet number's value.</a:t>
            </a:r>
          </a:p>
          <a:p>
            <a:pPr marL="914400" lvl="1" indent="-457200">
              <a:buFont typeface="Courier New" panose="020B0604020202020204" pitchFamily="34" charset="0"/>
              <a:buChar char="o"/>
            </a:pPr>
            <a:r>
              <a:rPr lang="en-US" dirty="0"/>
              <a:t>For interesting octet add the magic number to previous subnet number's value </a:t>
            </a:r>
            <a:r>
              <a:rPr lang="en-US" dirty="0" err="1"/>
              <a:t>untill</a:t>
            </a:r>
            <a:r>
              <a:rPr lang="en-US" dirty="0"/>
              <a:t> the value reaches 256.</a:t>
            </a:r>
          </a:p>
          <a:p>
            <a:pPr marL="0" indent="0">
              <a:buNone/>
            </a:pPr>
            <a:r>
              <a:rPr lang="en-US" b="1"/>
              <a:t>Example Network 172.16.0.0, Mask 255.255.240.0</a:t>
            </a:r>
          </a:p>
          <a:p>
            <a:pPr marL="514350" indent="-514350">
              <a:buAutoNum type="arabicPeriod"/>
            </a:pPr>
            <a:r>
              <a:rPr lang="en-US" dirty="0"/>
              <a:t>3</a:t>
            </a:r>
            <a:r>
              <a:rPr lang="en-US" baseline="30000" dirty="0"/>
              <a:t>rd</a:t>
            </a:r>
            <a:r>
              <a:rPr lang="en-US" dirty="0"/>
              <a:t> octet is </a:t>
            </a:r>
            <a:r>
              <a:rPr lang="en-US"/>
              <a:t>the interesting octet.</a:t>
            </a:r>
            <a:endParaRPr lang="en-US" dirty="0"/>
          </a:p>
          <a:p>
            <a:pPr marL="514350" indent="-514350">
              <a:buAutoNum type="arabicPeriod"/>
            </a:pPr>
            <a:r>
              <a:rPr lang="en-US"/>
              <a:t>Magic number = 256-240 = 16</a:t>
            </a:r>
            <a:endParaRPr lang="en-US" dirty="0"/>
          </a:p>
          <a:p>
            <a:pPr marL="514350" indent="-514350">
              <a:buAutoNum type="arabicPeriod"/>
            </a:pPr>
            <a:r>
              <a:rPr lang="en-US"/>
              <a:t>172.16.0.0</a:t>
            </a:r>
            <a:endParaRPr lang="en-US" dirty="0"/>
          </a:p>
          <a:p>
            <a:pPr marL="514350" indent="-514350">
              <a:buAutoNum type="arabicPeriod"/>
            </a:pPr>
            <a:r>
              <a:rPr lang="en-US"/>
              <a:t>172.16.16.0, 172.16.32.0, 172.16.48.0, 172.16.64.0, 172.16.80.0, 172.16.96.0, 172.16.122.0  …..... 172.16.240.0</a:t>
            </a:r>
            <a:endParaRPr lang="en-US" dirty="0"/>
          </a:p>
          <a:p>
            <a:pPr marL="514350" indent="-514350">
              <a:buAutoNum type="arabicPeriod"/>
            </a:pPr>
            <a:endParaRPr lang="en-US" b="1" dirty="0"/>
          </a:p>
          <a:p>
            <a:pPr marL="457200" indent="-457200">
              <a:buAutoNum type="arabicPeriod"/>
            </a:pPr>
            <a:endParaRPr lang="en-US" dirty="0"/>
          </a:p>
          <a:p>
            <a:pPr marL="0" indent="0">
              <a:buNone/>
            </a:pPr>
            <a:endParaRPr lang="en-US" b="1" dirty="0"/>
          </a:p>
          <a:p>
            <a:pPr marL="0" indent="0" algn="just">
              <a:buNone/>
            </a:pPr>
            <a:endParaRPr lang="en-US" dirty="0"/>
          </a:p>
          <a:p>
            <a:pPr marL="0" indent="0" algn="just">
              <a:buNone/>
            </a:pPr>
            <a:endParaRPr lang="en-US" dirty="0"/>
          </a:p>
          <a:p>
            <a:pPr algn="just">
              <a:buAutoNum type="arabicPeriod"/>
            </a:pPr>
            <a:endParaRPr lang="en-US" dirty="0"/>
          </a:p>
          <a:p>
            <a:pPr>
              <a:buAutoNum type="arabicPeriod"/>
            </a:pPr>
            <a:endParaRPr lang="en-US" dirty="0"/>
          </a:p>
          <a:p>
            <a:pPr>
              <a:buAutoNum type="arabicPeriod"/>
            </a:pPr>
            <a:endParaRPr lang="en-US" dirty="0"/>
          </a:p>
          <a:p>
            <a:pPr>
              <a:buAutoNum type="arabicPeriod"/>
            </a:pPr>
            <a:endParaRPr lang="en-AU" dirty="0"/>
          </a:p>
        </p:txBody>
      </p:sp>
    </p:spTree>
    <p:extLst>
      <p:ext uri="{BB962C8B-B14F-4D97-AF65-F5344CB8AC3E}">
        <p14:creationId xmlns:p14="http://schemas.microsoft.com/office/powerpoint/2010/main" val="165821597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AEBD39-360D-9FDB-6A00-45927F2DEE0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F90F425-FE5C-0997-37CA-55C5C6D4B934}"/>
              </a:ext>
            </a:extLst>
          </p:cNvPr>
          <p:cNvSpPr>
            <a:spLocks noGrp="1"/>
          </p:cNvSpPr>
          <p:nvPr>
            <p:ph type="title"/>
          </p:nvPr>
        </p:nvSpPr>
        <p:spPr>
          <a:xfrm>
            <a:off x="1" y="0"/>
            <a:ext cx="4103914" cy="6858000"/>
          </a:xfrm>
          <a:solidFill>
            <a:schemeClr val="accent2"/>
          </a:solidFill>
        </p:spPr>
        <p:txBody>
          <a:bodyPr>
            <a:normAutofit/>
          </a:bodyPr>
          <a:lstStyle/>
          <a:p>
            <a:pPr algn="ctr"/>
            <a:r>
              <a:rPr lang="en-US" b="1">
                <a:solidFill>
                  <a:schemeClr val="bg1"/>
                </a:solidFill>
              </a:rPr>
              <a:t>6. Choosing subnet masks</a:t>
            </a:r>
            <a:endParaRPr lang="en-US" b="1" dirty="0">
              <a:solidFill>
                <a:schemeClr val="bg1"/>
              </a:solidFill>
            </a:endParaRPr>
          </a:p>
        </p:txBody>
      </p:sp>
      <p:sp>
        <p:nvSpPr>
          <p:cNvPr id="3" name="Content Placeholder 2">
            <a:extLst>
              <a:ext uri="{FF2B5EF4-FFF2-40B4-BE49-F238E27FC236}">
                <a16:creationId xmlns:a16="http://schemas.microsoft.com/office/drawing/2014/main" id="{DC321D91-0B62-D1AF-18AD-378612B48C73}"/>
              </a:ext>
            </a:extLst>
          </p:cNvPr>
          <p:cNvSpPr>
            <a:spLocks noGrp="1"/>
          </p:cNvSpPr>
          <p:nvPr>
            <p:ph idx="1"/>
          </p:nvPr>
        </p:nvSpPr>
        <p:spPr>
          <a:xfrm>
            <a:off x="4242534" y="142619"/>
            <a:ext cx="7953325" cy="6708987"/>
          </a:xfrm>
        </p:spPr>
        <p:txBody>
          <a:bodyPr vert="horz" lIns="91440" tIns="45720" rIns="91440" bIns="45720" rtlCol="0" anchor="t">
            <a:normAutofit/>
          </a:bodyPr>
          <a:lstStyle/>
          <a:p>
            <a:pPr marL="0" indent="0">
              <a:buNone/>
            </a:pPr>
            <a:r>
              <a:rPr lang="en-US" b="1" dirty="0"/>
              <a:t>Finding all </a:t>
            </a:r>
            <a:r>
              <a:rPr lang="en-US" b="1"/>
              <a:t>subnets with</a:t>
            </a:r>
            <a:r>
              <a:rPr lang="en-US" b="1" dirty="0"/>
              <a:t> subnet bits (S) = 8:</a:t>
            </a:r>
          </a:p>
          <a:p>
            <a:pPr marL="457200" indent="-457200"/>
            <a:r>
              <a:rPr lang="en-US" dirty="0"/>
              <a:t>With subnet bits (S) exactly </a:t>
            </a:r>
            <a:r>
              <a:rPr lang="en-US"/>
              <a:t>equal to 8, only two cases occur:</a:t>
            </a:r>
            <a:endParaRPr lang="en-US" dirty="0"/>
          </a:p>
          <a:p>
            <a:pPr marL="914400" lvl="1" indent="-457200">
              <a:buAutoNum type="arabicPeriod"/>
            </a:pPr>
            <a:r>
              <a:rPr lang="en-US" dirty="0"/>
              <a:t>Class A network with mask 255.255.0.0, </a:t>
            </a:r>
            <a:r>
              <a:rPr lang="en-US" err="1"/>
              <a:t>where</a:t>
            </a:r>
            <a:r>
              <a:rPr lang="en-US" dirty="0"/>
              <a:t> </a:t>
            </a:r>
            <a:r>
              <a:rPr lang="en-US"/>
              <a:t>entire second octet is subnet mask.</a:t>
            </a:r>
            <a:endParaRPr lang="en-US" dirty="0"/>
          </a:p>
          <a:p>
            <a:pPr marL="914400" lvl="1" indent="-457200">
              <a:buAutoNum type="arabicPeriod"/>
            </a:pPr>
            <a:r>
              <a:rPr lang="en-US" dirty="0"/>
              <a:t>Class B network with mask 255.255.255.0, where entire third </a:t>
            </a:r>
            <a:r>
              <a:rPr lang="en-US"/>
              <a:t>octet is subnet mask.</a:t>
            </a:r>
            <a:endParaRPr lang="en-US" dirty="0"/>
          </a:p>
          <a:p>
            <a:pPr marL="514350" indent="-514350"/>
            <a:r>
              <a:rPr lang="en-US" dirty="0"/>
              <a:t>For each case follow exactly same process as with less than 8 subnet </a:t>
            </a:r>
            <a:r>
              <a:rPr lang="en-US"/>
              <a:t>bits.</a:t>
            </a:r>
            <a:endParaRPr lang="en-US" dirty="0"/>
          </a:p>
          <a:p>
            <a:pPr marL="0" indent="0">
              <a:buNone/>
            </a:pPr>
            <a:r>
              <a:rPr lang="en-US" b="1"/>
              <a:t>Example 172.16.0.0, 255.255.255.0:</a:t>
            </a:r>
            <a:endParaRPr lang="en-US" b="1" dirty="0"/>
          </a:p>
          <a:p>
            <a:pPr marL="0" indent="0">
              <a:buNone/>
            </a:pPr>
            <a:r>
              <a:rPr lang="en-US" dirty="0"/>
              <a:t>Here, 3</a:t>
            </a:r>
            <a:r>
              <a:rPr lang="en-US" baseline="30000" dirty="0"/>
              <a:t>rd</a:t>
            </a:r>
            <a:r>
              <a:rPr lang="en-US" dirty="0"/>
              <a:t> octet is interesting </a:t>
            </a:r>
            <a:r>
              <a:rPr lang="en-US"/>
              <a:t>octet.</a:t>
            </a:r>
            <a:endParaRPr lang="en-US" dirty="0"/>
          </a:p>
          <a:p>
            <a:pPr marL="0" indent="0">
              <a:buNone/>
            </a:pPr>
            <a:r>
              <a:rPr lang="en-US"/>
              <a:t>Magic number = 256 – 255 =1</a:t>
            </a:r>
            <a:endParaRPr lang="en-US" dirty="0"/>
          </a:p>
          <a:p>
            <a:pPr marL="0" indent="0">
              <a:buNone/>
            </a:pPr>
            <a:r>
              <a:rPr lang="en-US"/>
              <a:t>Thus, 172.16.0.0, 172.16.1.0, 172.16.3.0 …........</a:t>
            </a:r>
            <a:endParaRPr lang="en-US" dirty="0"/>
          </a:p>
          <a:p>
            <a:pPr marL="0" indent="0">
              <a:buNone/>
            </a:pPr>
            <a:r>
              <a:rPr lang="en-US"/>
              <a:t>…... t</a:t>
            </a:r>
            <a:r>
              <a:rPr lang="en-US" dirty="0"/>
              <a:t>hrough to 172.16.255.0</a:t>
            </a:r>
          </a:p>
          <a:p>
            <a:pPr marL="0" indent="0">
              <a:buNone/>
            </a:pPr>
            <a:endParaRPr lang="en-US" b="1" dirty="0"/>
          </a:p>
          <a:p>
            <a:pPr marL="0" indent="0" algn="just">
              <a:buNone/>
            </a:pPr>
            <a:endParaRPr lang="en-US" dirty="0"/>
          </a:p>
          <a:p>
            <a:pPr marL="0" indent="0" algn="just">
              <a:buNone/>
            </a:pPr>
            <a:endParaRPr lang="en-US" dirty="0"/>
          </a:p>
          <a:p>
            <a:pPr algn="just"/>
            <a:endParaRPr lang="en-US" dirty="0"/>
          </a:p>
          <a:p>
            <a:endParaRPr lang="en-US" dirty="0"/>
          </a:p>
          <a:p>
            <a:endParaRPr lang="en-US" dirty="0"/>
          </a:p>
          <a:p>
            <a:endParaRPr lang="en-AU" dirty="0"/>
          </a:p>
        </p:txBody>
      </p:sp>
    </p:spTree>
    <p:extLst>
      <p:ext uri="{BB962C8B-B14F-4D97-AF65-F5344CB8AC3E}">
        <p14:creationId xmlns:p14="http://schemas.microsoft.com/office/powerpoint/2010/main" val="288513719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1269DB-063B-33B7-B037-721248BEF21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0C679C0-5341-B1D2-3CF1-A099A8E3DD51}"/>
              </a:ext>
            </a:extLst>
          </p:cNvPr>
          <p:cNvSpPr>
            <a:spLocks noGrp="1"/>
          </p:cNvSpPr>
          <p:nvPr>
            <p:ph type="title"/>
          </p:nvPr>
        </p:nvSpPr>
        <p:spPr>
          <a:xfrm>
            <a:off x="1" y="0"/>
            <a:ext cx="4103914" cy="6858000"/>
          </a:xfrm>
          <a:solidFill>
            <a:schemeClr val="accent2"/>
          </a:solidFill>
        </p:spPr>
        <p:txBody>
          <a:bodyPr>
            <a:normAutofit/>
          </a:bodyPr>
          <a:lstStyle/>
          <a:p>
            <a:pPr algn="ctr"/>
            <a:r>
              <a:rPr lang="en-US" b="1">
                <a:solidFill>
                  <a:schemeClr val="bg1"/>
                </a:solidFill>
              </a:rPr>
              <a:t>6. Choosing subnet masks</a:t>
            </a:r>
            <a:endParaRPr lang="en-US" b="1" dirty="0">
              <a:solidFill>
                <a:schemeClr val="bg1"/>
              </a:solidFill>
            </a:endParaRPr>
          </a:p>
        </p:txBody>
      </p:sp>
      <p:sp>
        <p:nvSpPr>
          <p:cNvPr id="3" name="Content Placeholder 2">
            <a:extLst>
              <a:ext uri="{FF2B5EF4-FFF2-40B4-BE49-F238E27FC236}">
                <a16:creationId xmlns:a16="http://schemas.microsoft.com/office/drawing/2014/main" id="{80AFAF05-255D-3CA2-F3C6-6166EDE83E57}"/>
              </a:ext>
            </a:extLst>
          </p:cNvPr>
          <p:cNvSpPr>
            <a:spLocks noGrp="1"/>
          </p:cNvSpPr>
          <p:nvPr>
            <p:ph idx="1"/>
          </p:nvPr>
        </p:nvSpPr>
        <p:spPr>
          <a:xfrm>
            <a:off x="4242534" y="142619"/>
            <a:ext cx="7953325" cy="6708987"/>
          </a:xfrm>
        </p:spPr>
        <p:txBody>
          <a:bodyPr vert="horz" lIns="91440" tIns="45720" rIns="91440" bIns="45720" rtlCol="0" anchor="t">
            <a:normAutofit fontScale="92500"/>
          </a:bodyPr>
          <a:lstStyle/>
          <a:p>
            <a:pPr marL="0" indent="0">
              <a:buNone/>
            </a:pPr>
            <a:r>
              <a:rPr lang="en-US" b="1"/>
              <a:t>Finding subnet IDs with subnet bits (S) &gt; 8:</a:t>
            </a:r>
            <a:endParaRPr lang="en-US"/>
          </a:p>
          <a:p>
            <a:pPr marL="457200" indent="-457200"/>
            <a:r>
              <a:rPr lang="en-US"/>
              <a:t>Process for 9 to 16 subnet bits, S = 9 to 16</a:t>
            </a:r>
          </a:p>
          <a:p>
            <a:pPr marL="914400" lvl="1" indent="-457200">
              <a:buAutoNum type="arabicPeriod"/>
            </a:pPr>
            <a:r>
              <a:rPr lang="en-US" dirty="0"/>
              <a:t>Calculate the subnet ID just as with 8 or less subnet bits. However, when it adds up to 256, move to the next step. Consider the subnet IDs </a:t>
            </a:r>
            <a:r>
              <a:rPr lang="en-US"/>
              <a:t>calculated as </a:t>
            </a:r>
            <a:r>
              <a:rPr lang="en-US" i="1"/>
              <a:t>subnet blocks.</a:t>
            </a:r>
            <a:endParaRPr lang="en-US" i="1" dirty="0"/>
          </a:p>
          <a:p>
            <a:pPr marL="914400" lvl="1" indent="-457200">
              <a:buAutoNum type="arabicPeriod"/>
            </a:pPr>
            <a:r>
              <a:rPr lang="en-US" dirty="0"/>
              <a:t>Copy the </a:t>
            </a:r>
            <a:r>
              <a:rPr lang="en-US" i="1" dirty="0"/>
              <a:t>subnet blocks </a:t>
            </a:r>
            <a:r>
              <a:rPr lang="en-US"/>
              <a:t>calculated in above steps but add 1 to the just-left-octet. Just-left-octet is the octet just left of the interesting octet.</a:t>
            </a:r>
            <a:endParaRPr lang="en-US" dirty="0"/>
          </a:p>
          <a:p>
            <a:pPr marL="914400" lvl="1" indent="-457200">
              <a:buAutoNum type="arabicPeriod"/>
            </a:pPr>
            <a:r>
              <a:rPr lang="en-US"/>
              <a:t>Repeat above steps until the just-left-octet reaches 255. </a:t>
            </a:r>
            <a:endParaRPr lang="en-US" dirty="0"/>
          </a:p>
          <a:p>
            <a:pPr marL="0" indent="0">
              <a:buNone/>
            </a:pPr>
            <a:r>
              <a:rPr lang="en-US" b="1"/>
              <a:t>Example 130.4.0.0 255.255.255.192</a:t>
            </a:r>
            <a:endParaRPr lang="en-US" b="1" dirty="0"/>
          </a:p>
          <a:p>
            <a:pPr marL="457200" lvl="1" indent="-457200">
              <a:buNone/>
            </a:pPr>
            <a:r>
              <a:rPr lang="en-US" dirty="0"/>
              <a:t>Since the network is class B network, N = 16, P = </a:t>
            </a:r>
            <a:r>
              <a:rPr lang="en-US"/>
              <a:t>/26 and </a:t>
            </a:r>
            <a:endParaRPr lang="en-US" dirty="0"/>
          </a:p>
          <a:p>
            <a:pPr marL="457200" lvl="1" indent="-457200">
              <a:buNone/>
            </a:pPr>
            <a:r>
              <a:rPr lang="en-US"/>
              <a:t>S = 26-16 = 10. Thus S &gt; 8.</a:t>
            </a:r>
            <a:endParaRPr lang="en-US" dirty="0"/>
          </a:p>
          <a:p>
            <a:pPr lvl="2" indent="-457200">
              <a:buAutoNum type="arabicPeriod"/>
            </a:pPr>
            <a:r>
              <a:rPr lang="en-US" dirty="0"/>
              <a:t>Interesting octet = 4</a:t>
            </a:r>
            <a:r>
              <a:rPr lang="en-US" baseline="30000" dirty="0"/>
              <a:t>th</a:t>
            </a:r>
            <a:r>
              <a:rPr lang="en-US" dirty="0"/>
              <a:t> octet. Magic number = 256 –192 = 64, </a:t>
            </a:r>
            <a:r>
              <a:rPr lang="en-US"/>
              <a:t>subnet IDs will be: 130.4.0.0, 130.4.0.64, 130.4.0.128, 130.4.0.192 Here </a:t>
            </a:r>
            <a:r>
              <a:rPr lang="en-US" i="1"/>
              <a:t>subnet blocks</a:t>
            </a:r>
            <a:r>
              <a:rPr lang="en-US"/>
              <a:t> =  0,64,128,192</a:t>
            </a:r>
            <a:endParaRPr lang="en-US" dirty="0"/>
          </a:p>
          <a:p>
            <a:pPr lvl="2" indent="-457200">
              <a:buAutoNum type="arabicPeriod"/>
            </a:pPr>
            <a:r>
              <a:rPr lang="en-US" dirty="0"/>
              <a:t>Subnet IDs = 130.4.1.0, 130.4.1.64, 130.4.1.128, 130.4.1.192, 130.4.2.0, 130.4.2.64, 130.4.2.128 …....and so on until the third octet (just-left-octet) reaches 255. </a:t>
            </a:r>
            <a:r>
              <a:rPr lang="en-US" dirty="0" err="1"/>
              <a:t>I.e</a:t>
            </a:r>
            <a:r>
              <a:rPr lang="en-US" dirty="0"/>
              <a:t>, 130.4.255.0,130.4.255.64,130.4.255.128,130.4.255.192 and stop.</a:t>
            </a:r>
          </a:p>
          <a:p>
            <a:endParaRPr lang="en-US" dirty="0"/>
          </a:p>
          <a:p>
            <a:pPr marL="0" indent="0">
              <a:buNone/>
            </a:pPr>
            <a:endParaRPr lang="en-US" b="1" dirty="0"/>
          </a:p>
          <a:p>
            <a:pPr marL="0" indent="0" algn="just">
              <a:buNone/>
            </a:pPr>
            <a:endParaRPr lang="en-US" dirty="0"/>
          </a:p>
          <a:p>
            <a:pPr marL="0" indent="0" algn="just">
              <a:buNone/>
            </a:pPr>
            <a:endParaRPr lang="en-US" dirty="0"/>
          </a:p>
          <a:p>
            <a:pPr algn="just"/>
            <a:endParaRPr lang="en-US" dirty="0"/>
          </a:p>
          <a:p>
            <a:endParaRPr lang="en-US" dirty="0"/>
          </a:p>
          <a:p>
            <a:endParaRPr lang="en-US" dirty="0"/>
          </a:p>
          <a:p>
            <a:endParaRPr lang="en-AU" dirty="0"/>
          </a:p>
        </p:txBody>
      </p:sp>
    </p:spTree>
    <p:extLst>
      <p:ext uri="{BB962C8B-B14F-4D97-AF65-F5344CB8AC3E}">
        <p14:creationId xmlns:p14="http://schemas.microsoft.com/office/powerpoint/2010/main" val="363178835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6AFA91-5120-5E72-E7F4-768F6B78F09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30DE017-EF38-2EDA-2952-42B3FBBBEC1C}"/>
              </a:ext>
            </a:extLst>
          </p:cNvPr>
          <p:cNvSpPr>
            <a:spLocks noGrp="1"/>
          </p:cNvSpPr>
          <p:nvPr>
            <p:ph type="title"/>
          </p:nvPr>
        </p:nvSpPr>
        <p:spPr>
          <a:xfrm>
            <a:off x="1" y="0"/>
            <a:ext cx="4103914" cy="6858000"/>
          </a:xfrm>
          <a:solidFill>
            <a:schemeClr val="accent2"/>
          </a:solidFill>
        </p:spPr>
        <p:txBody>
          <a:bodyPr>
            <a:normAutofit/>
          </a:bodyPr>
          <a:lstStyle/>
          <a:p>
            <a:pPr algn="ctr"/>
            <a:r>
              <a:rPr lang="en-US" b="1">
                <a:solidFill>
                  <a:schemeClr val="bg1"/>
                </a:solidFill>
              </a:rPr>
              <a:t>6. Choosing subnet masks</a:t>
            </a:r>
            <a:endParaRPr lang="en-US" b="1" dirty="0">
              <a:solidFill>
                <a:schemeClr val="bg1"/>
              </a:solidFill>
            </a:endParaRPr>
          </a:p>
        </p:txBody>
      </p:sp>
      <p:sp>
        <p:nvSpPr>
          <p:cNvPr id="3" name="Content Placeholder 2">
            <a:extLst>
              <a:ext uri="{FF2B5EF4-FFF2-40B4-BE49-F238E27FC236}">
                <a16:creationId xmlns:a16="http://schemas.microsoft.com/office/drawing/2014/main" id="{F62C6BF1-5F53-8E3D-AC5F-AB6DA898D585}"/>
              </a:ext>
            </a:extLst>
          </p:cNvPr>
          <p:cNvSpPr>
            <a:spLocks noGrp="1"/>
          </p:cNvSpPr>
          <p:nvPr>
            <p:ph idx="1"/>
          </p:nvPr>
        </p:nvSpPr>
        <p:spPr>
          <a:xfrm>
            <a:off x="4242534" y="142619"/>
            <a:ext cx="7953325" cy="6708987"/>
          </a:xfrm>
        </p:spPr>
        <p:txBody>
          <a:bodyPr vert="horz" lIns="91440" tIns="45720" rIns="91440" bIns="45720" rtlCol="0" anchor="t">
            <a:normAutofit/>
          </a:bodyPr>
          <a:lstStyle/>
          <a:p>
            <a:pPr marL="0" indent="0">
              <a:buNone/>
            </a:pPr>
            <a:endParaRPr lang="en-US" sz="1900" b="0" i="0" u="none" strike="noStrike" baseline="0" dirty="0">
              <a:solidFill>
                <a:srgbClr val="000000"/>
              </a:solidFill>
              <a:latin typeface="Aptos"/>
              <a:ea typeface="Aptos"/>
              <a:cs typeface="Aptos"/>
            </a:endParaRPr>
          </a:p>
          <a:p>
            <a:pPr marL="0" indent="0">
              <a:buNone/>
            </a:pPr>
            <a:r>
              <a:rPr lang="en-US" sz="3400" b="1"/>
              <a:t>Finding subnet IDs with subnet bits (S) &gt; 8:</a:t>
            </a:r>
            <a:endParaRPr lang="en-US" sz="3400"/>
          </a:p>
          <a:p>
            <a:pPr marL="457200" indent="-457200"/>
            <a:r>
              <a:rPr lang="en-US"/>
              <a:t>Process for subnet bits, S ≥ 17. Since S ≥ 17, the subnet bits </a:t>
            </a:r>
            <a:r>
              <a:rPr lang="en-US" dirty="0"/>
              <a:t>extend to 2</a:t>
            </a:r>
            <a:r>
              <a:rPr lang="en-US" baseline="30000" dirty="0"/>
              <a:t>nd</a:t>
            </a:r>
            <a:r>
              <a:rPr lang="en-US" dirty="0"/>
              <a:t> and 3</a:t>
            </a:r>
            <a:r>
              <a:rPr lang="en-US" baseline="30000" dirty="0"/>
              <a:t>rd</a:t>
            </a:r>
            <a:r>
              <a:rPr lang="en-US" dirty="0"/>
              <a:t> </a:t>
            </a:r>
            <a:r>
              <a:rPr lang="en-US"/>
              <a:t>octet,</a:t>
            </a:r>
            <a:r>
              <a:rPr lang="en-US" dirty="0"/>
              <a:t> and 4</a:t>
            </a:r>
            <a:r>
              <a:rPr lang="en-US" baseline="30000" dirty="0"/>
              <a:t>th</a:t>
            </a:r>
            <a:r>
              <a:rPr lang="en-US" dirty="0"/>
              <a:t> octet is the interesting octet.</a:t>
            </a:r>
            <a:endParaRPr lang="en-AU"/>
          </a:p>
          <a:p>
            <a:pPr marL="914400" lvl="1" indent="-457200">
              <a:buAutoNum type="arabicPeriod"/>
            </a:pPr>
            <a:r>
              <a:rPr lang="en-US" dirty="0"/>
              <a:t>Calculate the subnet ID just as with 8 or less subnet bits. However, when it adds up to 256, move to the next step. Consider the subnet IDs </a:t>
            </a:r>
            <a:r>
              <a:rPr lang="en-US"/>
              <a:t>calculated as </a:t>
            </a:r>
            <a:r>
              <a:rPr lang="en-US" i="1"/>
              <a:t>subnet blocks.</a:t>
            </a:r>
            <a:endParaRPr lang="en-US" i="1" dirty="0"/>
          </a:p>
          <a:p>
            <a:pPr marL="914400" lvl="1" indent="-457200">
              <a:buAutoNum type="arabicPeriod"/>
            </a:pPr>
            <a:r>
              <a:rPr lang="en-US" dirty="0"/>
              <a:t>Copy the </a:t>
            </a:r>
            <a:r>
              <a:rPr lang="en-US" i="1" dirty="0"/>
              <a:t>subnet blocks </a:t>
            </a:r>
            <a:r>
              <a:rPr lang="en-US"/>
              <a:t>calculated in above steps but add 1 to the 3</a:t>
            </a:r>
            <a:r>
              <a:rPr lang="en-US" baseline="30000"/>
              <a:t>rd</a:t>
            </a:r>
            <a:r>
              <a:rPr lang="en-US"/>
              <a:t> octet. </a:t>
            </a:r>
            <a:endParaRPr lang="en-US" dirty="0"/>
          </a:p>
          <a:p>
            <a:pPr marL="914400" lvl="1" indent="-457200">
              <a:buAutoNum type="arabicPeriod"/>
            </a:pPr>
            <a:r>
              <a:rPr lang="en-US"/>
              <a:t>Repeat above steps until 3</a:t>
            </a:r>
            <a:r>
              <a:rPr lang="en-US" baseline="30000"/>
              <a:t>rd</a:t>
            </a:r>
            <a:r>
              <a:rPr lang="en-US"/>
              <a:t> octet reaches 255. </a:t>
            </a:r>
            <a:endParaRPr lang="en-US" dirty="0"/>
          </a:p>
          <a:p>
            <a:pPr marL="914400" lvl="1" indent="-457200">
              <a:buAutoNum type="arabicPeriod"/>
            </a:pPr>
            <a:r>
              <a:rPr lang="en-US"/>
              <a:t>Add 1 to 2</a:t>
            </a:r>
            <a:r>
              <a:rPr lang="en-US" baseline="30000"/>
              <a:t>nd</a:t>
            </a:r>
            <a:r>
              <a:rPr lang="en-US"/>
              <a:t> octet and repeat steps 2 &amp; 3.</a:t>
            </a:r>
            <a:endParaRPr lang="en-US" dirty="0"/>
          </a:p>
          <a:p>
            <a:pPr marL="914400" lvl="1" indent="-457200">
              <a:buAutoNum type="arabicPeriod"/>
            </a:pPr>
            <a:r>
              <a:rPr lang="en-US" dirty="0"/>
              <a:t>Repeat step 4 </a:t>
            </a:r>
            <a:r>
              <a:rPr lang="en-US"/>
              <a:t>until</a:t>
            </a:r>
            <a:r>
              <a:rPr lang="en-US" dirty="0"/>
              <a:t> it reaches 255</a:t>
            </a:r>
            <a:endParaRPr lang="en-AU"/>
          </a:p>
          <a:p>
            <a:pPr marL="0" indent="0">
              <a:buNone/>
            </a:pPr>
            <a:endParaRPr lang="en-US" dirty="0"/>
          </a:p>
          <a:p>
            <a:pPr lvl="2" indent="-457200">
              <a:buAutoNum type="arabicPeriod"/>
            </a:pPr>
            <a:endParaRPr lang="en-US" dirty="0"/>
          </a:p>
          <a:p>
            <a:endParaRPr lang="en-US" dirty="0"/>
          </a:p>
          <a:p>
            <a:pPr marL="0" indent="0">
              <a:buNone/>
            </a:pPr>
            <a:endParaRPr lang="en-US" b="1" dirty="0"/>
          </a:p>
          <a:p>
            <a:pPr marL="0" indent="0" algn="just">
              <a:buNone/>
            </a:pPr>
            <a:endParaRPr lang="en-US" dirty="0"/>
          </a:p>
          <a:p>
            <a:pPr marL="0" indent="0" algn="just">
              <a:buNone/>
            </a:pPr>
            <a:endParaRPr lang="en-US" dirty="0"/>
          </a:p>
          <a:p>
            <a:pPr algn="just"/>
            <a:endParaRPr lang="en-US" dirty="0"/>
          </a:p>
          <a:p>
            <a:endParaRPr lang="en-US" dirty="0"/>
          </a:p>
          <a:p>
            <a:endParaRPr lang="en-US" dirty="0"/>
          </a:p>
          <a:p>
            <a:endParaRPr lang="en-AU" dirty="0"/>
          </a:p>
        </p:txBody>
      </p:sp>
    </p:spTree>
    <p:extLst>
      <p:ext uri="{BB962C8B-B14F-4D97-AF65-F5344CB8AC3E}">
        <p14:creationId xmlns:p14="http://schemas.microsoft.com/office/powerpoint/2010/main" val="284608704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99DAC8-13F2-11EC-C127-0A557B6B88B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263D353-7EC8-DE14-2438-AFB61FF45310}"/>
              </a:ext>
            </a:extLst>
          </p:cNvPr>
          <p:cNvSpPr>
            <a:spLocks noGrp="1"/>
          </p:cNvSpPr>
          <p:nvPr>
            <p:ph type="title"/>
          </p:nvPr>
        </p:nvSpPr>
        <p:spPr>
          <a:xfrm>
            <a:off x="1" y="0"/>
            <a:ext cx="4103914" cy="6858000"/>
          </a:xfrm>
          <a:solidFill>
            <a:schemeClr val="accent2"/>
          </a:solidFill>
        </p:spPr>
        <p:txBody>
          <a:bodyPr>
            <a:normAutofit/>
          </a:bodyPr>
          <a:lstStyle/>
          <a:p>
            <a:pPr algn="ctr"/>
            <a:r>
              <a:rPr lang="en-US" b="1">
                <a:solidFill>
                  <a:schemeClr val="bg1"/>
                </a:solidFill>
              </a:rPr>
              <a:t>6. Choosing subnet masks</a:t>
            </a:r>
            <a:endParaRPr lang="en-US" b="1" dirty="0">
              <a:solidFill>
                <a:schemeClr val="bg1"/>
              </a:solidFill>
            </a:endParaRPr>
          </a:p>
        </p:txBody>
      </p:sp>
      <p:sp>
        <p:nvSpPr>
          <p:cNvPr id="3" name="Content Placeholder 2">
            <a:extLst>
              <a:ext uri="{FF2B5EF4-FFF2-40B4-BE49-F238E27FC236}">
                <a16:creationId xmlns:a16="http://schemas.microsoft.com/office/drawing/2014/main" id="{62004BB8-65A8-71EC-9332-934520B1B737}"/>
              </a:ext>
            </a:extLst>
          </p:cNvPr>
          <p:cNvSpPr>
            <a:spLocks noGrp="1"/>
          </p:cNvSpPr>
          <p:nvPr>
            <p:ph idx="1"/>
          </p:nvPr>
        </p:nvSpPr>
        <p:spPr>
          <a:xfrm>
            <a:off x="4242534" y="142619"/>
            <a:ext cx="7953325" cy="6708987"/>
          </a:xfrm>
        </p:spPr>
        <p:txBody>
          <a:bodyPr vert="horz" lIns="91440" tIns="45720" rIns="91440" bIns="45720" rtlCol="0" anchor="t">
            <a:normAutofit fontScale="92500"/>
          </a:bodyPr>
          <a:lstStyle/>
          <a:p>
            <a:pPr marL="0" indent="0">
              <a:buNone/>
            </a:pPr>
            <a:r>
              <a:rPr lang="en-US" sz="3400" b="1"/>
              <a:t>Finding sub</a:t>
            </a:r>
            <a:r>
              <a:rPr lang="en-US" b="1"/>
              <a:t>net ID</a:t>
            </a:r>
            <a:r>
              <a:rPr lang="en-US" sz="3400" b="1"/>
              <a:t>s with subnet bits (S) &gt; 8:</a:t>
            </a:r>
            <a:endParaRPr lang="en-US" sz="3400"/>
          </a:p>
          <a:p>
            <a:pPr marL="0" indent="0">
              <a:buNone/>
            </a:pPr>
            <a:r>
              <a:rPr lang="en-US" b="1"/>
              <a:t>Example 10.0.0.0 255.255.255.192</a:t>
            </a:r>
            <a:endParaRPr lang="en-US"/>
          </a:p>
          <a:p>
            <a:pPr marL="457200" lvl="1" indent="-457200">
              <a:buNone/>
            </a:pPr>
            <a:r>
              <a:rPr lang="en-US" sz="2800"/>
              <a:t>Since the network is class B network, N = 8, P = /26</a:t>
            </a:r>
            <a:endParaRPr lang="en-AU" sz="2800"/>
          </a:p>
          <a:p>
            <a:pPr marL="457200" lvl="1" indent="-457200">
              <a:buNone/>
            </a:pPr>
            <a:r>
              <a:rPr lang="en-US" sz="2800"/>
              <a:t>and S = 26-8 = 18. Thus S &gt; 16.</a:t>
            </a:r>
            <a:endParaRPr lang="en-AU" sz="2800"/>
          </a:p>
          <a:p>
            <a:pPr marL="571500" indent="-457200">
              <a:buAutoNum type="arabicPeriod"/>
            </a:pPr>
            <a:r>
              <a:rPr lang="en-US" sz="2400"/>
              <a:t>Interesting octet = 4</a:t>
            </a:r>
            <a:r>
              <a:rPr lang="en-US" sz="2400" baseline="30000"/>
              <a:t>th</a:t>
            </a:r>
            <a:r>
              <a:rPr lang="en-US" sz="2400"/>
              <a:t> octet. Magic number = 256 –192 = 64, subnet IDs will be: 10.0.0.0,10.0.0.64, 10.0.0.128, 10.0.0.192 Here </a:t>
            </a:r>
            <a:r>
              <a:rPr lang="en-US" sz="2400" i="1"/>
              <a:t>subnet blocks</a:t>
            </a:r>
            <a:r>
              <a:rPr lang="en-US" sz="2400" dirty="0"/>
              <a:t> </a:t>
            </a:r>
            <a:r>
              <a:rPr lang="en-US" sz="2400"/>
              <a:t>=  0,64,128,192</a:t>
            </a:r>
            <a:endParaRPr lang="en-US" sz="2400" dirty="0"/>
          </a:p>
          <a:p>
            <a:pPr marL="571500" indent="-457200">
              <a:buAutoNum type="arabicPeriod"/>
            </a:pPr>
            <a:r>
              <a:rPr lang="en-US" sz="2400"/>
              <a:t>Subnet IDs = 10.0.1.0, 10.0.1.64, 10.0.1.128, 10.0.1.192, 10.0.2.0, 10.0.2.64, 10.0.2.128, 10.0.2.192…....and so on </a:t>
            </a:r>
            <a:endParaRPr lang="en-AU" sz="2400"/>
          </a:p>
          <a:p>
            <a:pPr marL="571500" indent="-457200">
              <a:buAutoNum type="arabicPeriod"/>
            </a:pPr>
            <a:r>
              <a:rPr lang="en-US" sz="2400" dirty="0"/>
              <a:t>Repeat above until the third octet reaches 255. </a:t>
            </a:r>
            <a:r>
              <a:rPr lang="en-US" sz="2400" dirty="0" err="1"/>
              <a:t>I.e</a:t>
            </a:r>
            <a:r>
              <a:rPr lang="en-US" sz="2400" dirty="0"/>
              <a:t>, 10.0.255.0, 10.0.255.64, 10.0.255.128, 10.0.255.192</a:t>
            </a:r>
            <a:endParaRPr lang="en-AU" sz="2400"/>
          </a:p>
          <a:p>
            <a:pPr marL="571500" indent="-457200">
              <a:buAutoNum type="arabicPeriod"/>
            </a:pPr>
            <a:r>
              <a:rPr lang="en-US" sz="2400"/>
              <a:t>10.1.0.0,10.1.0.64,10.1.0.128,10.1.0.192,10.1.1.0,10.1.1.64,10.1.1.128,10.1.1.192 ….... so on until 10.1.255.0,10.1.255.64,10.1.255.128,10.1.255.192</a:t>
            </a:r>
            <a:endParaRPr lang="en-US" sz="2400" dirty="0"/>
          </a:p>
          <a:p>
            <a:pPr marL="571500" indent="-457200">
              <a:buAutoNum type="arabicPeriod"/>
            </a:pPr>
            <a:r>
              <a:rPr lang="en-US" sz="2400"/>
              <a:t>10.2.0.0,10.2.0.64,10.2.0.128,10.2.0.192,10.2.1.0,10.2.1.64,10.2.1.128,10.2.1.192 ….... so on until 10.255.255.0,10.255.255.64,10.255.255.128,10.255.255.192</a:t>
            </a:r>
          </a:p>
          <a:p>
            <a:pPr marL="0" indent="0">
              <a:buNone/>
            </a:pPr>
            <a:endParaRPr lang="en-US" dirty="0"/>
          </a:p>
          <a:p>
            <a:pPr marL="0" indent="0">
              <a:buNone/>
            </a:pPr>
            <a:endParaRPr lang="en-US" dirty="0"/>
          </a:p>
          <a:p>
            <a:pPr lvl="2" indent="-457200">
              <a:buAutoNum type="arabicPeriod"/>
            </a:pPr>
            <a:endParaRPr lang="en-US" dirty="0"/>
          </a:p>
          <a:p>
            <a:pPr>
              <a:buAutoNum type="arabicPeriod"/>
            </a:pPr>
            <a:endParaRPr lang="en-US" dirty="0"/>
          </a:p>
          <a:p>
            <a:pPr marL="0" indent="0">
              <a:buNone/>
            </a:pPr>
            <a:endParaRPr lang="en-US" b="1" dirty="0"/>
          </a:p>
          <a:p>
            <a:pPr marL="0" indent="0" algn="just">
              <a:buNone/>
            </a:pPr>
            <a:endParaRPr lang="en-US" dirty="0"/>
          </a:p>
          <a:p>
            <a:pPr marL="0" indent="0" algn="just">
              <a:buNone/>
            </a:pPr>
            <a:endParaRPr lang="en-US" dirty="0"/>
          </a:p>
          <a:p>
            <a:pPr algn="just">
              <a:buAutoNum type="arabicPeriod"/>
            </a:pPr>
            <a:endParaRPr lang="en-US" dirty="0"/>
          </a:p>
          <a:p>
            <a:pPr>
              <a:buAutoNum type="arabicPeriod"/>
            </a:pPr>
            <a:endParaRPr lang="en-US" dirty="0"/>
          </a:p>
          <a:p>
            <a:pPr>
              <a:buAutoNum type="arabicPeriod"/>
            </a:pPr>
            <a:endParaRPr lang="en-US" dirty="0"/>
          </a:p>
          <a:p>
            <a:pPr>
              <a:buAutoNum type="arabicPeriod"/>
            </a:pPr>
            <a:endParaRPr lang="en-AU" dirty="0"/>
          </a:p>
        </p:txBody>
      </p:sp>
    </p:spTree>
    <p:extLst>
      <p:ext uri="{BB962C8B-B14F-4D97-AF65-F5344CB8AC3E}">
        <p14:creationId xmlns:p14="http://schemas.microsoft.com/office/powerpoint/2010/main" val="32331882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165691-FA93-E287-D3C2-2EAD5AC35B4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0DC5285-0A83-307F-52FD-9B91EB084323}"/>
              </a:ext>
            </a:extLst>
          </p:cNvPr>
          <p:cNvSpPr>
            <a:spLocks noGrp="1"/>
          </p:cNvSpPr>
          <p:nvPr>
            <p:ph type="title"/>
          </p:nvPr>
        </p:nvSpPr>
        <p:spPr>
          <a:xfrm>
            <a:off x="1" y="0"/>
            <a:ext cx="4103914" cy="6858000"/>
          </a:xfrm>
          <a:solidFill>
            <a:schemeClr val="accent2"/>
          </a:solidFill>
        </p:spPr>
        <p:txBody>
          <a:bodyPr>
            <a:normAutofit/>
          </a:bodyPr>
          <a:lstStyle/>
          <a:p>
            <a:pPr algn="ctr"/>
            <a:r>
              <a:rPr lang="en-US" b="1">
                <a:solidFill>
                  <a:schemeClr val="bg1"/>
                </a:solidFill>
              </a:rPr>
              <a:t>7. V LSM</a:t>
            </a:r>
            <a:endParaRPr lang="en-US" b="1" dirty="0">
              <a:solidFill>
                <a:schemeClr val="bg1"/>
              </a:solidFill>
            </a:endParaRPr>
          </a:p>
        </p:txBody>
      </p:sp>
      <p:sp>
        <p:nvSpPr>
          <p:cNvPr id="3" name="Content Placeholder 2">
            <a:extLst>
              <a:ext uri="{FF2B5EF4-FFF2-40B4-BE49-F238E27FC236}">
                <a16:creationId xmlns:a16="http://schemas.microsoft.com/office/drawing/2014/main" id="{DC13090F-3964-8971-0FA5-C15405586AC2}"/>
              </a:ext>
            </a:extLst>
          </p:cNvPr>
          <p:cNvSpPr>
            <a:spLocks noGrp="1"/>
          </p:cNvSpPr>
          <p:nvPr>
            <p:ph idx="1"/>
          </p:nvPr>
        </p:nvSpPr>
        <p:spPr>
          <a:xfrm>
            <a:off x="4223949" y="86863"/>
            <a:ext cx="7823228" cy="4302186"/>
          </a:xfrm>
        </p:spPr>
        <p:txBody>
          <a:bodyPr vert="horz" lIns="91440" tIns="45720" rIns="91440" bIns="45720" rtlCol="0" anchor="t">
            <a:normAutofit fontScale="85000" lnSpcReduction="20000"/>
          </a:bodyPr>
          <a:lstStyle/>
          <a:p>
            <a:pPr marL="0" indent="0">
              <a:buNone/>
            </a:pPr>
            <a:r>
              <a:rPr lang="en-US" sz="3400" b="1" dirty="0"/>
              <a:t>Variable Length Subnet </a:t>
            </a:r>
            <a:r>
              <a:rPr lang="en-US" sz="3400" b="1"/>
              <a:t>Mask (VLSM):</a:t>
            </a:r>
            <a:endParaRPr lang="en-US" sz="3400"/>
          </a:p>
          <a:p>
            <a:pPr marL="0" indent="0">
              <a:buNone/>
            </a:pPr>
            <a:r>
              <a:rPr lang="en-US"/>
              <a:t>VLSM is using more than one subnet mask in a single classful network.</a:t>
            </a:r>
            <a:endParaRPr lang="en-US" dirty="0"/>
          </a:p>
          <a:p>
            <a:pPr marL="0" indent="0">
              <a:buNone/>
            </a:pPr>
            <a:r>
              <a:rPr lang="en-US"/>
              <a:t>Example: 10.0.0.0/24 and 10.1.1.0/30 is VLSM</a:t>
            </a:r>
            <a:endParaRPr lang="en-US" dirty="0"/>
          </a:p>
          <a:p>
            <a:pPr marL="0" indent="0">
              <a:buNone/>
            </a:pPr>
            <a:r>
              <a:rPr lang="en-US" dirty="0"/>
              <a:t>10.0.0.0/24 and 11.0.1.0/30 is not VLSM because they are in diffe</a:t>
            </a:r>
            <a:r>
              <a:rPr lang="en-US"/>
              <a:t>rent class A network.</a:t>
            </a:r>
            <a:endParaRPr lang="en-US" dirty="0"/>
          </a:p>
          <a:p>
            <a:pPr marL="0" indent="0">
              <a:buNone/>
            </a:pPr>
            <a:r>
              <a:rPr lang="en-US" b="1"/>
              <a:t>Finding VLSM Overlaps:</a:t>
            </a:r>
            <a:endParaRPr lang="en-US" b="1" dirty="0"/>
          </a:p>
          <a:p>
            <a:pPr marL="514350" indent="-514350">
              <a:buAutoNum type="arabicPeriod"/>
            </a:pPr>
            <a:r>
              <a:rPr lang="en-US" dirty="0"/>
              <a:t>Find subnet ID and subnet broadcast address </a:t>
            </a:r>
            <a:r>
              <a:rPr lang="en-US"/>
              <a:t>for each subnets of the internetwork.</a:t>
            </a:r>
            <a:endParaRPr lang="en-US" dirty="0"/>
          </a:p>
          <a:p>
            <a:pPr marL="514350" indent="-514350">
              <a:buAutoNum type="arabicPeriod"/>
            </a:pPr>
            <a:r>
              <a:rPr lang="en-US"/>
              <a:t>For each subnets, check if any two subnets overlap.</a:t>
            </a:r>
            <a:endParaRPr lang="en-US" dirty="0"/>
          </a:p>
          <a:p>
            <a:pPr marL="0" indent="0">
              <a:buNone/>
            </a:pPr>
            <a:r>
              <a:rPr lang="en-US" b="1" dirty="0"/>
              <a:t>Example network with </a:t>
            </a:r>
            <a:r>
              <a:rPr lang="en-US" b="1" dirty="0" err="1"/>
              <a:t>ip</a:t>
            </a:r>
            <a:r>
              <a:rPr lang="en-US" b="1" dirty="0"/>
              <a:t> address configured: </a:t>
            </a:r>
            <a:r>
              <a:rPr lang="en-US" dirty="0"/>
              <a:t>Overlapping subnets are shown in red</a:t>
            </a:r>
          </a:p>
          <a:p>
            <a:pPr marL="0" indent="0">
              <a:buNone/>
            </a:pPr>
            <a:endParaRPr lang="en-US" dirty="0"/>
          </a:p>
          <a:p>
            <a:pPr marL="0" indent="0">
              <a:buNone/>
            </a:pPr>
            <a:endParaRPr lang="en-US" dirty="0"/>
          </a:p>
          <a:p>
            <a:pPr lvl="2" indent="-457200">
              <a:buAutoNum type="arabicPeriod"/>
            </a:pPr>
            <a:endParaRPr lang="en-US" dirty="0"/>
          </a:p>
          <a:p>
            <a:pPr>
              <a:buAutoNum type="arabicPeriod"/>
            </a:pPr>
            <a:endParaRPr lang="en-US" dirty="0"/>
          </a:p>
          <a:p>
            <a:pPr marL="0" indent="0">
              <a:buNone/>
            </a:pPr>
            <a:endParaRPr lang="en-US" b="1" dirty="0"/>
          </a:p>
          <a:p>
            <a:pPr marL="0" indent="0" algn="just">
              <a:buNone/>
            </a:pPr>
            <a:endParaRPr lang="en-US" dirty="0"/>
          </a:p>
          <a:p>
            <a:pPr marL="0" indent="0" algn="just">
              <a:buNone/>
            </a:pPr>
            <a:endParaRPr lang="en-US" dirty="0"/>
          </a:p>
          <a:p>
            <a:pPr algn="just">
              <a:buAutoNum type="arabicPeriod"/>
            </a:pPr>
            <a:endParaRPr lang="en-US" dirty="0"/>
          </a:p>
          <a:p>
            <a:pPr>
              <a:buAutoNum type="arabicPeriod"/>
            </a:pPr>
            <a:endParaRPr lang="en-US" dirty="0"/>
          </a:p>
          <a:p>
            <a:pPr>
              <a:buAutoNum type="arabicPeriod"/>
            </a:pPr>
            <a:endParaRPr lang="en-US" dirty="0"/>
          </a:p>
          <a:p>
            <a:pPr>
              <a:buAutoNum type="arabicPeriod"/>
            </a:pPr>
            <a:endParaRPr lang="en-AU" dirty="0"/>
          </a:p>
        </p:txBody>
      </p:sp>
      <p:graphicFrame>
        <p:nvGraphicFramePr>
          <p:cNvPr id="4" name="Table 3">
            <a:extLst>
              <a:ext uri="{FF2B5EF4-FFF2-40B4-BE49-F238E27FC236}">
                <a16:creationId xmlns:a16="http://schemas.microsoft.com/office/drawing/2014/main" id="{BB85E5BD-98DA-FA63-2458-7635C498530C}"/>
              </a:ext>
            </a:extLst>
          </p:cNvPr>
          <p:cNvGraphicFramePr>
            <a:graphicFrameLocks noGrp="1"/>
          </p:cNvGraphicFramePr>
          <p:nvPr>
            <p:extLst>
              <p:ext uri="{D42A27DB-BD31-4B8C-83A1-F6EECF244321}">
                <p14:modId xmlns:p14="http://schemas.microsoft.com/office/powerpoint/2010/main" val="3507291789"/>
              </p:ext>
            </p:extLst>
          </p:nvPr>
        </p:nvGraphicFramePr>
        <p:xfrm>
          <a:off x="4348655" y="4266622"/>
          <a:ext cx="7119534" cy="2194560"/>
        </p:xfrm>
        <a:graphic>
          <a:graphicData uri="http://schemas.openxmlformats.org/drawingml/2006/table">
            <a:tbl>
              <a:tblPr firstRow="1" bandRow="1">
                <a:tableStyleId>{5C22544A-7EE6-4342-B048-85BDC9FD1C3A}</a:tableStyleId>
              </a:tblPr>
              <a:tblGrid>
                <a:gridCol w="2373178">
                  <a:extLst>
                    <a:ext uri="{9D8B030D-6E8A-4147-A177-3AD203B41FA5}">
                      <a16:colId xmlns:a16="http://schemas.microsoft.com/office/drawing/2014/main" val="3361455571"/>
                    </a:ext>
                  </a:extLst>
                </a:gridCol>
                <a:gridCol w="2373178">
                  <a:extLst>
                    <a:ext uri="{9D8B030D-6E8A-4147-A177-3AD203B41FA5}">
                      <a16:colId xmlns:a16="http://schemas.microsoft.com/office/drawing/2014/main" val="1451299917"/>
                    </a:ext>
                  </a:extLst>
                </a:gridCol>
                <a:gridCol w="2373178">
                  <a:extLst>
                    <a:ext uri="{9D8B030D-6E8A-4147-A177-3AD203B41FA5}">
                      <a16:colId xmlns:a16="http://schemas.microsoft.com/office/drawing/2014/main" val="3583505817"/>
                    </a:ext>
                  </a:extLst>
                </a:gridCol>
              </a:tblGrid>
              <a:tr h="241312">
                <a:tc>
                  <a:txBody>
                    <a:bodyPr/>
                    <a:lstStyle/>
                    <a:p>
                      <a:pPr lvl="0">
                        <a:buNone/>
                      </a:pPr>
                      <a:r>
                        <a:rPr lang="en-US" sz="1800" b="1" kern="1200" noProof="0">
                          <a:solidFill>
                            <a:schemeClr val="lt1"/>
                          </a:solidFill>
                          <a:latin typeface="+mn-lt"/>
                          <a:ea typeface="+mn-ea"/>
                          <a:cs typeface="+mn-cs"/>
                        </a:rPr>
                        <a:t>IP addresses</a:t>
                      </a:r>
                      <a:endParaRPr lang="en-US" sz="1800" b="1" kern="1200" noProof="0" dirty="0">
                        <a:solidFill>
                          <a:schemeClr val="lt1"/>
                        </a:solidFill>
                        <a:latin typeface="+mn-lt"/>
                        <a:ea typeface="+mn-ea"/>
                        <a:cs typeface="+mn-cs"/>
                      </a:endParaRPr>
                    </a:p>
                  </a:txBody>
                  <a:tcPr>
                    <a:solidFill>
                      <a:schemeClr val="accent1"/>
                    </a:solidFill>
                  </a:tcPr>
                </a:tc>
                <a:tc>
                  <a:txBody>
                    <a:bodyPr/>
                    <a:lstStyle/>
                    <a:p>
                      <a:pPr lvl="0">
                        <a:buNone/>
                      </a:pPr>
                      <a:r>
                        <a:rPr lang="en-US"/>
                        <a:t>Subnet ID</a:t>
                      </a:r>
                      <a:endParaRPr lang="en-US" dirty="0"/>
                    </a:p>
                  </a:txBody>
                  <a:tcPr>
                    <a:solidFill>
                      <a:schemeClr val="accent1"/>
                    </a:solidFill>
                  </a:tcPr>
                </a:tc>
                <a:tc>
                  <a:txBody>
                    <a:bodyPr/>
                    <a:lstStyle/>
                    <a:p>
                      <a:pPr lvl="0">
                        <a:buNone/>
                      </a:pPr>
                      <a:r>
                        <a:rPr lang="en-US"/>
                        <a:t>Broadcast address</a:t>
                      </a:r>
                      <a:endParaRPr lang="en-US" dirty="0"/>
                    </a:p>
                  </a:txBody>
                  <a:tcPr>
                    <a:solidFill>
                      <a:schemeClr val="accent1"/>
                    </a:solidFill>
                  </a:tcPr>
                </a:tc>
                <a:extLst>
                  <a:ext uri="{0D108BD9-81ED-4DB2-BD59-A6C34878D82A}">
                    <a16:rowId xmlns:a16="http://schemas.microsoft.com/office/drawing/2014/main" val="3395963318"/>
                  </a:ext>
                </a:extLst>
              </a:tr>
              <a:tr h="241312">
                <a:tc>
                  <a:txBody>
                    <a:bodyPr/>
                    <a:lstStyle/>
                    <a:p>
                      <a:pPr lvl="0">
                        <a:buNone/>
                      </a:pPr>
                      <a:r>
                        <a:rPr lang="en-US" sz="1800" b="0" i="0" u="none" strike="noStrike" noProof="0">
                          <a:solidFill>
                            <a:srgbClr val="000000"/>
                          </a:solidFill>
                          <a:latin typeface="Aptos"/>
                        </a:rPr>
                        <a:t>10.1.34.9/22</a:t>
                      </a:r>
                      <a:endParaRPr lang="en-US" sz="1800"/>
                    </a:p>
                  </a:txBody>
                  <a:tcPr>
                    <a:solidFill>
                      <a:schemeClr val="bg1">
                        <a:lumMod val="85000"/>
                      </a:schemeClr>
                    </a:solidFill>
                  </a:tcPr>
                </a:tc>
                <a:tc>
                  <a:txBody>
                    <a:bodyPr/>
                    <a:lstStyle/>
                    <a:p>
                      <a:r>
                        <a:rPr lang="en-US"/>
                        <a:t>10.1.32.0</a:t>
                      </a:r>
                    </a:p>
                  </a:txBody>
                  <a:tcPr>
                    <a:solidFill>
                      <a:schemeClr val="bg1">
                        <a:lumMod val="85000"/>
                      </a:schemeClr>
                    </a:solidFill>
                  </a:tcPr>
                </a:tc>
                <a:tc>
                  <a:txBody>
                    <a:bodyPr/>
                    <a:lstStyle/>
                    <a:p>
                      <a:r>
                        <a:rPr lang="en-US"/>
                        <a:t>10.1.35.255</a:t>
                      </a:r>
                    </a:p>
                  </a:txBody>
                  <a:tcPr>
                    <a:solidFill>
                      <a:schemeClr val="bg1">
                        <a:lumMod val="85000"/>
                      </a:schemeClr>
                    </a:solidFill>
                  </a:tcPr>
                </a:tc>
                <a:extLst>
                  <a:ext uri="{0D108BD9-81ED-4DB2-BD59-A6C34878D82A}">
                    <a16:rowId xmlns:a16="http://schemas.microsoft.com/office/drawing/2014/main" val="2776220739"/>
                  </a:ext>
                </a:extLst>
              </a:tr>
              <a:tr h="241312">
                <a:tc>
                  <a:txBody>
                    <a:bodyPr/>
                    <a:lstStyle/>
                    <a:p>
                      <a:pPr lvl="0">
                        <a:buNone/>
                      </a:pPr>
                      <a:r>
                        <a:rPr lang="en-US" sz="1800" b="0" i="0" u="none" strike="noStrike" noProof="0">
                          <a:solidFill>
                            <a:srgbClr val="000000"/>
                          </a:solidFill>
                          <a:latin typeface="Aptos"/>
                        </a:rPr>
                        <a:t>10.1.29.101/23</a:t>
                      </a:r>
                      <a:endParaRPr lang="en-US" sz="1800"/>
                    </a:p>
                  </a:txBody>
                  <a:tcPr/>
                </a:tc>
                <a:tc>
                  <a:txBody>
                    <a:bodyPr/>
                    <a:lstStyle/>
                    <a:p>
                      <a:r>
                        <a:rPr lang="en-US"/>
                        <a:t>10.1.28.0</a:t>
                      </a:r>
                    </a:p>
                  </a:txBody>
                  <a:tcPr/>
                </a:tc>
                <a:tc>
                  <a:txBody>
                    <a:bodyPr/>
                    <a:lstStyle/>
                    <a:p>
                      <a:r>
                        <a:rPr lang="en-US"/>
                        <a:t>10.1.29.255</a:t>
                      </a:r>
                    </a:p>
                  </a:txBody>
                  <a:tcPr/>
                </a:tc>
                <a:extLst>
                  <a:ext uri="{0D108BD9-81ED-4DB2-BD59-A6C34878D82A}">
                    <a16:rowId xmlns:a16="http://schemas.microsoft.com/office/drawing/2014/main" val="767186766"/>
                  </a:ext>
                </a:extLst>
              </a:tr>
              <a:tr h="241312">
                <a:tc>
                  <a:txBody>
                    <a:bodyPr/>
                    <a:lstStyle/>
                    <a:p>
                      <a:pPr marL="0" marR="0" lvl="0" indent="0" algn="l">
                        <a:lnSpc>
                          <a:spcPct val="90000"/>
                        </a:lnSpc>
                        <a:spcBef>
                          <a:spcPts val="1000"/>
                        </a:spcBef>
                        <a:spcAft>
                          <a:spcPts val="0"/>
                        </a:spcAft>
                        <a:buNone/>
                      </a:pPr>
                      <a:r>
                        <a:rPr lang="en-US" sz="1800" b="0" i="0" u="none" strike="noStrike" noProof="0">
                          <a:solidFill>
                            <a:srgbClr val="FF0000"/>
                          </a:solidFill>
                          <a:latin typeface="Aptos"/>
                        </a:rPr>
                        <a:t>10.1.23.254/22</a:t>
                      </a:r>
                    </a:p>
                  </a:txBody>
                  <a:tcPr/>
                </a:tc>
                <a:tc>
                  <a:txBody>
                    <a:bodyPr/>
                    <a:lstStyle/>
                    <a:p>
                      <a:r>
                        <a:rPr lang="en-US">
                          <a:solidFill>
                            <a:srgbClr val="FF0000"/>
                          </a:solidFill>
                        </a:rPr>
                        <a:t>10.1.20.0</a:t>
                      </a:r>
                    </a:p>
                  </a:txBody>
                  <a:tcPr/>
                </a:tc>
                <a:tc>
                  <a:txBody>
                    <a:bodyPr/>
                    <a:lstStyle/>
                    <a:p>
                      <a:r>
                        <a:rPr lang="en-US">
                          <a:solidFill>
                            <a:srgbClr val="FF0000"/>
                          </a:solidFill>
                        </a:rPr>
                        <a:t>10.1.23.255</a:t>
                      </a:r>
                    </a:p>
                  </a:txBody>
                  <a:tcPr/>
                </a:tc>
                <a:extLst>
                  <a:ext uri="{0D108BD9-81ED-4DB2-BD59-A6C34878D82A}">
                    <a16:rowId xmlns:a16="http://schemas.microsoft.com/office/drawing/2014/main" val="2462861873"/>
                  </a:ext>
                </a:extLst>
              </a:tr>
              <a:tr h="241312">
                <a:tc>
                  <a:txBody>
                    <a:bodyPr/>
                    <a:lstStyle/>
                    <a:p>
                      <a:pPr lvl="0">
                        <a:buNone/>
                      </a:pPr>
                      <a:r>
                        <a:rPr lang="en-US" sz="1800" b="0" i="0" u="none" strike="noStrike" noProof="0">
                          <a:solidFill>
                            <a:srgbClr val="FF0000"/>
                          </a:solidFill>
                          <a:latin typeface="Aptos"/>
                        </a:rPr>
                        <a:t>10.1.17.1/21</a:t>
                      </a:r>
                      <a:endParaRPr lang="en-US">
                        <a:solidFill>
                          <a:srgbClr val="FF0000"/>
                        </a:solidFill>
                      </a:endParaRPr>
                    </a:p>
                  </a:txBody>
                  <a:tcPr/>
                </a:tc>
                <a:tc>
                  <a:txBody>
                    <a:bodyPr/>
                    <a:lstStyle/>
                    <a:p>
                      <a:r>
                        <a:rPr lang="en-US">
                          <a:solidFill>
                            <a:srgbClr val="FF0000"/>
                          </a:solidFill>
                        </a:rPr>
                        <a:t>10.1.16.0</a:t>
                      </a:r>
                    </a:p>
                  </a:txBody>
                  <a:tcPr/>
                </a:tc>
                <a:tc>
                  <a:txBody>
                    <a:bodyPr/>
                    <a:lstStyle/>
                    <a:p>
                      <a:r>
                        <a:rPr lang="en-US">
                          <a:solidFill>
                            <a:srgbClr val="FF0000"/>
                          </a:solidFill>
                        </a:rPr>
                        <a:t>10.1.23.255</a:t>
                      </a:r>
                    </a:p>
                  </a:txBody>
                  <a:tcPr/>
                </a:tc>
                <a:extLst>
                  <a:ext uri="{0D108BD9-81ED-4DB2-BD59-A6C34878D82A}">
                    <a16:rowId xmlns:a16="http://schemas.microsoft.com/office/drawing/2014/main" val="492935796"/>
                  </a:ext>
                </a:extLst>
              </a:tr>
              <a:tr h="241312">
                <a:tc>
                  <a:txBody>
                    <a:bodyPr/>
                    <a:lstStyle/>
                    <a:p>
                      <a:pPr lvl="0">
                        <a:buNone/>
                      </a:pPr>
                      <a:r>
                        <a:rPr lang="en-US" sz="1800" b="0" i="0" u="none" strike="noStrike" noProof="0">
                          <a:latin typeface="Aptos"/>
                        </a:rPr>
                        <a:t>10.1.1.1/20</a:t>
                      </a:r>
                      <a:endParaRPr lang="en-US"/>
                    </a:p>
                  </a:txBody>
                  <a:tcPr/>
                </a:tc>
                <a:tc>
                  <a:txBody>
                    <a:bodyPr/>
                    <a:lstStyle/>
                    <a:p>
                      <a:r>
                        <a:rPr lang="en-US"/>
                        <a:t>10.1.0.0</a:t>
                      </a:r>
                    </a:p>
                  </a:txBody>
                  <a:tcPr/>
                </a:tc>
                <a:tc>
                  <a:txBody>
                    <a:bodyPr/>
                    <a:lstStyle/>
                    <a:p>
                      <a:r>
                        <a:rPr lang="en-US"/>
                        <a:t>10.1.15.255</a:t>
                      </a:r>
                    </a:p>
                  </a:txBody>
                  <a:tcPr/>
                </a:tc>
                <a:extLst>
                  <a:ext uri="{0D108BD9-81ED-4DB2-BD59-A6C34878D82A}">
                    <a16:rowId xmlns:a16="http://schemas.microsoft.com/office/drawing/2014/main" val="143503357"/>
                  </a:ext>
                </a:extLst>
              </a:tr>
            </a:tbl>
          </a:graphicData>
        </a:graphic>
      </p:graphicFrame>
    </p:spTree>
    <p:extLst>
      <p:ext uri="{BB962C8B-B14F-4D97-AF65-F5344CB8AC3E}">
        <p14:creationId xmlns:p14="http://schemas.microsoft.com/office/powerpoint/2010/main" val="316284608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30C525-94F3-908F-83F9-BA82F5C1336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6C4B34D-E0B8-EE95-7B13-2DEF1ADF32A9}"/>
              </a:ext>
            </a:extLst>
          </p:cNvPr>
          <p:cNvSpPr>
            <a:spLocks noGrp="1"/>
          </p:cNvSpPr>
          <p:nvPr>
            <p:ph type="title"/>
          </p:nvPr>
        </p:nvSpPr>
        <p:spPr>
          <a:xfrm>
            <a:off x="1" y="0"/>
            <a:ext cx="4103914" cy="6858000"/>
          </a:xfrm>
          <a:solidFill>
            <a:schemeClr val="accent2"/>
          </a:solidFill>
        </p:spPr>
        <p:txBody>
          <a:bodyPr>
            <a:normAutofit/>
          </a:bodyPr>
          <a:lstStyle/>
          <a:p>
            <a:pPr algn="ctr"/>
            <a:r>
              <a:rPr lang="en-US" b="1">
                <a:solidFill>
                  <a:schemeClr val="bg1"/>
                </a:solidFill>
              </a:rPr>
              <a:t>7. V LSM</a:t>
            </a:r>
            <a:endParaRPr lang="en-US" b="1" dirty="0">
              <a:solidFill>
                <a:schemeClr val="bg1"/>
              </a:solidFill>
            </a:endParaRPr>
          </a:p>
        </p:txBody>
      </p:sp>
      <p:sp>
        <p:nvSpPr>
          <p:cNvPr id="3" name="Content Placeholder 2">
            <a:extLst>
              <a:ext uri="{FF2B5EF4-FFF2-40B4-BE49-F238E27FC236}">
                <a16:creationId xmlns:a16="http://schemas.microsoft.com/office/drawing/2014/main" id="{A7070725-9914-34C1-A4DB-FFEA10D0CEC4}"/>
              </a:ext>
            </a:extLst>
          </p:cNvPr>
          <p:cNvSpPr>
            <a:spLocks noGrp="1"/>
          </p:cNvSpPr>
          <p:nvPr>
            <p:ph idx="1"/>
          </p:nvPr>
        </p:nvSpPr>
        <p:spPr>
          <a:xfrm>
            <a:off x="4223949" y="152553"/>
            <a:ext cx="7823228" cy="6588185"/>
          </a:xfrm>
        </p:spPr>
        <p:txBody>
          <a:bodyPr vert="horz" lIns="91440" tIns="45720" rIns="91440" bIns="45720" rtlCol="0" anchor="t">
            <a:normAutofit fontScale="85000" lnSpcReduction="20000"/>
          </a:bodyPr>
          <a:lstStyle/>
          <a:p>
            <a:pPr marL="0" indent="0">
              <a:buNone/>
            </a:pPr>
            <a:r>
              <a:rPr lang="en-US" sz="3400" b="1"/>
              <a:t>Adding</a:t>
            </a:r>
            <a:r>
              <a:rPr lang="en-US" sz="3400" b="1" dirty="0"/>
              <a:t> new VLSM subnet:</a:t>
            </a:r>
            <a:endParaRPr lang="en-US" sz="3400" dirty="0"/>
          </a:p>
          <a:p>
            <a:pPr marL="514350" indent="-514350">
              <a:buAutoNum type="arabicPeriod"/>
            </a:pPr>
            <a:r>
              <a:rPr lang="en-US" sz="3400" dirty="0">
                <a:ea typeface="+mn-lt"/>
                <a:cs typeface="+mn-lt"/>
              </a:rPr>
              <a:t>Pick the subnet mask (prefix length) for the new subnet, based on the </a:t>
            </a:r>
            <a:r>
              <a:rPr lang="en-US" sz="3400">
                <a:ea typeface="+mn-lt"/>
                <a:cs typeface="+mn-lt"/>
              </a:rPr>
              <a:t>design requirements</a:t>
            </a:r>
            <a:r>
              <a:rPr lang="en-US" sz="3400" dirty="0">
                <a:ea typeface="+mn-lt"/>
                <a:cs typeface="+mn-lt"/>
              </a:rPr>
              <a:t> (if not </a:t>
            </a:r>
            <a:r>
              <a:rPr lang="en-US" sz="3400">
                <a:ea typeface="+mn-lt"/>
                <a:cs typeface="+mn-lt"/>
              </a:rPr>
              <a:t>already listed as part of the question).</a:t>
            </a:r>
            <a:endParaRPr lang="en-US" dirty="0"/>
          </a:p>
          <a:p>
            <a:pPr marL="514350" indent="-514350">
              <a:buAutoNum type="arabicPeriod"/>
            </a:pPr>
            <a:r>
              <a:rPr lang="en-US" sz="3400" dirty="0">
                <a:ea typeface="+mn-lt"/>
                <a:cs typeface="+mn-lt"/>
              </a:rPr>
              <a:t>Calculate all possible subnet numbers of the classful network using the mask from Step 1, along with the subnet broadcast addresses.</a:t>
            </a:r>
            <a:endParaRPr lang="en-US" dirty="0">
              <a:ea typeface="+mn-lt"/>
              <a:cs typeface="+mn-lt"/>
            </a:endParaRPr>
          </a:p>
          <a:p>
            <a:pPr marL="514350" indent="-514350">
              <a:buAutoNum type="arabicPeriod"/>
            </a:pPr>
            <a:r>
              <a:rPr lang="en-US" sz="3400" dirty="0">
                <a:ea typeface="+mn-lt"/>
                <a:cs typeface="+mn-lt"/>
              </a:rPr>
              <a:t>Make a list of existing subnet IDs and matching subnet broadcast </a:t>
            </a:r>
            <a:r>
              <a:rPr lang="en-US" sz="3400">
                <a:ea typeface="+mn-lt"/>
                <a:cs typeface="+mn-lt"/>
              </a:rPr>
              <a:t>addresses.</a:t>
            </a:r>
            <a:endParaRPr lang="en-US">
              <a:ea typeface="+mn-lt"/>
              <a:cs typeface="+mn-lt"/>
            </a:endParaRPr>
          </a:p>
          <a:p>
            <a:pPr marL="514350" indent="-514350">
              <a:buAutoNum type="arabicPeriod"/>
            </a:pPr>
            <a:r>
              <a:rPr lang="en-US" sz="3400">
                <a:ea typeface="+mn-lt"/>
                <a:cs typeface="+mn-lt"/>
              </a:rPr>
              <a:t>Compare</a:t>
            </a:r>
            <a:r>
              <a:rPr lang="en-US" sz="3400" dirty="0">
                <a:ea typeface="+mn-lt"/>
                <a:cs typeface="+mn-lt"/>
              </a:rPr>
              <a:t> the existing subnets to the candidate </a:t>
            </a:r>
            <a:r>
              <a:rPr lang="en-US" sz="3400">
                <a:ea typeface="+mn-lt"/>
                <a:cs typeface="+mn-lt"/>
              </a:rPr>
              <a:t>new subnets to rule out overlap-ping new subnets.</a:t>
            </a:r>
            <a:endParaRPr lang="en-US">
              <a:ea typeface="+mn-lt"/>
              <a:cs typeface="+mn-lt"/>
            </a:endParaRPr>
          </a:p>
          <a:p>
            <a:pPr marL="514350" indent="-514350">
              <a:buAutoNum type="arabicPeriod"/>
            </a:pPr>
            <a:r>
              <a:rPr lang="en-US" sz="3400" dirty="0">
                <a:ea typeface="+mn-lt"/>
                <a:cs typeface="+mn-lt"/>
              </a:rPr>
              <a:t>Choose the new subnet ID from the remaining subnets identified at Step 4,paying attention to whether the question asks for the numerically lowest or numerically highest subnet ID</a:t>
            </a:r>
            <a:endParaRPr lang="en-US" dirty="0"/>
          </a:p>
          <a:p>
            <a:pPr marL="0" indent="0">
              <a:buNone/>
            </a:pPr>
            <a:endParaRPr lang="en-US" dirty="0"/>
          </a:p>
          <a:p>
            <a:pPr marL="0" indent="0">
              <a:buNone/>
            </a:pPr>
            <a:endParaRPr lang="en-US" dirty="0"/>
          </a:p>
          <a:p>
            <a:pPr marL="0" indent="0">
              <a:buNone/>
            </a:pPr>
            <a:endParaRPr lang="en-US" dirty="0"/>
          </a:p>
          <a:p>
            <a:pPr lvl="2" indent="-457200">
              <a:buAutoNum type="arabicPeriod"/>
            </a:pPr>
            <a:endParaRPr lang="en-US" dirty="0"/>
          </a:p>
          <a:p>
            <a:pPr>
              <a:buAutoNum type="arabicPeriod"/>
            </a:pPr>
            <a:endParaRPr lang="en-US" dirty="0"/>
          </a:p>
          <a:p>
            <a:pPr marL="0" indent="0">
              <a:buNone/>
            </a:pPr>
            <a:endParaRPr lang="en-US" b="1" dirty="0"/>
          </a:p>
          <a:p>
            <a:pPr marL="0" indent="0" algn="just">
              <a:buNone/>
            </a:pPr>
            <a:endParaRPr lang="en-US" dirty="0"/>
          </a:p>
          <a:p>
            <a:pPr marL="0" indent="0" algn="just">
              <a:buNone/>
            </a:pPr>
            <a:endParaRPr lang="en-US" dirty="0"/>
          </a:p>
          <a:p>
            <a:pPr algn="just">
              <a:buAutoNum type="arabicPeriod"/>
            </a:pPr>
            <a:endParaRPr lang="en-US" dirty="0"/>
          </a:p>
          <a:p>
            <a:pPr>
              <a:buAutoNum type="arabicPeriod"/>
            </a:pPr>
            <a:endParaRPr lang="en-US" dirty="0"/>
          </a:p>
          <a:p>
            <a:pPr>
              <a:buAutoNum type="arabicPeriod"/>
            </a:pPr>
            <a:endParaRPr lang="en-US" dirty="0"/>
          </a:p>
          <a:p>
            <a:pPr>
              <a:buAutoNum type="arabicPeriod"/>
            </a:pPr>
            <a:endParaRPr lang="en-AU" dirty="0"/>
          </a:p>
        </p:txBody>
      </p:sp>
    </p:spTree>
    <p:extLst>
      <p:ext uri="{BB962C8B-B14F-4D97-AF65-F5344CB8AC3E}">
        <p14:creationId xmlns:p14="http://schemas.microsoft.com/office/powerpoint/2010/main" val="144561725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9C36AC-75AE-74FA-06DB-E43FB8F9833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AABA73A-65A3-F78E-054D-93763F5EBF98}"/>
              </a:ext>
            </a:extLst>
          </p:cNvPr>
          <p:cNvSpPr>
            <a:spLocks noGrp="1"/>
          </p:cNvSpPr>
          <p:nvPr>
            <p:ph type="title"/>
          </p:nvPr>
        </p:nvSpPr>
        <p:spPr>
          <a:xfrm>
            <a:off x="1" y="0"/>
            <a:ext cx="4103914" cy="6858000"/>
          </a:xfrm>
          <a:solidFill>
            <a:schemeClr val="accent2"/>
          </a:solidFill>
        </p:spPr>
        <p:txBody>
          <a:bodyPr>
            <a:normAutofit/>
          </a:bodyPr>
          <a:lstStyle/>
          <a:p>
            <a:pPr algn="ctr"/>
            <a:r>
              <a:rPr lang="en-US" b="1">
                <a:solidFill>
                  <a:schemeClr val="bg1"/>
                </a:solidFill>
              </a:rPr>
              <a:t>7. V LSM</a:t>
            </a:r>
            <a:endParaRPr lang="en-US" b="1" dirty="0">
              <a:solidFill>
                <a:schemeClr val="bg1"/>
              </a:solidFill>
            </a:endParaRPr>
          </a:p>
        </p:txBody>
      </p:sp>
      <p:sp>
        <p:nvSpPr>
          <p:cNvPr id="3" name="Content Placeholder 2">
            <a:extLst>
              <a:ext uri="{FF2B5EF4-FFF2-40B4-BE49-F238E27FC236}">
                <a16:creationId xmlns:a16="http://schemas.microsoft.com/office/drawing/2014/main" id="{5361EED8-E8CC-D749-1ECC-6F0ED84C1A46}"/>
              </a:ext>
            </a:extLst>
          </p:cNvPr>
          <p:cNvSpPr>
            <a:spLocks noGrp="1"/>
          </p:cNvSpPr>
          <p:nvPr>
            <p:ph idx="1"/>
          </p:nvPr>
        </p:nvSpPr>
        <p:spPr>
          <a:xfrm>
            <a:off x="4223949" y="152553"/>
            <a:ext cx="7693131" cy="910356"/>
          </a:xfrm>
        </p:spPr>
        <p:txBody>
          <a:bodyPr vert="horz" lIns="91440" tIns="45720" rIns="91440" bIns="45720" rtlCol="0" anchor="t">
            <a:normAutofit fontScale="92500" lnSpcReduction="20000"/>
          </a:bodyPr>
          <a:lstStyle/>
          <a:p>
            <a:pPr marL="0" indent="0">
              <a:buNone/>
            </a:pPr>
            <a:r>
              <a:rPr lang="en-US" sz="3400" b="1" dirty="0"/>
              <a:t>Adding new VLSM </a:t>
            </a:r>
            <a:r>
              <a:rPr lang="en-US" sz="3400" b="1"/>
              <a:t>subnet: Example</a:t>
            </a:r>
            <a:endParaRPr lang="en-US" sz="3400"/>
          </a:p>
          <a:p>
            <a:pPr marL="0" indent="0">
              <a:buNone/>
            </a:pPr>
            <a:r>
              <a:rPr lang="en-US"/>
              <a:t>Given subnets already in the internetwork</a:t>
            </a:r>
            <a:endParaRPr lang="en-US" dirty="0"/>
          </a:p>
          <a:p>
            <a:pPr marL="0" indent="0">
              <a:buNone/>
            </a:pPr>
            <a:endParaRPr lang="en-US" dirty="0"/>
          </a:p>
          <a:p>
            <a:pPr marL="0" indent="0">
              <a:buNone/>
            </a:pPr>
            <a:endParaRPr lang="en-US" dirty="0"/>
          </a:p>
          <a:p>
            <a:pPr lvl="2" indent="-457200">
              <a:buAutoNum type="arabicPeriod"/>
            </a:pPr>
            <a:endParaRPr lang="en-US" dirty="0"/>
          </a:p>
          <a:p>
            <a:pPr>
              <a:buAutoNum type="arabicPeriod"/>
            </a:pPr>
            <a:endParaRPr lang="en-US" dirty="0"/>
          </a:p>
          <a:p>
            <a:pPr marL="0" indent="0">
              <a:buNone/>
            </a:pPr>
            <a:endParaRPr lang="en-US" b="1" dirty="0"/>
          </a:p>
          <a:p>
            <a:pPr marL="0" indent="0" algn="just">
              <a:buNone/>
            </a:pPr>
            <a:endParaRPr lang="en-US" dirty="0"/>
          </a:p>
          <a:p>
            <a:pPr marL="0" indent="0" algn="just">
              <a:buNone/>
            </a:pPr>
            <a:endParaRPr lang="en-US" dirty="0"/>
          </a:p>
          <a:p>
            <a:pPr marL="0" indent="0" algn="just">
              <a:buNone/>
            </a:pPr>
            <a:endParaRPr lang="en-US" dirty="0"/>
          </a:p>
        </p:txBody>
      </p:sp>
      <p:graphicFrame>
        <p:nvGraphicFramePr>
          <p:cNvPr id="4" name="Table 3">
            <a:extLst>
              <a:ext uri="{FF2B5EF4-FFF2-40B4-BE49-F238E27FC236}">
                <a16:creationId xmlns:a16="http://schemas.microsoft.com/office/drawing/2014/main" id="{F588BDED-E752-153B-74BA-5713FA718E06}"/>
              </a:ext>
            </a:extLst>
          </p:cNvPr>
          <p:cNvGraphicFramePr>
            <a:graphicFrameLocks noGrp="1"/>
          </p:cNvGraphicFramePr>
          <p:nvPr>
            <p:extLst>
              <p:ext uri="{D42A27DB-BD31-4B8C-83A1-F6EECF244321}">
                <p14:modId xmlns:p14="http://schemas.microsoft.com/office/powerpoint/2010/main" val="3111834989"/>
              </p:ext>
            </p:extLst>
          </p:nvPr>
        </p:nvGraphicFramePr>
        <p:xfrm>
          <a:off x="4311804" y="1059365"/>
          <a:ext cx="6933651" cy="2194560"/>
        </p:xfrm>
        <a:graphic>
          <a:graphicData uri="http://schemas.openxmlformats.org/drawingml/2006/table">
            <a:tbl>
              <a:tblPr firstRow="1" bandRow="1">
                <a:tableStyleId>{5C22544A-7EE6-4342-B048-85BDC9FD1C3A}</a:tableStyleId>
              </a:tblPr>
              <a:tblGrid>
                <a:gridCol w="2311217">
                  <a:extLst>
                    <a:ext uri="{9D8B030D-6E8A-4147-A177-3AD203B41FA5}">
                      <a16:colId xmlns:a16="http://schemas.microsoft.com/office/drawing/2014/main" val="2017685365"/>
                    </a:ext>
                  </a:extLst>
                </a:gridCol>
                <a:gridCol w="2311217">
                  <a:extLst>
                    <a:ext uri="{9D8B030D-6E8A-4147-A177-3AD203B41FA5}">
                      <a16:colId xmlns:a16="http://schemas.microsoft.com/office/drawing/2014/main" val="204972061"/>
                    </a:ext>
                  </a:extLst>
                </a:gridCol>
                <a:gridCol w="2311217">
                  <a:extLst>
                    <a:ext uri="{9D8B030D-6E8A-4147-A177-3AD203B41FA5}">
                      <a16:colId xmlns:a16="http://schemas.microsoft.com/office/drawing/2014/main" val="1306973530"/>
                    </a:ext>
                  </a:extLst>
                </a:gridCol>
              </a:tblGrid>
              <a:tr h="300451">
                <a:tc>
                  <a:txBody>
                    <a:bodyPr/>
                    <a:lstStyle/>
                    <a:p>
                      <a:r>
                        <a:rPr lang="en-US"/>
                        <a:t>IP addresses</a:t>
                      </a:r>
                    </a:p>
                  </a:txBody>
                  <a:tcPr/>
                </a:tc>
                <a:tc>
                  <a:txBody>
                    <a:bodyPr/>
                    <a:lstStyle/>
                    <a:p>
                      <a:r>
                        <a:rPr lang="en-US"/>
                        <a:t>Subnet ID</a:t>
                      </a:r>
                      <a:endParaRPr lang="en-US" dirty="0"/>
                    </a:p>
                  </a:txBody>
                  <a:tcPr/>
                </a:tc>
                <a:tc>
                  <a:txBody>
                    <a:bodyPr/>
                    <a:lstStyle/>
                    <a:p>
                      <a:r>
                        <a:rPr lang="en-US"/>
                        <a:t>Broadcast Address</a:t>
                      </a:r>
                    </a:p>
                  </a:txBody>
                  <a:tcPr/>
                </a:tc>
                <a:extLst>
                  <a:ext uri="{0D108BD9-81ED-4DB2-BD59-A6C34878D82A}">
                    <a16:rowId xmlns:a16="http://schemas.microsoft.com/office/drawing/2014/main" val="894417516"/>
                  </a:ext>
                </a:extLst>
              </a:tr>
              <a:tr h="300451">
                <a:tc>
                  <a:txBody>
                    <a:bodyPr/>
                    <a:lstStyle/>
                    <a:p>
                      <a:r>
                        <a:rPr lang="en-US"/>
                        <a:t>172.16.2.1/23</a:t>
                      </a:r>
                    </a:p>
                  </a:txBody>
                  <a:tcPr/>
                </a:tc>
                <a:tc>
                  <a:txBody>
                    <a:bodyPr/>
                    <a:lstStyle/>
                    <a:p>
                      <a:r>
                        <a:rPr lang="en-US"/>
                        <a:t>172.16.2.0</a:t>
                      </a:r>
                    </a:p>
                  </a:txBody>
                  <a:tcPr/>
                </a:tc>
                <a:tc>
                  <a:txBody>
                    <a:bodyPr/>
                    <a:lstStyle/>
                    <a:p>
                      <a:r>
                        <a:rPr lang="en-US"/>
                        <a:t>172.16.3.255</a:t>
                      </a:r>
                    </a:p>
                  </a:txBody>
                  <a:tcPr/>
                </a:tc>
                <a:extLst>
                  <a:ext uri="{0D108BD9-81ED-4DB2-BD59-A6C34878D82A}">
                    <a16:rowId xmlns:a16="http://schemas.microsoft.com/office/drawing/2014/main" val="584821716"/>
                  </a:ext>
                </a:extLst>
              </a:tr>
              <a:tr h="300451">
                <a:tc>
                  <a:txBody>
                    <a:bodyPr/>
                    <a:lstStyle/>
                    <a:p>
                      <a:r>
                        <a:rPr lang="en-US"/>
                        <a:t>172.16.9.1/30</a:t>
                      </a:r>
                    </a:p>
                  </a:txBody>
                  <a:tcPr/>
                </a:tc>
                <a:tc>
                  <a:txBody>
                    <a:bodyPr/>
                    <a:lstStyle/>
                    <a:p>
                      <a:r>
                        <a:rPr lang="en-US"/>
                        <a:t>172.16.9.0</a:t>
                      </a:r>
                    </a:p>
                  </a:txBody>
                  <a:tcPr/>
                </a:tc>
                <a:tc>
                  <a:txBody>
                    <a:bodyPr/>
                    <a:lstStyle/>
                    <a:p>
                      <a:r>
                        <a:rPr lang="en-US"/>
                        <a:t>172.16.9.3</a:t>
                      </a:r>
                    </a:p>
                  </a:txBody>
                  <a:tcPr/>
                </a:tc>
                <a:extLst>
                  <a:ext uri="{0D108BD9-81ED-4DB2-BD59-A6C34878D82A}">
                    <a16:rowId xmlns:a16="http://schemas.microsoft.com/office/drawing/2014/main" val="1099528766"/>
                  </a:ext>
                </a:extLst>
              </a:tr>
              <a:tr h="300451">
                <a:tc>
                  <a:txBody>
                    <a:bodyPr/>
                    <a:lstStyle/>
                    <a:p>
                      <a:r>
                        <a:rPr lang="en-US"/>
                        <a:t>172.16.9.5/30</a:t>
                      </a:r>
                    </a:p>
                  </a:txBody>
                  <a:tcPr/>
                </a:tc>
                <a:tc>
                  <a:txBody>
                    <a:bodyPr/>
                    <a:lstStyle/>
                    <a:p>
                      <a:r>
                        <a:rPr lang="en-US"/>
                        <a:t>172.16.9.4</a:t>
                      </a:r>
                    </a:p>
                  </a:txBody>
                  <a:tcPr/>
                </a:tc>
                <a:tc>
                  <a:txBody>
                    <a:bodyPr/>
                    <a:lstStyle/>
                    <a:p>
                      <a:r>
                        <a:rPr lang="en-US"/>
                        <a:t>172.16.9.7</a:t>
                      </a:r>
                    </a:p>
                  </a:txBody>
                  <a:tcPr/>
                </a:tc>
                <a:extLst>
                  <a:ext uri="{0D108BD9-81ED-4DB2-BD59-A6C34878D82A}">
                    <a16:rowId xmlns:a16="http://schemas.microsoft.com/office/drawing/2014/main" val="782546047"/>
                  </a:ext>
                </a:extLst>
              </a:tr>
              <a:tr h="300451">
                <a:tc>
                  <a:txBody>
                    <a:bodyPr/>
                    <a:lstStyle/>
                    <a:p>
                      <a:r>
                        <a:rPr lang="en-US"/>
                        <a:t>172.16.4.1/23</a:t>
                      </a:r>
                    </a:p>
                  </a:txBody>
                  <a:tcPr/>
                </a:tc>
                <a:tc>
                  <a:txBody>
                    <a:bodyPr/>
                    <a:lstStyle/>
                    <a:p>
                      <a:r>
                        <a:rPr lang="en-US"/>
                        <a:t>172.16.4.0</a:t>
                      </a:r>
                    </a:p>
                  </a:txBody>
                  <a:tcPr/>
                </a:tc>
                <a:tc>
                  <a:txBody>
                    <a:bodyPr/>
                    <a:lstStyle/>
                    <a:p>
                      <a:r>
                        <a:rPr lang="en-US"/>
                        <a:t>172.16.5.255</a:t>
                      </a:r>
                    </a:p>
                  </a:txBody>
                  <a:tcPr/>
                </a:tc>
                <a:extLst>
                  <a:ext uri="{0D108BD9-81ED-4DB2-BD59-A6C34878D82A}">
                    <a16:rowId xmlns:a16="http://schemas.microsoft.com/office/drawing/2014/main" val="1592524992"/>
                  </a:ext>
                </a:extLst>
              </a:tr>
              <a:tr h="300451">
                <a:tc>
                  <a:txBody>
                    <a:bodyPr/>
                    <a:lstStyle/>
                    <a:p>
                      <a:r>
                        <a:rPr lang="en-US"/>
                        <a:t>172.16.6.1/24</a:t>
                      </a:r>
                    </a:p>
                  </a:txBody>
                  <a:tcPr/>
                </a:tc>
                <a:tc>
                  <a:txBody>
                    <a:bodyPr/>
                    <a:lstStyle/>
                    <a:p>
                      <a:r>
                        <a:rPr lang="en-US"/>
                        <a:t>172.16.6.0</a:t>
                      </a:r>
                    </a:p>
                  </a:txBody>
                  <a:tcPr/>
                </a:tc>
                <a:tc>
                  <a:txBody>
                    <a:bodyPr/>
                    <a:lstStyle/>
                    <a:p>
                      <a:r>
                        <a:rPr lang="en-US"/>
                        <a:t>172.16.6.255</a:t>
                      </a:r>
                    </a:p>
                  </a:txBody>
                  <a:tcPr/>
                </a:tc>
                <a:extLst>
                  <a:ext uri="{0D108BD9-81ED-4DB2-BD59-A6C34878D82A}">
                    <a16:rowId xmlns:a16="http://schemas.microsoft.com/office/drawing/2014/main" val="288267876"/>
                  </a:ext>
                </a:extLst>
              </a:tr>
            </a:tbl>
          </a:graphicData>
        </a:graphic>
      </p:graphicFrame>
      <p:sp>
        <p:nvSpPr>
          <p:cNvPr id="5" name="TextBox 4">
            <a:extLst>
              <a:ext uri="{FF2B5EF4-FFF2-40B4-BE49-F238E27FC236}">
                <a16:creationId xmlns:a16="http://schemas.microsoft.com/office/drawing/2014/main" id="{DCE7562B-6DC7-48E6-25B3-542214378E68}"/>
              </a:ext>
            </a:extLst>
          </p:cNvPr>
          <p:cNvSpPr txBox="1"/>
          <p:nvPr/>
        </p:nvSpPr>
        <p:spPr>
          <a:xfrm>
            <a:off x="4227209" y="3249555"/>
            <a:ext cx="7772208" cy="156966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dirty="0"/>
              <a:t>New VLSM subnet requirements:</a:t>
            </a:r>
            <a:r>
              <a:rPr lang="en-US" sz="2400" dirty="0"/>
              <a:t> network 172.16.0.0, use smallest possible subnet to accommodate 300 hosts/subnet. So, H = 9. P = /23. Below table lists some of the possible /23 subnets in 172.16.0.0</a:t>
            </a:r>
          </a:p>
        </p:txBody>
      </p:sp>
      <p:graphicFrame>
        <p:nvGraphicFramePr>
          <p:cNvPr id="6" name="Table 5">
            <a:extLst>
              <a:ext uri="{FF2B5EF4-FFF2-40B4-BE49-F238E27FC236}">
                <a16:creationId xmlns:a16="http://schemas.microsoft.com/office/drawing/2014/main" id="{558E8855-4783-4D56-DF18-B73FDA968535}"/>
              </a:ext>
            </a:extLst>
          </p:cNvPr>
          <p:cNvGraphicFramePr>
            <a:graphicFrameLocks noGrp="1"/>
          </p:cNvGraphicFramePr>
          <p:nvPr>
            <p:extLst>
              <p:ext uri="{D42A27DB-BD31-4B8C-83A1-F6EECF244321}">
                <p14:modId xmlns:p14="http://schemas.microsoft.com/office/powerpoint/2010/main" val="3230271077"/>
              </p:ext>
            </p:extLst>
          </p:nvPr>
        </p:nvGraphicFramePr>
        <p:xfrm>
          <a:off x="4316265" y="4820449"/>
          <a:ext cx="7025619" cy="1854200"/>
        </p:xfrm>
        <a:graphic>
          <a:graphicData uri="http://schemas.openxmlformats.org/drawingml/2006/table">
            <a:tbl>
              <a:tblPr firstRow="1" bandRow="1">
                <a:tableStyleId>{5C22544A-7EE6-4342-B048-85BDC9FD1C3A}</a:tableStyleId>
              </a:tblPr>
              <a:tblGrid>
                <a:gridCol w="2341873">
                  <a:extLst>
                    <a:ext uri="{9D8B030D-6E8A-4147-A177-3AD203B41FA5}">
                      <a16:colId xmlns:a16="http://schemas.microsoft.com/office/drawing/2014/main" val="2399121965"/>
                    </a:ext>
                  </a:extLst>
                </a:gridCol>
                <a:gridCol w="2341873">
                  <a:extLst>
                    <a:ext uri="{9D8B030D-6E8A-4147-A177-3AD203B41FA5}">
                      <a16:colId xmlns:a16="http://schemas.microsoft.com/office/drawing/2014/main" val="4128167997"/>
                    </a:ext>
                  </a:extLst>
                </a:gridCol>
                <a:gridCol w="2341873">
                  <a:extLst>
                    <a:ext uri="{9D8B030D-6E8A-4147-A177-3AD203B41FA5}">
                      <a16:colId xmlns:a16="http://schemas.microsoft.com/office/drawing/2014/main" val="1782094361"/>
                    </a:ext>
                  </a:extLst>
                </a:gridCol>
              </a:tblGrid>
              <a:tr h="370840">
                <a:tc>
                  <a:txBody>
                    <a:bodyPr/>
                    <a:lstStyle/>
                    <a:p>
                      <a:r>
                        <a:rPr lang="en-US"/>
                        <a:t>Subnet</a:t>
                      </a:r>
                    </a:p>
                  </a:txBody>
                  <a:tcPr/>
                </a:tc>
                <a:tc>
                  <a:txBody>
                    <a:bodyPr/>
                    <a:lstStyle/>
                    <a:p>
                      <a:r>
                        <a:rPr lang="en-US"/>
                        <a:t>Subnet Number</a:t>
                      </a:r>
                    </a:p>
                  </a:txBody>
                  <a:tcPr/>
                </a:tc>
                <a:tc>
                  <a:txBody>
                    <a:bodyPr/>
                    <a:lstStyle/>
                    <a:p>
                      <a:r>
                        <a:rPr lang="en-US"/>
                        <a:t>Broadcast Address</a:t>
                      </a:r>
                    </a:p>
                  </a:txBody>
                  <a:tcPr/>
                </a:tc>
                <a:extLst>
                  <a:ext uri="{0D108BD9-81ED-4DB2-BD59-A6C34878D82A}">
                    <a16:rowId xmlns:a16="http://schemas.microsoft.com/office/drawing/2014/main" val="252876804"/>
                  </a:ext>
                </a:extLst>
              </a:tr>
              <a:tr h="370840">
                <a:tc>
                  <a:txBody>
                    <a:bodyPr/>
                    <a:lstStyle/>
                    <a:p>
                      <a:r>
                        <a:rPr lang="en-US"/>
                        <a:t>First (zero)</a:t>
                      </a:r>
                    </a:p>
                  </a:txBody>
                  <a:tcPr/>
                </a:tc>
                <a:tc>
                  <a:txBody>
                    <a:bodyPr/>
                    <a:lstStyle/>
                    <a:p>
                      <a:r>
                        <a:rPr lang="en-US"/>
                        <a:t>172.16.0.0</a:t>
                      </a:r>
                    </a:p>
                  </a:txBody>
                  <a:tcPr/>
                </a:tc>
                <a:tc>
                  <a:txBody>
                    <a:bodyPr/>
                    <a:lstStyle/>
                    <a:p>
                      <a:r>
                        <a:rPr lang="en-US"/>
                        <a:t>172.16.1.255</a:t>
                      </a:r>
                    </a:p>
                  </a:txBody>
                  <a:tcPr/>
                </a:tc>
                <a:extLst>
                  <a:ext uri="{0D108BD9-81ED-4DB2-BD59-A6C34878D82A}">
                    <a16:rowId xmlns:a16="http://schemas.microsoft.com/office/drawing/2014/main" val="308110332"/>
                  </a:ext>
                </a:extLst>
              </a:tr>
              <a:tr h="370840">
                <a:tc>
                  <a:txBody>
                    <a:bodyPr/>
                    <a:lstStyle/>
                    <a:p>
                      <a:r>
                        <a:rPr lang="en-US"/>
                        <a:t>Second</a:t>
                      </a:r>
                    </a:p>
                  </a:txBody>
                  <a:tcPr/>
                </a:tc>
                <a:tc>
                  <a:txBody>
                    <a:bodyPr/>
                    <a:lstStyle/>
                    <a:p>
                      <a:r>
                        <a:rPr lang="en-US"/>
                        <a:t>172.16.2.0</a:t>
                      </a:r>
                    </a:p>
                  </a:txBody>
                  <a:tcPr/>
                </a:tc>
                <a:tc>
                  <a:txBody>
                    <a:bodyPr/>
                    <a:lstStyle/>
                    <a:p>
                      <a:r>
                        <a:rPr lang="en-US"/>
                        <a:t>172.16.3.255</a:t>
                      </a:r>
                    </a:p>
                  </a:txBody>
                  <a:tcPr/>
                </a:tc>
                <a:extLst>
                  <a:ext uri="{0D108BD9-81ED-4DB2-BD59-A6C34878D82A}">
                    <a16:rowId xmlns:a16="http://schemas.microsoft.com/office/drawing/2014/main" val="3616770401"/>
                  </a:ext>
                </a:extLst>
              </a:tr>
              <a:tr h="370840">
                <a:tc>
                  <a:txBody>
                    <a:bodyPr/>
                    <a:lstStyle/>
                    <a:p>
                      <a:r>
                        <a:rPr lang="en-US"/>
                        <a:t>Third</a:t>
                      </a:r>
                    </a:p>
                  </a:txBody>
                  <a:tcPr/>
                </a:tc>
                <a:tc>
                  <a:txBody>
                    <a:bodyPr/>
                    <a:lstStyle/>
                    <a:p>
                      <a:r>
                        <a:rPr lang="en-US"/>
                        <a:t>172.16.4.0</a:t>
                      </a:r>
                    </a:p>
                  </a:txBody>
                  <a:tcPr/>
                </a:tc>
                <a:tc>
                  <a:txBody>
                    <a:bodyPr/>
                    <a:lstStyle/>
                    <a:p>
                      <a:r>
                        <a:rPr lang="en-US"/>
                        <a:t>172.16.5.255</a:t>
                      </a:r>
                    </a:p>
                  </a:txBody>
                  <a:tcPr/>
                </a:tc>
                <a:extLst>
                  <a:ext uri="{0D108BD9-81ED-4DB2-BD59-A6C34878D82A}">
                    <a16:rowId xmlns:a16="http://schemas.microsoft.com/office/drawing/2014/main" val="2022432744"/>
                  </a:ext>
                </a:extLst>
              </a:tr>
              <a:tr h="370840">
                <a:tc>
                  <a:txBody>
                    <a:bodyPr/>
                    <a:lstStyle/>
                    <a:p>
                      <a:r>
                        <a:rPr lang="en-US"/>
                        <a:t>Fourth</a:t>
                      </a:r>
                    </a:p>
                  </a:txBody>
                  <a:tcPr/>
                </a:tc>
                <a:tc>
                  <a:txBody>
                    <a:bodyPr/>
                    <a:lstStyle/>
                    <a:p>
                      <a:r>
                        <a:rPr lang="en-US"/>
                        <a:t>172.16.6.0</a:t>
                      </a:r>
                    </a:p>
                  </a:txBody>
                  <a:tcPr/>
                </a:tc>
                <a:tc>
                  <a:txBody>
                    <a:bodyPr/>
                    <a:lstStyle/>
                    <a:p>
                      <a:r>
                        <a:rPr lang="en-US"/>
                        <a:t>172.16.7.255</a:t>
                      </a:r>
                    </a:p>
                  </a:txBody>
                  <a:tcPr/>
                </a:tc>
                <a:extLst>
                  <a:ext uri="{0D108BD9-81ED-4DB2-BD59-A6C34878D82A}">
                    <a16:rowId xmlns:a16="http://schemas.microsoft.com/office/drawing/2014/main" val="3363171091"/>
                  </a:ext>
                </a:extLst>
              </a:tr>
            </a:tbl>
          </a:graphicData>
        </a:graphic>
      </p:graphicFrame>
    </p:spTree>
    <p:extLst>
      <p:ext uri="{BB962C8B-B14F-4D97-AF65-F5344CB8AC3E}">
        <p14:creationId xmlns:p14="http://schemas.microsoft.com/office/powerpoint/2010/main" val="256122315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panose="020B00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0</TotalTime>
  <Words>0</Words>
  <Application>Microsoft Office PowerPoint</Application>
  <PresentationFormat>Widescreen</PresentationFormat>
  <Paragraphs>0</Paragraphs>
  <Slides>25</Slides>
  <Notes>24</Notes>
  <HiddenSlides>0</HiddenSlides>
  <MMClips>0</MMClips>
  <ScaleCrop>false</ScaleCrop>
  <HeadingPairs>
    <vt:vector size="4" baseType="variant">
      <vt:variant>
        <vt:lpstr>Theme</vt:lpstr>
      </vt:variant>
      <vt:variant>
        <vt:i4>1</vt:i4>
      </vt:variant>
      <vt:variant>
        <vt:lpstr>Slide Titles</vt:lpstr>
      </vt:variant>
      <vt:variant>
        <vt:i4>25</vt:i4>
      </vt:variant>
    </vt:vector>
  </HeadingPairs>
  <TitlesOfParts>
    <vt:vector size="26" baseType="lpstr">
      <vt:lpstr>office theme</vt:lpstr>
      <vt:lpstr>IPv4 Subnetting </vt:lpstr>
      <vt:lpstr>1. Design Phase</vt:lpstr>
      <vt:lpstr>1. Design Phase</vt:lpstr>
      <vt:lpstr>1. Design Phase</vt:lpstr>
      <vt:lpstr>2. Implementation</vt:lpstr>
      <vt:lpstr>3. Analyze Classful IPv4 Networks</vt:lpstr>
      <vt:lpstr>4. Subnet Masks</vt:lpstr>
      <vt:lpstr>4. Subnet Masks</vt:lpstr>
      <vt:lpstr>4. Subnet Masks</vt:lpstr>
      <vt:lpstr>4. Classful and Classless Addressing</vt:lpstr>
      <vt:lpstr>5. Analyzing existing subnets</vt:lpstr>
      <vt:lpstr>5. Analyzing existing subnets</vt:lpstr>
      <vt:lpstr>5. Analyzing existing subnets</vt:lpstr>
      <vt:lpstr>5. Analyzing existing subnets</vt:lpstr>
      <vt:lpstr>5. Analyzing existing subnets</vt:lpstr>
      <vt:lpstr>5. Analyzing existing subnets</vt:lpstr>
      <vt:lpstr>6. Choosing subnet masks</vt:lpstr>
      <vt:lpstr>6. Choosing subnet masks</vt:lpstr>
      <vt:lpstr>6. Choosing subnet masks</vt:lpstr>
      <vt:lpstr>6. Choosing subnet masks</vt:lpstr>
      <vt:lpstr>6. Choosing subnet masks</vt:lpstr>
      <vt:lpstr>6. Choosing subnet masks</vt:lpstr>
      <vt:lpstr>7. V LSM</vt:lpstr>
      <vt:lpstr>7. V LSM</vt:lpstr>
      <vt:lpstr>7. V LSM</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
  <cp:lastModifiedBy> </cp:lastModifiedBy>
  <cp:revision>2489</cp:revision>
  <dcterms:created xsi:type="dcterms:W3CDTF">2013-07-15T20:26:40Z</dcterms:created>
  <dcterms:modified xsi:type="dcterms:W3CDTF">2026-06-04T06:34:01Z</dcterms:modified>
</cp:coreProperties>
</file>