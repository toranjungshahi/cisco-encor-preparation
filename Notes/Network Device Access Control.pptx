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defTabSz="914400">
              <a:lnSpc>
                <a:spcPct val="90000"/>
              </a:lnSpc>
              <a:tabLst>
                <a:tab pos="0" algn="l"/>
              </a:tabLst>
            </a:pPr>
            <a:r>
              <a:rPr lang="en-US" sz="6000" b="0" u="none" strike="noStrike">
                <a:solidFill>
                  <a:schemeClr val="dk1"/>
                </a:solidFill>
                <a:effectLst/>
                <a:uFillTx/>
                <a:latin typeface="Aptos Display"/>
              </a:rPr>
              <a:t>Click to move the slide</a:t>
            </a:r>
            <a:endParaRPr lang="en-US" sz="6000" b="0" u="none" strike="noStrike">
              <a:solidFill>
                <a:schemeClr val="dk1"/>
              </a:solidFill>
              <a:effectLst/>
              <a:uFillTx/>
              <a:latin typeface="Aptos Display"/>
            </a:endParaRPr>
          </a:p>
        </p:txBody>
      </p:sp>
      <p:sp>
        <p:nvSpPr>
          <p:cNvPr id="6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AU" sz="2000" b="0" u="none" strike="noStrike">
                <a:solidFill>
                  <a:srgbClr val="000000"/>
                </a:solidFill>
                <a:effectLst/>
                <a:uFillTx/>
                <a:latin typeface="Arial"/>
              </a:rPr>
              <a:t>Click to edit the notes format</a:t>
            </a:r>
            <a:endParaRPr lang="en-AU" sz="2000" b="0" u="none" strike="noStrike">
              <a:solidFill>
                <a:srgbClr val="000000"/>
              </a:solidFill>
              <a:effectLst/>
              <a:uFillTx/>
              <a:latin typeface="Arial"/>
            </a:endParaRPr>
          </a:p>
        </p:txBody>
      </p:sp>
      <p:sp>
        <p:nvSpPr>
          <p:cNvPr id="62"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AU" sz="1400" b="0" u="none" strike="noStrike">
                <a:solidFill>
                  <a:srgbClr val="000000"/>
                </a:solidFill>
                <a:effectLst/>
                <a:uFillTx/>
                <a:latin typeface="Times New Roman"/>
              </a:rPr>
              <a:t>&lt;header&gt;</a:t>
            </a:r>
            <a:endParaRPr lang="en-AU" sz="1400" b="0" u="none" strike="noStrike">
              <a:solidFill>
                <a:srgbClr val="000000"/>
              </a:solidFill>
              <a:effectLst/>
              <a:uFillTx/>
              <a:latin typeface="Times New Roman"/>
            </a:endParaRPr>
          </a:p>
        </p:txBody>
      </p:sp>
      <p:sp>
        <p:nvSpPr>
          <p:cNvPr id="63"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AU" sz="1400" b="0" u="none" strike="noStrike">
                <a:solidFill>
                  <a:srgbClr val="000000"/>
                </a:solidFill>
                <a:effectLst/>
                <a:uFillTx/>
                <a:latin typeface="Times New Roman"/>
              </a:defRPr>
            </a:lvl1pPr>
          </a:lstStyle>
          <a:p>
            <a:pPr indent="0" algn="r">
              <a:buNone/>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
        <p:nvSpPr>
          <p:cNvPr id="64"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AU" sz="1400" b="0" u="none" strike="noStrike">
                <a:solidFill>
                  <a:srgbClr val="000000"/>
                </a:solidFill>
                <a:effectLst/>
                <a:uFillTx/>
                <a:latin typeface="Times New Roman"/>
              </a:defRPr>
            </a:lvl1pPr>
          </a:lstStyle>
          <a:p>
            <a:pPr indent="0" algn="l">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65"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AU" sz="1400" b="0" u="none" strike="noStrike">
                <a:solidFill>
                  <a:srgbClr val="000000"/>
                </a:solidFill>
                <a:effectLst/>
                <a:uFillTx/>
                <a:latin typeface="Times New Roman"/>
              </a:defRPr>
            </a:lvl1pPr>
          </a:lstStyle>
          <a:p>
            <a:pPr indent="0" algn="r">
              <a:buNone/>
            </a:pPr>
            <a:fld id="{0897478E-56DA-47BF-800B-BA307CD836F3}" type="slidenum">
              <a:rPr lang="en-AU" sz="1400" b="0" u="none" strike="noStrike">
                <a:solidFill>
                  <a:srgbClr val="000000"/>
                </a:solidFill>
                <a:effectLst/>
                <a:uFillTx/>
                <a:latin typeface="Times New Roman"/>
              </a:rPr>
              <a:t>&lt;number&gt;</a:t>
            </a:fld>
            <a:endParaRPr lang="en-AU"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sldImg"/>
          </p:nvPr>
        </p:nvSpPr>
        <p:spPr>
          <a:xfrm>
            <a:off x="685800" y="1143000"/>
            <a:ext cx="5483880" cy="3083760"/>
          </a:xfrm>
          <a:prstGeom prst="rect">
            <a:avLst/>
          </a:prstGeom>
          <a:ln w="0">
            <a:noFill/>
          </a:ln>
        </p:spPr>
      </p:sp>
      <p:sp>
        <p:nvSpPr>
          <p:cNvPr id="176"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77" name="PlaceHolder 3"/>
          <p:cNvSpPr>
            <a:spLocks noGrp="1"/>
          </p:cNvSpPr>
          <p:nvPr>
            <p:ph type="sldNum" idx="37"/>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B486B46A-20B9-41C8-BFE9-1B1BF13EDA8A}"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sldImg"/>
          </p:nvPr>
        </p:nvSpPr>
        <p:spPr>
          <a:xfrm>
            <a:off x="685800" y="1143000"/>
            <a:ext cx="5483880" cy="3083760"/>
          </a:xfrm>
          <a:prstGeom prst="rect">
            <a:avLst/>
          </a:prstGeom>
          <a:ln w="0">
            <a:noFill/>
          </a:ln>
        </p:spPr>
      </p:sp>
      <p:sp>
        <p:nvSpPr>
          <p:cNvPr id="179"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80" name="PlaceHolder 3"/>
          <p:cNvSpPr>
            <a:spLocks noGrp="1"/>
          </p:cNvSpPr>
          <p:nvPr>
            <p:ph type="sldNum" idx="38"/>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709E2EBB-67C4-4570-B062-3BB125F9BA99}"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sldImg"/>
          </p:nvPr>
        </p:nvSpPr>
        <p:spPr>
          <a:xfrm>
            <a:off x="685800" y="1143000"/>
            <a:ext cx="5483880" cy="3083760"/>
          </a:xfrm>
          <a:prstGeom prst="rect">
            <a:avLst/>
          </a:prstGeom>
          <a:ln w="0">
            <a:noFill/>
          </a:ln>
        </p:spPr>
      </p:sp>
      <p:sp>
        <p:nvSpPr>
          <p:cNvPr id="182"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Mandatory options , </a:t>
            </a: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Optional options</a:t>
            </a:r>
            <a:endParaRPr lang="en-AU" sz="2400" b="0" u="none" strike="noStrike">
              <a:solidFill>
                <a:srgbClr val="000000"/>
              </a:solidFill>
              <a:effectLst/>
              <a:uFillTx/>
              <a:latin typeface="Arial"/>
            </a:endParaRPr>
          </a:p>
        </p:txBody>
      </p:sp>
      <p:sp>
        <p:nvSpPr>
          <p:cNvPr id="183" name="PlaceHolder 3"/>
          <p:cNvSpPr>
            <a:spLocks noGrp="1"/>
          </p:cNvSpPr>
          <p:nvPr>
            <p:ph type="sldNum" idx="39"/>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77B3A91E-C23E-4FFF-B587-C52BED4B5535}"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Img"/>
          </p:nvPr>
        </p:nvSpPr>
        <p:spPr>
          <a:xfrm>
            <a:off x="685800" y="1143000"/>
            <a:ext cx="5483880" cy="3083760"/>
          </a:xfrm>
          <a:prstGeom prst="rect">
            <a:avLst/>
          </a:prstGeom>
          <a:ln w="0">
            <a:noFill/>
          </a:ln>
        </p:spPr>
      </p:sp>
      <p:sp>
        <p:nvSpPr>
          <p:cNvPr id="185"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Mandatory options , </a:t>
            </a: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Optional options</a:t>
            </a:r>
            <a:endParaRPr lang="en-AU" sz="2400" b="0" u="none" strike="noStrike">
              <a:solidFill>
                <a:srgbClr val="000000"/>
              </a:solidFill>
              <a:effectLst/>
              <a:uFillTx/>
              <a:latin typeface="Arial"/>
            </a:endParaRPr>
          </a:p>
        </p:txBody>
      </p:sp>
      <p:sp>
        <p:nvSpPr>
          <p:cNvPr id="186" name="PlaceHolder 3"/>
          <p:cNvSpPr>
            <a:spLocks noGrp="1"/>
          </p:cNvSpPr>
          <p:nvPr>
            <p:ph type="sldNum" idx="40"/>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FF3A03E6-39AF-4C23-9759-E35F87A2688D}"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685800" y="1143000"/>
            <a:ext cx="5483880" cy="3083760"/>
          </a:xfrm>
          <a:prstGeom prst="rect">
            <a:avLst/>
          </a:prstGeom>
          <a:ln w="0">
            <a:noFill/>
          </a:ln>
        </p:spPr>
      </p:sp>
      <p:sp>
        <p:nvSpPr>
          <p:cNvPr id="188"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Mandatory options , </a:t>
            </a: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Optional options</a:t>
            </a:r>
            <a:endParaRPr lang="en-AU" sz="2400" b="0" u="none" strike="noStrike">
              <a:solidFill>
                <a:srgbClr val="000000"/>
              </a:solidFill>
              <a:effectLst/>
              <a:uFillTx/>
              <a:latin typeface="Arial"/>
            </a:endParaRPr>
          </a:p>
        </p:txBody>
      </p:sp>
      <p:sp>
        <p:nvSpPr>
          <p:cNvPr id="189" name="PlaceHolder 3"/>
          <p:cNvSpPr>
            <a:spLocks noGrp="1"/>
          </p:cNvSpPr>
          <p:nvPr>
            <p:ph type="sldNum" idx="41"/>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864FE162-1F08-423C-B5D1-F74929D6D032}"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Img"/>
          </p:nvPr>
        </p:nvSpPr>
        <p:spPr>
          <a:xfrm>
            <a:off x="685800" y="1143000"/>
            <a:ext cx="5483880" cy="3083760"/>
          </a:xfrm>
          <a:prstGeom prst="rect">
            <a:avLst/>
          </a:prstGeom>
          <a:ln w="0">
            <a:noFill/>
          </a:ln>
        </p:spPr>
      </p:sp>
      <p:sp>
        <p:nvSpPr>
          <p:cNvPr id="191"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Mandatory options , </a:t>
            </a: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Optional options</a:t>
            </a:r>
            <a:endParaRPr lang="en-AU" sz="2400" b="0" u="none" strike="noStrike">
              <a:solidFill>
                <a:srgbClr val="000000"/>
              </a:solidFill>
              <a:effectLst/>
              <a:uFillTx/>
              <a:latin typeface="Arial"/>
            </a:endParaRPr>
          </a:p>
        </p:txBody>
      </p:sp>
      <p:sp>
        <p:nvSpPr>
          <p:cNvPr id="192" name="PlaceHolder 3"/>
          <p:cNvSpPr>
            <a:spLocks noGrp="1"/>
          </p:cNvSpPr>
          <p:nvPr>
            <p:ph type="sldNum" idx="42"/>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65404DA7-B8F7-4A3C-9AE2-DC7374C63313}"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685800" y="1143000"/>
            <a:ext cx="5483880" cy="3083760"/>
          </a:xfrm>
          <a:prstGeom prst="rect">
            <a:avLst/>
          </a:prstGeom>
          <a:ln w="0">
            <a:noFill/>
          </a:ln>
        </p:spPr>
      </p:sp>
      <p:sp>
        <p:nvSpPr>
          <p:cNvPr id="194"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Mandatory options , </a:t>
            </a: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Optional options</a:t>
            </a:r>
            <a:endParaRPr lang="en-AU" sz="2400" b="0" u="none" strike="noStrike">
              <a:solidFill>
                <a:srgbClr val="000000"/>
              </a:solidFill>
              <a:effectLst/>
              <a:uFillTx/>
              <a:latin typeface="Arial"/>
            </a:endParaRPr>
          </a:p>
        </p:txBody>
      </p:sp>
      <p:sp>
        <p:nvSpPr>
          <p:cNvPr id="195" name="PlaceHolder 3"/>
          <p:cNvSpPr>
            <a:spLocks noGrp="1"/>
          </p:cNvSpPr>
          <p:nvPr>
            <p:ph type="sldNum" idx="43"/>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E2A20F3A-4733-4F48-89ED-B15FF6D8415C}"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Img"/>
          </p:nvPr>
        </p:nvSpPr>
        <p:spPr>
          <a:xfrm>
            <a:off x="685800" y="1143000"/>
            <a:ext cx="5483880" cy="3083760"/>
          </a:xfrm>
          <a:prstGeom prst="rect">
            <a:avLst/>
          </a:prstGeom>
          <a:ln w="0">
            <a:noFill/>
          </a:ln>
        </p:spPr>
      </p:sp>
      <p:sp>
        <p:nvSpPr>
          <p:cNvPr id="197"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Mandatory options , </a:t>
            </a: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Optional options</a:t>
            </a:r>
            <a:endParaRPr lang="en-AU" sz="2400" b="0" u="none" strike="noStrike">
              <a:solidFill>
                <a:srgbClr val="000000"/>
              </a:solidFill>
              <a:effectLst/>
              <a:uFillTx/>
              <a:latin typeface="Arial"/>
            </a:endParaRPr>
          </a:p>
        </p:txBody>
      </p:sp>
      <p:sp>
        <p:nvSpPr>
          <p:cNvPr id="198" name="PlaceHolder 3"/>
          <p:cNvSpPr>
            <a:spLocks noGrp="1"/>
          </p:cNvSpPr>
          <p:nvPr>
            <p:ph type="sldNum" idx="44"/>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4678E959-8C17-41A2-97A5-CC8CAE5E6073}"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sldImg"/>
          </p:nvPr>
        </p:nvSpPr>
        <p:spPr>
          <a:xfrm>
            <a:off x="685800" y="1143000"/>
            <a:ext cx="5484240" cy="3083760"/>
          </a:xfrm>
          <a:prstGeom prst="rect">
            <a:avLst/>
          </a:prstGeom>
          <a:ln w="0">
            <a:noFill/>
          </a:ln>
        </p:spPr>
      </p:sp>
      <p:sp>
        <p:nvSpPr>
          <p:cNvPr id="200"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Mandatory options , </a:t>
            </a: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Optional options</a:t>
            </a:r>
            <a:endParaRPr lang="en-AU" sz="2400" b="0" u="none" strike="noStrike">
              <a:solidFill>
                <a:srgbClr val="000000"/>
              </a:solidFill>
              <a:effectLst/>
              <a:uFillTx/>
              <a:latin typeface="Arial"/>
            </a:endParaRPr>
          </a:p>
        </p:txBody>
      </p:sp>
      <p:sp>
        <p:nvSpPr>
          <p:cNvPr id="201" name="PlaceHolder 3"/>
          <p:cNvSpPr>
            <a:spLocks noGrp="1"/>
          </p:cNvSpPr>
          <p:nvPr>
            <p:ph type="sldNum" idx="45"/>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48817F20-0565-4B33-8586-4437BD76875B}"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sldImg"/>
          </p:nvPr>
        </p:nvSpPr>
        <p:spPr>
          <a:xfrm>
            <a:off x="685800" y="1143000"/>
            <a:ext cx="5483880" cy="3083760"/>
          </a:xfrm>
          <a:prstGeom prst="rect">
            <a:avLst/>
          </a:prstGeom>
          <a:ln w="0">
            <a:noFill/>
          </a:ln>
        </p:spPr>
      </p:sp>
      <p:sp>
        <p:nvSpPr>
          <p:cNvPr id="203"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Mandatory options , </a:t>
            </a: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Optional options</a:t>
            </a:r>
            <a:endParaRPr lang="en-AU" sz="2400" b="0" u="none" strike="noStrike">
              <a:solidFill>
                <a:srgbClr val="000000"/>
              </a:solidFill>
              <a:effectLst/>
              <a:uFillTx/>
              <a:latin typeface="Arial"/>
            </a:endParaRPr>
          </a:p>
        </p:txBody>
      </p:sp>
      <p:sp>
        <p:nvSpPr>
          <p:cNvPr id="204" name="PlaceHolder 3"/>
          <p:cNvSpPr>
            <a:spLocks noGrp="1"/>
          </p:cNvSpPr>
          <p:nvPr>
            <p:ph type="sldNum" idx="46"/>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1F6D3348-3254-44D4-B00D-4A3A1EE16B72}"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sldImg"/>
          </p:nvPr>
        </p:nvSpPr>
        <p:spPr>
          <a:xfrm>
            <a:off x="685800" y="1143000"/>
            <a:ext cx="5483880" cy="3083760"/>
          </a:xfrm>
          <a:prstGeom prst="rect">
            <a:avLst/>
          </a:prstGeom>
          <a:ln w="0">
            <a:noFill/>
          </a:ln>
        </p:spPr>
      </p:sp>
      <p:sp>
        <p:nvSpPr>
          <p:cNvPr id="206"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Mandatory options , </a:t>
            </a: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Optional options</a:t>
            </a:r>
            <a:endParaRPr lang="en-AU" sz="2400" b="0" u="none" strike="noStrike">
              <a:solidFill>
                <a:srgbClr val="000000"/>
              </a:solidFill>
              <a:effectLst/>
              <a:uFillTx/>
              <a:latin typeface="Arial"/>
            </a:endParaRPr>
          </a:p>
        </p:txBody>
      </p:sp>
      <p:sp>
        <p:nvSpPr>
          <p:cNvPr id="207" name="PlaceHolder 3"/>
          <p:cNvSpPr>
            <a:spLocks noGrp="1"/>
          </p:cNvSpPr>
          <p:nvPr>
            <p:ph type="sldNum" idx="47"/>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7A462039-9A25-4CA3-9999-B7D3B9728147}"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sldImg"/>
          </p:nvPr>
        </p:nvSpPr>
        <p:spPr>
          <a:xfrm>
            <a:off x="685800" y="1143000"/>
            <a:ext cx="5483880" cy="3083760"/>
          </a:xfrm>
          <a:prstGeom prst="rect">
            <a:avLst/>
          </a:prstGeom>
          <a:ln w="0">
            <a:noFill/>
          </a:ln>
        </p:spPr>
      </p:sp>
      <p:sp>
        <p:nvSpPr>
          <p:cNvPr id="209"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Mandatory options , </a:t>
            </a: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Optional options</a:t>
            </a:r>
            <a:endParaRPr lang="en-AU" sz="2400" b="0" u="none" strike="noStrike">
              <a:solidFill>
                <a:srgbClr val="000000"/>
              </a:solidFill>
              <a:effectLst/>
              <a:uFillTx/>
              <a:latin typeface="Arial"/>
            </a:endParaRPr>
          </a:p>
        </p:txBody>
      </p:sp>
      <p:sp>
        <p:nvSpPr>
          <p:cNvPr id="210" name="PlaceHolder 3"/>
          <p:cNvSpPr>
            <a:spLocks noGrp="1"/>
          </p:cNvSpPr>
          <p:nvPr>
            <p:ph type="sldNum" idx="48"/>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DA13B13E-562C-4487-9940-47D6B920459B}"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sldImg"/>
          </p:nvPr>
        </p:nvSpPr>
        <p:spPr>
          <a:xfrm>
            <a:off x="685800" y="1143000"/>
            <a:ext cx="5484240" cy="3083760"/>
          </a:xfrm>
          <a:prstGeom prst="rect">
            <a:avLst/>
          </a:prstGeom>
          <a:ln w="0">
            <a:noFill/>
          </a:ln>
        </p:spPr>
      </p:sp>
      <p:sp>
        <p:nvSpPr>
          <p:cNvPr id="212" name="PlaceHolder 2"/>
          <p:cNvSpPr>
            <a:spLocks noGrp="1"/>
          </p:cNvSpPr>
          <p:nvPr>
            <p:ph type="body"/>
          </p:nvPr>
        </p:nvSpPr>
        <p:spPr>
          <a:xfrm>
            <a:off x="685800" y="4400640"/>
            <a:ext cx="548424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Mandatory options , </a:t>
            </a: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Optional options</a:t>
            </a:r>
            <a:endParaRPr lang="en-AU" sz="2400" b="0" u="none" strike="noStrike">
              <a:solidFill>
                <a:srgbClr val="000000"/>
              </a:solidFill>
              <a:effectLst/>
              <a:uFillTx/>
              <a:latin typeface="Arial"/>
            </a:endParaRPr>
          </a:p>
        </p:txBody>
      </p:sp>
      <p:sp>
        <p:nvSpPr>
          <p:cNvPr id="213" name="PlaceHolder 3"/>
          <p:cNvSpPr>
            <a:spLocks noGrp="1"/>
          </p:cNvSpPr>
          <p:nvPr>
            <p:ph type="sldNum" idx="49"/>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D397FD60-E5AE-4824-9490-E397EB9A00CC}"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sldImg"/>
          </p:nvPr>
        </p:nvSpPr>
        <p:spPr>
          <a:xfrm>
            <a:off x="685800" y="1143000"/>
            <a:ext cx="5484240" cy="3083760"/>
          </a:xfrm>
          <a:prstGeom prst="rect">
            <a:avLst/>
          </a:prstGeom>
          <a:ln w="0">
            <a:noFill/>
          </a:ln>
        </p:spPr>
      </p:sp>
      <p:sp>
        <p:nvSpPr>
          <p:cNvPr id="215" name="PlaceHolder 2"/>
          <p:cNvSpPr>
            <a:spLocks noGrp="1"/>
          </p:cNvSpPr>
          <p:nvPr>
            <p:ph type="body"/>
          </p:nvPr>
        </p:nvSpPr>
        <p:spPr>
          <a:xfrm>
            <a:off x="685800" y="4400640"/>
            <a:ext cx="548424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Mandatory options , </a:t>
            </a: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Optional options</a:t>
            </a:r>
            <a:endParaRPr lang="en-AU" sz="2400" b="0" u="none" strike="noStrike">
              <a:solidFill>
                <a:srgbClr val="000000"/>
              </a:solidFill>
              <a:effectLst/>
              <a:uFillTx/>
              <a:latin typeface="Arial"/>
            </a:endParaRPr>
          </a:p>
        </p:txBody>
      </p:sp>
      <p:sp>
        <p:nvSpPr>
          <p:cNvPr id="216" name="PlaceHolder 3"/>
          <p:cNvSpPr>
            <a:spLocks noGrp="1"/>
          </p:cNvSpPr>
          <p:nvPr>
            <p:ph type="sldNum" idx="50"/>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6C44F04C-1A4A-4851-A7E9-E6670EB111A1}"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sldImg"/>
          </p:nvPr>
        </p:nvSpPr>
        <p:spPr>
          <a:xfrm>
            <a:off x="685800" y="1143000"/>
            <a:ext cx="5484240" cy="3083760"/>
          </a:xfrm>
          <a:prstGeom prst="rect">
            <a:avLst/>
          </a:prstGeom>
          <a:ln w="0">
            <a:noFill/>
          </a:ln>
        </p:spPr>
      </p:sp>
      <p:sp>
        <p:nvSpPr>
          <p:cNvPr id="218" name="PlaceHolder 2"/>
          <p:cNvSpPr>
            <a:spLocks noGrp="1"/>
          </p:cNvSpPr>
          <p:nvPr>
            <p:ph type="body"/>
          </p:nvPr>
        </p:nvSpPr>
        <p:spPr>
          <a:xfrm>
            <a:off x="685800" y="4400640"/>
            <a:ext cx="548424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Mandatory options , </a:t>
            </a: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Optional options</a:t>
            </a:r>
            <a:endParaRPr lang="en-AU" sz="2400" b="0" u="none" strike="noStrike">
              <a:solidFill>
                <a:srgbClr val="000000"/>
              </a:solidFill>
              <a:effectLst/>
              <a:uFillTx/>
              <a:latin typeface="Arial"/>
            </a:endParaRPr>
          </a:p>
        </p:txBody>
      </p:sp>
      <p:sp>
        <p:nvSpPr>
          <p:cNvPr id="219" name="PlaceHolder 3"/>
          <p:cNvSpPr>
            <a:spLocks noGrp="1"/>
          </p:cNvSpPr>
          <p:nvPr>
            <p:ph type="sldNum" idx="51"/>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9F9C4F05-FA43-4D0C-9887-550C9B463955}"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sldImg"/>
          </p:nvPr>
        </p:nvSpPr>
        <p:spPr>
          <a:xfrm>
            <a:off x="685800" y="1143000"/>
            <a:ext cx="5484240" cy="3083760"/>
          </a:xfrm>
          <a:prstGeom prst="rect">
            <a:avLst/>
          </a:prstGeom>
          <a:ln w="0">
            <a:noFill/>
          </a:ln>
        </p:spPr>
      </p:sp>
      <p:sp>
        <p:nvSpPr>
          <p:cNvPr id="221" name="PlaceHolder 2"/>
          <p:cNvSpPr>
            <a:spLocks noGrp="1"/>
          </p:cNvSpPr>
          <p:nvPr>
            <p:ph type="body"/>
          </p:nvPr>
        </p:nvSpPr>
        <p:spPr>
          <a:xfrm>
            <a:off x="685800" y="4400640"/>
            <a:ext cx="548424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Mandatory options , </a:t>
            </a: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Optional options</a:t>
            </a:r>
            <a:endParaRPr lang="en-AU" sz="2400" b="0" u="none" strike="noStrike">
              <a:solidFill>
                <a:srgbClr val="000000"/>
              </a:solidFill>
              <a:effectLst/>
              <a:uFillTx/>
              <a:latin typeface="Arial"/>
            </a:endParaRPr>
          </a:p>
        </p:txBody>
      </p:sp>
      <p:sp>
        <p:nvSpPr>
          <p:cNvPr id="222" name="PlaceHolder 3"/>
          <p:cNvSpPr>
            <a:spLocks noGrp="1"/>
          </p:cNvSpPr>
          <p:nvPr>
            <p:ph type="sldNum" idx="52"/>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57C97A0C-FA3B-44BD-BB1E-134C1D9DBF16}"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sldImg"/>
          </p:nvPr>
        </p:nvSpPr>
        <p:spPr>
          <a:xfrm>
            <a:off x="685800" y="1143000"/>
            <a:ext cx="5484240" cy="3083760"/>
          </a:xfrm>
          <a:prstGeom prst="rect">
            <a:avLst/>
          </a:prstGeom>
          <a:ln w="0">
            <a:noFill/>
          </a:ln>
        </p:spPr>
      </p:sp>
      <p:sp>
        <p:nvSpPr>
          <p:cNvPr id="224" name="PlaceHolder 2"/>
          <p:cNvSpPr>
            <a:spLocks noGrp="1"/>
          </p:cNvSpPr>
          <p:nvPr>
            <p:ph type="body"/>
          </p:nvPr>
        </p:nvSpPr>
        <p:spPr>
          <a:xfrm>
            <a:off x="685800" y="4400640"/>
            <a:ext cx="548424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Mandatory options , </a:t>
            </a: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Optional options</a:t>
            </a:r>
            <a:endParaRPr lang="en-AU" sz="2400" b="0" u="none" strike="noStrike">
              <a:solidFill>
                <a:srgbClr val="000000"/>
              </a:solidFill>
              <a:effectLst/>
              <a:uFillTx/>
              <a:latin typeface="Arial"/>
            </a:endParaRPr>
          </a:p>
        </p:txBody>
      </p:sp>
      <p:sp>
        <p:nvSpPr>
          <p:cNvPr id="225" name="PlaceHolder 3"/>
          <p:cNvSpPr>
            <a:spLocks noGrp="1"/>
          </p:cNvSpPr>
          <p:nvPr>
            <p:ph type="sldNum" idx="53"/>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A74B5A2D-D1E7-485E-AB3F-649F27ED48A6}"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sldImg"/>
          </p:nvPr>
        </p:nvSpPr>
        <p:spPr>
          <a:xfrm>
            <a:off x="685800" y="1143000"/>
            <a:ext cx="5484240" cy="3083760"/>
          </a:xfrm>
          <a:prstGeom prst="rect">
            <a:avLst/>
          </a:prstGeom>
          <a:ln w="0">
            <a:noFill/>
          </a:ln>
        </p:spPr>
      </p:sp>
      <p:sp>
        <p:nvSpPr>
          <p:cNvPr id="227" name="PlaceHolder 2"/>
          <p:cNvSpPr>
            <a:spLocks noGrp="1"/>
          </p:cNvSpPr>
          <p:nvPr>
            <p:ph type="body"/>
          </p:nvPr>
        </p:nvSpPr>
        <p:spPr>
          <a:xfrm>
            <a:off x="685800" y="4400640"/>
            <a:ext cx="548424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Mandatory options , </a:t>
            </a: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Optional options</a:t>
            </a:r>
            <a:endParaRPr lang="en-AU" sz="2400" b="0" u="none" strike="noStrike">
              <a:solidFill>
                <a:srgbClr val="000000"/>
              </a:solidFill>
              <a:effectLst/>
              <a:uFillTx/>
              <a:latin typeface="Arial"/>
            </a:endParaRPr>
          </a:p>
        </p:txBody>
      </p:sp>
      <p:sp>
        <p:nvSpPr>
          <p:cNvPr id="228" name="PlaceHolder 3"/>
          <p:cNvSpPr>
            <a:spLocks noGrp="1"/>
          </p:cNvSpPr>
          <p:nvPr>
            <p:ph type="sldNum" idx="54"/>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2C60C9E8-A84A-4416-AAD1-6F8917391AF7}"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sldImg"/>
          </p:nvPr>
        </p:nvSpPr>
        <p:spPr>
          <a:xfrm>
            <a:off x="685800" y="1143000"/>
            <a:ext cx="5484240" cy="3083760"/>
          </a:xfrm>
          <a:prstGeom prst="rect">
            <a:avLst/>
          </a:prstGeom>
          <a:ln w="0">
            <a:noFill/>
          </a:ln>
        </p:spPr>
      </p:sp>
      <p:sp>
        <p:nvSpPr>
          <p:cNvPr id="230" name="PlaceHolder 2"/>
          <p:cNvSpPr>
            <a:spLocks noGrp="1"/>
          </p:cNvSpPr>
          <p:nvPr>
            <p:ph type="body"/>
          </p:nvPr>
        </p:nvSpPr>
        <p:spPr>
          <a:xfrm>
            <a:off x="685800" y="4400640"/>
            <a:ext cx="548424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Mandatory options , </a:t>
            </a: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Optional options</a:t>
            </a:r>
            <a:endParaRPr lang="en-AU" sz="2400" b="0" u="none" strike="noStrike">
              <a:solidFill>
                <a:srgbClr val="000000"/>
              </a:solidFill>
              <a:effectLst/>
              <a:uFillTx/>
              <a:latin typeface="Arial"/>
            </a:endParaRPr>
          </a:p>
        </p:txBody>
      </p:sp>
      <p:sp>
        <p:nvSpPr>
          <p:cNvPr id="231" name="PlaceHolder 3"/>
          <p:cNvSpPr>
            <a:spLocks noGrp="1"/>
          </p:cNvSpPr>
          <p:nvPr>
            <p:ph type="sldNum" idx="55"/>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73816C22-EF46-4ED9-BC3F-189893AED676}"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sldImg"/>
          </p:nvPr>
        </p:nvSpPr>
        <p:spPr>
          <a:xfrm>
            <a:off x="685800" y="1143000"/>
            <a:ext cx="5484240" cy="3083760"/>
          </a:xfrm>
          <a:prstGeom prst="rect">
            <a:avLst/>
          </a:prstGeom>
          <a:ln w="0">
            <a:noFill/>
          </a:ln>
        </p:spPr>
      </p:sp>
      <p:sp>
        <p:nvSpPr>
          <p:cNvPr id="233" name="PlaceHolder 2"/>
          <p:cNvSpPr>
            <a:spLocks noGrp="1"/>
          </p:cNvSpPr>
          <p:nvPr>
            <p:ph type="body"/>
          </p:nvPr>
        </p:nvSpPr>
        <p:spPr>
          <a:xfrm>
            <a:off x="685800" y="4400640"/>
            <a:ext cx="548424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Mandatory options , </a:t>
            </a: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Optional options</a:t>
            </a:r>
            <a:endParaRPr lang="en-AU" sz="2400" b="0" u="none" strike="noStrike">
              <a:solidFill>
                <a:srgbClr val="000000"/>
              </a:solidFill>
              <a:effectLst/>
              <a:uFillTx/>
              <a:latin typeface="Arial"/>
            </a:endParaRPr>
          </a:p>
        </p:txBody>
      </p:sp>
      <p:sp>
        <p:nvSpPr>
          <p:cNvPr id="234" name="PlaceHolder 3"/>
          <p:cNvSpPr>
            <a:spLocks noGrp="1"/>
          </p:cNvSpPr>
          <p:nvPr>
            <p:ph type="sldNum" idx="56"/>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9174DB96-FFBD-4117-BFE4-317E0732A7D3}"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sldImg"/>
          </p:nvPr>
        </p:nvSpPr>
        <p:spPr>
          <a:xfrm>
            <a:off x="685800" y="1143000"/>
            <a:ext cx="5484240" cy="3083760"/>
          </a:xfrm>
          <a:prstGeom prst="rect">
            <a:avLst/>
          </a:prstGeom>
          <a:ln w="0">
            <a:noFill/>
          </a:ln>
        </p:spPr>
      </p:sp>
      <p:sp>
        <p:nvSpPr>
          <p:cNvPr id="236" name="PlaceHolder 2"/>
          <p:cNvSpPr>
            <a:spLocks noGrp="1"/>
          </p:cNvSpPr>
          <p:nvPr>
            <p:ph type="body"/>
          </p:nvPr>
        </p:nvSpPr>
        <p:spPr>
          <a:xfrm>
            <a:off x="685800" y="4400640"/>
            <a:ext cx="548424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Mandatory options , </a:t>
            </a: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Optional options</a:t>
            </a:r>
            <a:endParaRPr lang="en-AU" sz="2400" b="0" u="none" strike="noStrike">
              <a:solidFill>
                <a:srgbClr val="000000"/>
              </a:solidFill>
              <a:effectLst/>
              <a:uFillTx/>
              <a:latin typeface="Arial"/>
            </a:endParaRPr>
          </a:p>
        </p:txBody>
      </p:sp>
      <p:sp>
        <p:nvSpPr>
          <p:cNvPr id="237" name="PlaceHolder 3"/>
          <p:cNvSpPr>
            <a:spLocks noGrp="1"/>
          </p:cNvSpPr>
          <p:nvPr>
            <p:ph type="sldNum" idx="57"/>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B6BE5E0D-785A-4681-9572-07FFE55B7541}"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sldImg"/>
          </p:nvPr>
        </p:nvSpPr>
        <p:spPr>
          <a:xfrm>
            <a:off x="685800" y="1143000"/>
            <a:ext cx="5484240" cy="3083760"/>
          </a:xfrm>
          <a:prstGeom prst="rect">
            <a:avLst/>
          </a:prstGeom>
          <a:ln w="0">
            <a:noFill/>
          </a:ln>
        </p:spPr>
      </p:sp>
      <p:sp>
        <p:nvSpPr>
          <p:cNvPr id="239" name="PlaceHolder 2"/>
          <p:cNvSpPr>
            <a:spLocks noGrp="1"/>
          </p:cNvSpPr>
          <p:nvPr>
            <p:ph type="body"/>
          </p:nvPr>
        </p:nvSpPr>
        <p:spPr>
          <a:xfrm>
            <a:off x="685800" y="4400640"/>
            <a:ext cx="548424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Mandatory options , </a:t>
            </a: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Optional options</a:t>
            </a:r>
            <a:endParaRPr lang="en-AU" sz="2400" b="0" u="none" strike="noStrike">
              <a:solidFill>
                <a:srgbClr val="000000"/>
              </a:solidFill>
              <a:effectLst/>
              <a:uFillTx/>
              <a:latin typeface="Arial"/>
            </a:endParaRPr>
          </a:p>
        </p:txBody>
      </p:sp>
      <p:sp>
        <p:nvSpPr>
          <p:cNvPr id="240" name="PlaceHolder 3"/>
          <p:cNvSpPr>
            <a:spLocks noGrp="1"/>
          </p:cNvSpPr>
          <p:nvPr>
            <p:ph type="sldNum" idx="58"/>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C95414DC-E495-4FE3-9B7C-E94F1C2473B0}"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685800" y="1143000"/>
            <a:ext cx="5484240" cy="3083760"/>
          </a:xfrm>
          <a:prstGeom prst="rect">
            <a:avLst/>
          </a:prstGeom>
          <a:ln w="0">
            <a:noFill/>
          </a:ln>
        </p:spPr>
      </p:sp>
      <p:sp>
        <p:nvSpPr>
          <p:cNvPr id="242" name="PlaceHolder 2"/>
          <p:cNvSpPr>
            <a:spLocks noGrp="1"/>
          </p:cNvSpPr>
          <p:nvPr>
            <p:ph type="body"/>
          </p:nvPr>
        </p:nvSpPr>
        <p:spPr>
          <a:xfrm>
            <a:off x="685800" y="4400640"/>
            <a:ext cx="548424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Mandatory options , </a:t>
            </a:r>
            <a:r>
              <a:rPr lang="en-US" sz="2000" b="0" u="none" strike="noStrike">
                <a:solidFill>
                  <a:srgbClr val="00B050"/>
                </a:solidFill>
                <a:effectLst/>
                <a:uFillTx/>
                <a:latin typeface="Arial"/>
              </a:rPr>
              <a:t>[ ] </a:t>
            </a:r>
            <a:r>
              <a:rPr lang="en-US" sz="2400" b="0" u="none" strike="noStrike">
                <a:solidFill>
                  <a:srgbClr val="000000"/>
                </a:solidFill>
                <a:effectLst/>
                <a:uFillTx/>
                <a:latin typeface="Arial"/>
              </a:rPr>
              <a:t>: Optional options</a:t>
            </a:r>
            <a:endParaRPr lang="en-AU" sz="2400" b="0" u="none" strike="noStrike">
              <a:solidFill>
                <a:srgbClr val="000000"/>
              </a:solidFill>
              <a:effectLst/>
              <a:uFillTx/>
              <a:latin typeface="Arial"/>
            </a:endParaRPr>
          </a:p>
        </p:txBody>
      </p:sp>
      <p:sp>
        <p:nvSpPr>
          <p:cNvPr id="243" name="PlaceHolder 3"/>
          <p:cNvSpPr>
            <a:spLocks noGrp="1"/>
          </p:cNvSpPr>
          <p:nvPr>
            <p:ph type="sldNum" idx="59"/>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AU"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D3EDDB6A-C05B-4E3A-A99C-F98E06942A25}" type="slidenum">
              <a:rPr lang="en-AU" sz="1200" b="0" u="none" strike="noStrike">
                <a:solidFill>
                  <a:srgbClr val="000000"/>
                </a:solidFill>
                <a:effectLst/>
                <a:uFillTx/>
                <a:latin typeface="Times New Roman"/>
                <a:ea typeface="+mn-ea"/>
              </a:rPr>
              <a:t>&lt;number&gt;</a:t>
            </a:fld>
            <a:endParaRPr lang="en-AU"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3080" cy="13230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3" name="PlaceHolder 2"/>
          <p:cNvSpPr>
            <a:spLocks noGrp="1"/>
          </p:cNvSpPr>
          <p:nvPr>
            <p:ph type="body"/>
          </p:nvPr>
        </p:nvSpPr>
        <p:spPr>
          <a:xfrm>
            <a:off x="838080" y="1825560"/>
            <a:ext cx="5178960" cy="43488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4" name="PlaceHolder 3"/>
          <p:cNvSpPr>
            <a:spLocks noGrp="1"/>
          </p:cNvSpPr>
          <p:nvPr>
            <p:ph type="body"/>
          </p:nvPr>
        </p:nvSpPr>
        <p:spPr>
          <a:xfrm>
            <a:off x="6172200" y="1825560"/>
            <a:ext cx="5178960" cy="43488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5" name="PlaceHolder 4"/>
          <p:cNvSpPr>
            <a:spLocks noGrp="1"/>
          </p:cNvSpPr>
          <p:nvPr>
            <p:ph type="dt" idx="1"/>
          </p:nvPr>
        </p:nvSpPr>
        <p:spPr>
          <a:xfrm>
            <a:off x="838080" y="6356520"/>
            <a:ext cx="2740680" cy="3625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6" name="PlaceHolder 5"/>
          <p:cNvSpPr>
            <a:spLocks noGrp="1"/>
          </p:cNvSpPr>
          <p:nvPr>
            <p:ph type="ftr" idx="2"/>
          </p:nvPr>
        </p:nvSpPr>
        <p:spPr>
          <a:xfrm>
            <a:off x="4038480" y="6356520"/>
            <a:ext cx="4112280" cy="3625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7" name="PlaceHolder 6"/>
          <p:cNvSpPr>
            <a:spLocks noGrp="1"/>
          </p:cNvSpPr>
          <p:nvPr>
            <p:ph type="sldNum" idx="3"/>
          </p:nvPr>
        </p:nvSpPr>
        <p:spPr>
          <a:xfrm>
            <a:off x="8610480" y="6356520"/>
            <a:ext cx="274068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F4A48415-0922-40F6-AA59-65CDFAFBBC30}"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839880" y="365040"/>
            <a:ext cx="10513080" cy="13230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9" name="PlaceHolder 2"/>
          <p:cNvSpPr>
            <a:spLocks noGrp="1"/>
          </p:cNvSpPr>
          <p:nvPr>
            <p:ph type="body"/>
          </p:nvPr>
        </p:nvSpPr>
        <p:spPr>
          <a:xfrm>
            <a:off x="839880" y="1681200"/>
            <a:ext cx="5155200" cy="821520"/>
          </a:xfrm>
          <a:prstGeom prst="rect">
            <a:avLst/>
          </a:prstGeom>
          <a:noFill/>
          <a:ln w="0">
            <a:noFill/>
          </a:ln>
        </p:spPr>
        <p:txBody>
          <a:bodyPr lIns="91440" tIns="45720" rIns="91440" bIns="45720" anchor="b">
            <a:noAutofit/>
          </a:bodyPr>
          <a:lstStyle>
            <a:lvl1pPr marL="228600"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marL="228600"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10" name="PlaceHolder 3"/>
          <p:cNvSpPr>
            <a:spLocks noGrp="1"/>
          </p:cNvSpPr>
          <p:nvPr>
            <p:ph type="body"/>
          </p:nvPr>
        </p:nvSpPr>
        <p:spPr>
          <a:xfrm>
            <a:off x="839880" y="2505240"/>
            <a:ext cx="5155200" cy="36820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11" name="PlaceHolder 4"/>
          <p:cNvSpPr>
            <a:spLocks noGrp="1"/>
          </p:cNvSpPr>
          <p:nvPr>
            <p:ph type="body"/>
          </p:nvPr>
        </p:nvSpPr>
        <p:spPr>
          <a:xfrm>
            <a:off x="6172200" y="1681200"/>
            <a:ext cx="5180760" cy="821520"/>
          </a:xfrm>
          <a:prstGeom prst="rect">
            <a:avLst/>
          </a:prstGeom>
          <a:noFill/>
          <a:ln w="0">
            <a:noFill/>
          </a:ln>
        </p:spPr>
        <p:txBody>
          <a:bodyPr lIns="91440" tIns="45720" rIns="91440" bIns="45720" anchor="b">
            <a:noAutofit/>
          </a:bodyPr>
          <a:lstStyle>
            <a:lvl1pPr marL="228600"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marL="228600"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12" name="PlaceHolder 5"/>
          <p:cNvSpPr>
            <a:spLocks noGrp="1"/>
          </p:cNvSpPr>
          <p:nvPr>
            <p:ph type="body"/>
          </p:nvPr>
        </p:nvSpPr>
        <p:spPr>
          <a:xfrm>
            <a:off x="6172200" y="2505240"/>
            <a:ext cx="5180760" cy="36820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13" name="PlaceHolder 6"/>
          <p:cNvSpPr>
            <a:spLocks noGrp="1"/>
          </p:cNvSpPr>
          <p:nvPr>
            <p:ph type="dt" idx="4"/>
          </p:nvPr>
        </p:nvSpPr>
        <p:spPr>
          <a:xfrm>
            <a:off x="838080" y="6356520"/>
            <a:ext cx="2740680" cy="3625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14" name="PlaceHolder 7"/>
          <p:cNvSpPr>
            <a:spLocks noGrp="1"/>
          </p:cNvSpPr>
          <p:nvPr>
            <p:ph type="ftr" idx="5"/>
          </p:nvPr>
        </p:nvSpPr>
        <p:spPr>
          <a:xfrm>
            <a:off x="4038480" y="6356520"/>
            <a:ext cx="4112280" cy="3625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15" name="PlaceHolder 8"/>
          <p:cNvSpPr>
            <a:spLocks noGrp="1"/>
          </p:cNvSpPr>
          <p:nvPr>
            <p:ph type="sldNum" idx="6"/>
          </p:nvPr>
        </p:nvSpPr>
        <p:spPr>
          <a:xfrm>
            <a:off x="8610480" y="6356520"/>
            <a:ext cx="274068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AF96922D-0762-4BF2-9701-E54515F167E8}"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3080" cy="13230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17" name="PlaceHolder 2"/>
          <p:cNvSpPr>
            <a:spLocks noGrp="1"/>
          </p:cNvSpPr>
          <p:nvPr>
            <p:ph type="dt" idx="7"/>
          </p:nvPr>
        </p:nvSpPr>
        <p:spPr>
          <a:xfrm>
            <a:off x="838080" y="6356520"/>
            <a:ext cx="2740680" cy="3625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18" name="PlaceHolder 3"/>
          <p:cNvSpPr>
            <a:spLocks noGrp="1"/>
          </p:cNvSpPr>
          <p:nvPr>
            <p:ph type="ftr" idx="8"/>
          </p:nvPr>
        </p:nvSpPr>
        <p:spPr>
          <a:xfrm>
            <a:off x="4038480" y="6356520"/>
            <a:ext cx="4112280" cy="3625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19" name="PlaceHolder 4"/>
          <p:cNvSpPr>
            <a:spLocks noGrp="1"/>
          </p:cNvSpPr>
          <p:nvPr>
            <p:ph type="sldNum" idx="9"/>
          </p:nvPr>
        </p:nvSpPr>
        <p:spPr>
          <a:xfrm>
            <a:off x="8610480" y="6356520"/>
            <a:ext cx="274068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9E0349C4-2AD2-4018-90F9-7FD9777F8E1A}"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839880" y="457200"/>
            <a:ext cx="3929760" cy="159768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3200" b="0" u="none" strike="noStrike">
                <a:solidFill>
                  <a:schemeClr val="dk1"/>
                </a:solidFill>
                <a:effectLst/>
                <a:uFillTx/>
                <a:latin typeface="Aptos Display"/>
              </a:defRPr>
            </a:lvl1pPr>
          </a:lstStyle>
          <a:p>
            <a:pPr indent="0" algn="l" defTabSz="914400">
              <a:lnSpc>
                <a:spcPct val="90000"/>
              </a:lnSpc>
              <a:buNone/>
              <a:tabLst>
                <a:tab pos="0" algn="l"/>
              </a:tabLst>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Display"/>
            </a:endParaRPr>
          </a:p>
        </p:txBody>
      </p:sp>
      <p:sp>
        <p:nvSpPr>
          <p:cNvPr id="21" name="PlaceHolder 2"/>
          <p:cNvSpPr>
            <a:spLocks noGrp="1"/>
          </p:cNvSpPr>
          <p:nvPr>
            <p:ph type="body"/>
          </p:nvPr>
        </p:nvSpPr>
        <p:spPr>
          <a:xfrm>
            <a:off x="5183280" y="987480"/>
            <a:ext cx="6169680" cy="4871160"/>
          </a:xfrm>
          <a:prstGeom prst="rect">
            <a:avLst/>
          </a:prstGeom>
          <a:noFill/>
          <a:ln w="0">
            <a:noFill/>
          </a:ln>
        </p:spPr>
        <p:txBody>
          <a:bodyPr lIns="90000" tIns="45000" rIns="90000" bIns="45000" anchor="t">
            <a:noAutofit/>
          </a:bodyPr>
          <a:lstStyle>
            <a:lvl1pPr marL="228600" indent="0" algn="l" defTabSz="914400">
              <a:lnSpc>
                <a:spcPct val="100000"/>
              </a:lnSpc>
              <a:spcBef>
                <a:spcPts val="1001"/>
              </a:spcBef>
              <a:buNone/>
              <a:tabLst>
                <a:tab pos="0" algn="l"/>
              </a:tabLst>
              <a:defRPr lang="en-US" sz="3200" b="0" u="none" strike="noStrike">
                <a:solidFill>
                  <a:schemeClr val="dk1"/>
                </a:solidFill>
                <a:effectLst/>
                <a:uFillTx/>
                <a:latin typeface="Aptos"/>
              </a:defRPr>
            </a:lvl1pPr>
          </a:lstStyle>
          <a:p>
            <a:pPr marL="228600" indent="0" algn="l" defTabSz="914400">
              <a:lnSpc>
                <a:spcPct val="100000"/>
              </a:lnSpc>
              <a:spcBef>
                <a:spcPts val="1001"/>
              </a:spcBef>
              <a:buNone/>
              <a:tabLst>
                <a:tab pos="0" algn="l"/>
              </a:tabLst>
            </a:pPr>
            <a:r>
              <a:rPr lang="en-US" sz="3200" b="0" u="none" strike="noStrike">
                <a:solidFill>
                  <a:schemeClr val="dk1"/>
                </a:solidFill>
                <a:effectLst/>
                <a:uFillTx/>
                <a:latin typeface="Aptos"/>
              </a:rPr>
              <a:t>Click icon to add picture</a:t>
            </a:r>
            <a:endParaRPr lang="en-US" sz="3200" b="0" u="none" strike="noStrike">
              <a:solidFill>
                <a:schemeClr val="dk1"/>
              </a:solidFill>
              <a:effectLst/>
              <a:uFillTx/>
              <a:latin typeface="Aptos"/>
            </a:endParaRPr>
          </a:p>
        </p:txBody>
      </p:sp>
      <p:sp>
        <p:nvSpPr>
          <p:cNvPr id="22" name="PlaceHolder 3"/>
          <p:cNvSpPr>
            <a:spLocks noGrp="1"/>
          </p:cNvSpPr>
          <p:nvPr>
            <p:ph type="body"/>
          </p:nvPr>
        </p:nvSpPr>
        <p:spPr>
          <a:xfrm>
            <a:off x="839880" y="2057400"/>
            <a:ext cx="3929760" cy="3809160"/>
          </a:xfrm>
          <a:prstGeom prst="rect">
            <a:avLst/>
          </a:prstGeom>
          <a:noFill/>
          <a:ln w="0">
            <a:noFill/>
          </a:ln>
        </p:spPr>
        <p:txBody>
          <a:bodyPr lIns="91440" tIns="45720" rIns="91440" bIns="45720" anchor="t">
            <a:noAutofit/>
          </a:bodyPr>
          <a:lstStyle>
            <a:lvl1pPr marL="228600"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marL="228600"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23" name="PlaceHolder 4"/>
          <p:cNvSpPr>
            <a:spLocks noGrp="1"/>
          </p:cNvSpPr>
          <p:nvPr>
            <p:ph type="dt" idx="10"/>
          </p:nvPr>
        </p:nvSpPr>
        <p:spPr>
          <a:xfrm>
            <a:off x="838080" y="6356520"/>
            <a:ext cx="2740680" cy="3625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24" name="PlaceHolder 5"/>
          <p:cNvSpPr>
            <a:spLocks noGrp="1"/>
          </p:cNvSpPr>
          <p:nvPr>
            <p:ph type="ftr" idx="11"/>
          </p:nvPr>
        </p:nvSpPr>
        <p:spPr>
          <a:xfrm>
            <a:off x="4038480" y="6356520"/>
            <a:ext cx="4112280" cy="3625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25" name="PlaceHolder 6"/>
          <p:cNvSpPr>
            <a:spLocks noGrp="1"/>
          </p:cNvSpPr>
          <p:nvPr>
            <p:ph type="sldNum" idx="12"/>
          </p:nvPr>
        </p:nvSpPr>
        <p:spPr>
          <a:xfrm>
            <a:off x="8610480" y="6356520"/>
            <a:ext cx="274068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2EB7AD73-73FE-4693-8F21-A677DA74C80C}"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dt" idx="13"/>
          </p:nvPr>
        </p:nvSpPr>
        <p:spPr>
          <a:xfrm>
            <a:off x="838080" y="6356520"/>
            <a:ext cx="2740680" cy="3625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27" name="PlaceHolder 2"/>
          <p:cNvSpPr>
            <a:spLocks noGrp="1"/>
          </p:cNvSpPr>
          <p:nvPr>
            <p:ph type="ftr" idx="14"/>
          </p:nvPr>
        </p:nvSpPr>
        <p:spPr>
          <a:xfrm>
            <a:off x="4038480" y="6356520"/>
            <a:ext cx="4112280" cy="3625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28" name="PlaceHolder 3"/>
          <p:cNvSpPr>
            <a:spLocks noGrp="1"/>
          </p:cNvSpPr>
          <p:nvPr>
            <p:ph type="sldNum" idx="15"/>
          </p:nvPr>
        </p:nvSpPr>
        <p:spPr>
          <a:xfrm>
            <a:off x="8610480" y="6356520"/>
            <a:ext cx="274068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5EDCDE66-84AE-48BB-90CC-6EA226A5A0EF}"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839880" y="457200"/>
            <a:ext cx="3929760" cy="159768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3200" b="0" u="none" strike="noStrike">
                <a:solidFill>
                  <a:schemeClr val="dk1"/>
                </a:solidFill>
                <a:effectLst/>
                <a:uFillTx/>
                <a:latin typeface="Aptos Display"/>
              </a:defRPr>
            </a:lvl1pPr>
          </a:lstStyle>
          <a:p>
            <a:pPr indent="0" algn="l" defTabSz="914400">
              <a:lnSpc>
                <a:spcPct val="90000"/>
              </a:lnSpc>
              <a:buNone/>
              <a:tabLst>
                <a:tab pos="0" algn="l"/>
              </a:tabLst>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Display"/>
            </a:endParaRPr>
          </a:p>
        </p:txBody>
      </p:sp>
      <p:sp>
        <p:nvSpPr>
          <p:cNvPr id="30" name="PlaceHolder 2"/>
          <p:cNvSpPr>
            <a:spLocks noGrp="1"/>
          </p:cNvSpPr>
          <p:nvPr>
            <p:ph type="body"/>
          </p:nvPr>
        </p:nvSpPr>
        <p:spPr>
          <a:xfrm>
            <a:off x="5183280" y="987480"/>
            <a:ext cx="6169680" cy="48711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32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8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3200" b="0" u="none" strike="noStrike">
                <a:solidFill>
                  <a:schemeClr val="dk1"/>
                </a:solidFill>
                <a:effectLst/>
                <a:uFillTx/>
                <a:latin typeface="Aptos"/>
              </a:rPr>
              <a:t>Click to edit Master text styles</a:t>
            </a:r>
            <a:endParaRPr lang="en-US" sz="32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800" b="0" u="none" strike="noStrike">
                <a:solidFill>
                  <a:schemeClr val="dk1"/>
                </a:solidFill>
                <a:effectLst/>
                <a:uFillTx/>
                <a:latin typeface="Aptos"/>
              </a:rPr>
              <a:t>Second level</a:t>
            </a:r>
            <a:endParaRPr lang="en-US" sz="28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Third level</a:t>
            </a:r>
            <a:endParaRPr lang="en-US" sz="24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Fourth level</a:t>
            </a:r>
            <a:endParaRPr lang="en-US" sz="20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Fifth level</a:t>
            </a:r>
            <a:endParaRPr lang="en-US" sz="2000" b="0" u="none" strike="noStrike">
              <a:solidFill>
                <a:schemeClr val="dk1"/>
              </a:solidFill>
              <a:effectLst/>
              <a:uFillTx/>
              <a:latin typeface="Aptos"/>
            </a:endParaRPr>
          </a:p>
        </p:txBody>
      </p:sp>
      <p:sp>
        <p:nvSpPr>
          <p:cNvPr id="31" name="PlaceHolder 3"/>
          <p:cNvSpPr>
            <a:spLocks noGrp="1"/>
          </p:cNvSpPr>
          <p:nvPr>
            <p:ph type="body"/>
          </p:nvPr>
        </p:nvSpPr>
        <p:spPr>
          <a:xfrm>
            <a:off x="839880" y="2057400"/>
            <a:ext cx="3929760" cy="3809160"/>
          </a:xfrm>
          <a:prstGeom prst="rect">
            <a:avLst/>
          </a:prstGeom>
          <a:noFill/>
          <a:ln w="0">
            <a:noFill/>
          </a:ln>
        </p:spPr>
        <p:txBody>
          <a:bodyPr lIns="91440" tIns="45720" rIns="91440" bIns="45720" anchor="t">
            <a:noAutofit/>
          </a:bodyPr>
          <a:lstStyle>
            <a:lvl1pPr marL="228600"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marL="228600"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32" name="PlaceHolder 4"/>
          <p:cNvSpPr>
            <a:spLocks noGrp="1"/>
          </p:cNvSpPr>
          <p:nvPr>
            <p:ph type="dt" idx="16"/>
          </p:nvPr>
        </p:nvSpPr>
        <p:spPr>
          <a:xfrm>
            <a:off x="838080" y="6356520"/>
            <a:ext cx="2740680" cy="3625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33" name="PlaceHolder 5"/>
          <p:cNvSpPr>
            <a:spLocks noGrp="1"/>
          </p:cNvSpPr>
          <p:nvPr>
            <p:ph type="ftr" idx="17"/>
          </p:nvPr>
        </p:nvSpPr>
        <p:spPr>
          <a:xfrm>
            <a:off x="4038480" y="6356520"/>
            <a:ext cx="4112280" cy="3625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34" name="PlaceHolder 6"/>
          <p:cNvSpPr>
            <a:spLocks noGrp="1"/>
          </p:cNvSpPr>
          <p:nvPr>
            <p:ph type="sldNum" idx="18"/>
          </p:nvPr>
        </p:nvSpPr>
        <p:spPr>
          <a:xfrm>
            <a:off x="8610480" y="6356520"/>
            <a:ext cx="274068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86FE7735-C112-4DC5-AB3E-7B6F5F1B93D3}"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1523880" y="1122480"/>
            <a:ext cx="9141480" cy="2385000"/>
          </a:xfrm>
          <a:prstGeom prst="rect">
            <a:avLst/>
          </a:prstGeom>
          <a:noFill/>
          <a:ln w="0">
            <a:noFill/>
          </a:ln>
        </p:spPr>
        <p:txBody>
          <a:bodyPr lIns="91440" tIns="45720" rIns="91440" bIns="45720" anchor="b">
            <a:noAutofit/>
          </a:bodyPr>
          <a:lstStyle>
            <a:lvl1pPr indent="0" algn="ctr" defTabSz="914400">
              <a:lnSpc>
                <a:spcPct val="90000"/>
              </a:lnSpc>
              <a:buNone/>
              <a:tabLst>
                <a:tab pos="0" algn="l"/>
              </a:tabLst>
              <a:defRPr lang="en-US" sz="6000" b="0" u="none" strike="noStrike">
                <a:solidFill>
                  <a:schemeClr val="dk1"/>
                </a:solidFill>
                <a:effectLst/>
                <a:uFillTx/>
                <a:latin typeface="Aptos Display"/>
              </a:defRPr>
            </a:lvl1pPr>
          </a:lstStyle>
          <a:p>
            <a:pPr indent="0" algn="ctr" defTabSz="914400">
              <a:lnSpc>
                <a:spcPct val="90000"/>
              </a:lnSpc>
              <a:buNone/>
              <a:tabLst>
                <a:tab pos="0" algn="l"/>
              </a:tabLst>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Display"/>
            </a:endParaRPr>
          </a:p>
        </p:txBody>
      </p:sp>
      <p:sp>
        <p:nvSpPr>
          <p:cNvPr id="36" name="PlaceHolder 2"/>
          <p:cNvSpPr>
            <a:spLocks noGrp="1"/>
          </p:cNvSpPr>
          <p:nvPr>
            <p:ph type="dt" idx="19"/>
          </p:nvPr>
        </p:nvSpPr>
        <p:spPr>
          <a:xfrm>
            <a:off x="838080" y="6356520"/>
            <a:ext cx="2740680" cy="3625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37" name="PlaceHolder 3"/>
          <p:cNvSpPr>
            <a:spLocks noGrp="1"/>
          </p:cNvSpPr>
          <p:nvPr>
            <p:ph type="ftr" idx="20"/>
          </p:nvPr>
        </p:nvSpPr>
        <p:spPr>
          <a:xfrm>
            <a:off x="4038480" y="6356520"/>
            <a:ext cx="4112280" cy="3625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38" name="PlaceHolder 4"/>
          <p:cNvSpPr>
            <a:spLocks noGrp="1"/>
          </p:cNvSpPr>
          <p:nvPr>
            <p:ph type="sldNum" idx="21"/>
          </p:nvPr>
        </p:nvSpPr>
        <p:spPr>
          <a:xfrm>
            <a:off x="8610480" y="6356520"/>
            <a:ext cx="274068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D4C3909A-867C-4466-A301-A37FD4F663B1}"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
        <p:nvSpPr>
          <p:cNvPr id="39" name="PlaceHolder 5"/>
          <p:cNvSpPr>
            <a:spLocks noGrp="1"/>
          </p:cNvSpPr>
          <p:nvPr>
            <p:ph type="body"/>
          </p:nvPr>
        </p:nvSpPr>
        <p:spPr>
          <a:xfrm>
            <a:off x="609480" y="1604520"/>
            <a:ext cx="10970280" cy="397512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ptos"/>
              </a:rPr>
              <a:t>Fifth Outline Level</a:t>
            </a:r>
            <a:endParaRPr lang="en-US" sz="1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3080" cy="13230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41" name="PlaceHolder 2"/>
          <p:cNvSpPr>
            <a:spLocks noGrp="1"/>
          </p:cNvSpPr>
          <p:nvPr>
            <p:ph type="body"/>
          </p:nvPr>
        </p:nvSpPr>
        <p:spPr>
          <a:xfrm>
            <a:off x="838080" y="1825560"/>
            <a:ext cx="10513080" cy="434880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42" name="PlaceHolder 3"/>
          <p:cNvSpPr>
            <a:spLocks noGrp="1"/>
          </p:cNvSpPr>
          <p:nvPr>
            <p:ph type="dt" idx="22"/>
          </p:nvPr>
        </p:nvSpPr>
        <p:spPr>
          <a:xfrm>
            <a:off x="838080" y="6356520"/>
            <a:ext cx="2740680" cy="3625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43" name="PlaceHolder 4"/>
          <p:cNvSpPr>
            <a:spLocks noGrp="1"/>
          </p:cNvSpPr>
          <p:nvPr>
            <p:ph type="ftr" idx="23"/>
          </p:nvPr>
        </p:nvSpPr>
        <p:spPr>
          <a:xfrm>
            <a:off x="4038480" y="6356520"/>
            <a:ext cx="4112280" cy="3625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44" name="PlaceHolder 5"/>
          <p:cNvSpPr>
            <a:spLocks noGrp="1"/>
          </p:cNvSpPr>
          <p:nvPr>
            <p:ph type="sldNum" idx="24"/>
          </p:nvPr>
        </p:nvSpPr>
        <p:spPr>
          <a:xfrm>
            <a:off x="8610480" y="6356520"/>
            <a:ext cx="274068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FD807E35-BF83-4B25-8DF8-483B0B23D81F}"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8724960" y="365040"/>
            <a:ext cx="2626560" cy="5809320"/>
          </a:xfrm>
          <a:prstGeom prst="rect">
            <a:avLst/>
          </a:prstGeom>
          <a:noFill/>
          <a:ln w="0">
            <a:noFill/>
          </a:ln>
        </p:spPr>
        <p:txBody>
          <a:bodyPr lIns="91440" tIns="45720" rIns="91440" bIns="45720" anchor="ctr" vert="eaVert">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46" name="PlaceHolder 2"/>
          <p:cNvSpPr>
            <a:spLocks noGrp="1"/>
          </p:cNvSpPr>
          <p:nvPr>
            <p:ph type="body"/>
          </p:nvPr>
        </p:nvSpPr>
        <p:spPr>
          <a:xfrm>
            <a:off x="838080" y="365040"/>
            <a:ext cx="7731720" cy="580932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47" name="PlaceHolder 3"/>
          <p:cNvSpPr>
            <a:spLocks noGrp="1"/>
          </p:cNvSpPr>
          <p:nvPr>
            <p:ph type="dt" idx="25"/>
          </p:nvPr>
        </p:nvSpPr>
        <p:spPr>
          <a:xfrm>
            <a:off x="838080" y="6356520"/>
            <a:ext cx="2740680" cy="3625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48" name="PlaceHolder 4"/>
          <p:cNvSpPr>
            <a:spLocks noGrp="1"/>
          </p:cNvSpPr>
          <p:nvPr>
            <p:ph type="ftr" idx="26"/>
          </p:nvPr>
        </p:nvSpPr>
        <p:spPr>
          <a:xfrm>
            <a:off x="4038480" y="6356520"/>
            <a:ext cx="4112280" cy="3625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49" name="PlaceHolder 5"/>
          <p:cNvSpPr>
            <a:spLocks noGrp="1"/>
          </p:cNvSpPr>
          <p:nvPr>
            <p:ph type="sldNum" idx="27"/>
          </p:nvPr>
        </p:nvSpPr>
        <p:spPr>
          <a:xfrm>
            <a:off x="8610480" y="6356520"/>
            <a:ext cx="274068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808D6160-22F1-47B0-82F3-496AB1B7FA90}"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3080" cy="132300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51" name="PlaceHolder 2"/>
          <p:cNvSpPr>
            <a:spLocks noGrp="1"/>
          </p:cNvSpPr>
          <p:nvPr>
            <p:ph type="body"/>
          </p:nvPr>
        </p:nvSpPr>
        <p:spPr>
          <a:xfrm>
            <a:off x="838080" y="1825560"/>
            <a:ext cx="10513080" cy="43488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52" name="PlaceHolder 3"/>
          <p:cNvSpPr>
            <a:spLocks noGrp="1"/>
          </p:cNvSpPr>
          <p:nvPr>
            <p:ph type="dt" idx="28"/>
          </p:nvPr>
        </p:nvSpPr>
        <p:spPr>
          <a:xfrm>
            <a:off x="838080" y="6356520"/>
            <a:ext cx="2740680" cy="3625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53" name="PlaceHolder 4"/>
          <p:cNvSpPr>
            <a:spLocks noGrp="1"/>
          </p:cNvSpPr>
          <p:nvPr>
            <p:ph type="ftr" idx="29"/>
          </p:nvPr>
        </p:nvSpPr>
        <p:spPr>
          <a:xfrm>
            <a:off x="4038480" y="6356520"/>
            <a:ext cx="4112280" cy="3625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54" name="PlaceHolder 5"/>
          <p:cNvSpPr>
            <a:spLocks noGrp="1"/>
          </p:cNvSpPr>
          <p:nvPr>
            <p:ph type="sldNum" idx="30"/>
          </p:nvPr>
        </p:nvSpPr>
        <p:spPr>
          <a:xfrm>
            <a:off x="8610480" y="6356520"/>
            <a:ext cx="274068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F9B4747B-79D1-4B56-BC33-EAE30483C472}"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831960" y="1709640"/>
            <a:ext cx="10513080" cy="285012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6000" b="0" u="none" strike="noStrike">
                <a:solidFill>
                  <a:schemeClr val="dk1"/>
                </a:solidFill>
                <a:effectLst/>
                <a:uFillTx/>
                <a:latin typeface="Aptos Display"/>
              </a:defRPr>
            </a:lvl1pPr>
          </a:lstStyle>
          <a:p>
            <a:pPr indent="0" algn="l" defTabSz="914400">
              <a:lnSpc>
                <a:spcPct val="90000"/>
              </a:lnSpc>
              <a:buNone/>
              <a:tabLst>
                <a:tab pos="0" algn="l"/>
              </a:tabLst>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Display"/>
            </a:endParaRPr>
          </a:p>
        </p:txBody>
      </p:sp>
      <p:sp>
        <p:nvSpPr>
          <p:cNvPr id="56" name="PlaceHolder 2"/>
          <p:cNvSpPr>
            <a:spLocks noGrp="1"/>
          </p:cNvSpPr>
          <p:nvPr>
            <p:ph type="body"/>
          </p:nvPr>
        </p:nvSpPr>
        <p:spPr>
          <a:xfrm>
            <a:off x="831960" y="4589640"/>
            <a:ext cx="10513080" cy="1497600"/>
          </a:xfrm>
          <a:prstGeom prst="rect">
            <a:avLst/>
          </a:prstGeom>
          <a:noFill/>
          <a:ln w="0">
            <a:noFill/>
          </a:ln>
        </p:spPr>
        <p:txBody>
          <a:bodyPr lIns="91440" tIns="45720" rIns="91440" bIns="45720" anchor="t">
            <a:noAutofit/>
          </a:bodyPr>
          <a:lstStyle>
            <a:lvl1pPr marL="228600" indent="0" algn="l" defTabSz="914400">
              <a:lnSpc>
                <a:spcPct val="90000"/>
              </a:lnSpc>
              <a:spcBef>
                <a:spcPts val="1001"/>
              </a:spcBef>
              <a:buNone/>
              <a:tabLst>
                <a:tab pos="0" algn="l"/>
              </a:tabLst>
              <a:defRPr lang="en-US" sz="2400" b="0" u="none" strike="noStrike">
                <a:solidFill>
                  <a:schemeClr val="dk1">
                    <a:tint val="82000"/>
                  </a:schemeClr>
                </a:solidFill>
                <a:effectLst/>
                <a:uFillTx/>
                <a:latin typeface="Aptos"/>
              </a:defRPr>
            </a:lvl1pPr>
          </a:lstStyle>
          <a:p>
            <a:pPr marL="228600" indent="0" algn="l" defTabSz="914400">
              <a:lnSpc>
                <a:spcPct val="90000"/>
              </a:lnSpc>
              <a:spcBef>
                <a:spcPts val="1001"/>
              </a:spcBef>
              <a:buNone/>
              <a:tabLst>
                <a:tab pos="0" algn="l"/>
              </a:tabLst>
            </a:pPr>
            <a:r>
              <a:rPr lang="en-US" sz="2400" b="0" u="none" strike="noStrike">
                <a:solidFill>
                  <a:schemeClr val="dk1">
                    <a:tint val="82000"/>
                  </a:schemeClr>
                </a:solidFill>
                <a:effectLst/>
                <a:uFillTx/>
                <a:latin typeface="Aptos"/>
              </a:rPr>
              <a:t>Click to edit Master text styles</a:t>
            </a:r>
            <a:endParaRPr lang="en-US" sz="2400" b="0" u="none" strike="noStrike">
              <a:solidFill>
                <a:schemeClr val="dk1">
                  <a:tint val="82000"/>
                </a:schemeClr>
              </a:solidFill>
              <a:effectLst/>
              <a:uFillTx/>
              <a:latin typeface="Aptos"/>
            </a:endParaRPr>
          </a:p>
        </p:txBody>
      </p:sp>
      <p:sp>
        <p:nvSpPr>
          <p:cNvPr id="57" name="PlaceHolder 3"/>
          <p:cNvSpPr>
            <a:spLocks noGrp="1"/>
          </p:cNvSpPr>
          <p:nvPr>
            <p:ph type="dt" idx="31"/>
          </p:nvPr>
        </p:nvSpPr>
        <p:spPr>
          <a:xfrm>
            <a:off x="838080" y="6356520"/>
            <a:ext cx="2740680" cy="36252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58" name="PlaceHolder 4"/>
          <p:cNvSpPr>
            <a:spLocks noGrp="1"/>
          </p:cNvSpPr>
          <p:nvPr>
            <p:ph type="ftr" idx="32"/>
          </p:nvPr>
        </p:nvSpPr>
        <p:spPr>
          <a:xfrm>
            <a:off x="4038480" y="6356520"/>
            <a:ext cx="4112280" cy="3625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59" name="PlaceHolder 5"/>
          <p:cNvSpPr>
            <a:spLocks noGrp="1"/>
          </p:cNvSpPr>
          <p:nvPr>
            <p:ph type="sldNum" idx="33"/>
          </p:nvPr>
        </p:nvSpPr>
        <p:spPr>
          <a:xfrm>
            <a:off x="8610480" y="6356520"/>
            <a:ext cx="2740680" cy="3625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7709CCA9-F7E9-443A-9A9F-675DCE9FBA15}"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0.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0.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0.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0.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267840" y="1455840"/>
            <a:ext cx="3754080" cy="366552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n-US" sz="5400" b="0" u="none" strike="noStrike">
                <a:solidFill>
                  <a:srgbClr val="C00000"/>
                </a:solidFill>
                <a:effectLst/>
                <a:uFillTx/>
                <a:latin typeface="Aptos Display"/>
              </a:rPr>
              <a:t>Network Device Access Control</a:t>
            </a:r>
            <a:endParaRPr lang="en-US" sz="5400" b="0" u="none" strike="noStrike">
              <a:solidFill>
                <a:schemeClr val="dk1"/>
              </a:solidFill>
              <a:effectLst/>
              <a:uFillTx/>
              <a:latin typeface="Aptos Display"/>
            </a:endParaRPr>
          </a:p>
        </p:txBody>
      </p:sp>
      <p:sp>
        <p:nvSpPr>
          <p:cNvPr id="67" name="PlaceHolder 2"/>
          <p:cNvSpPr>
            <a:spLocks noGrp="1"/>
          </p:cNvSpPr>
          <p:nvPr>
            <p:ph type="subTitle"/>
          </p:nvPr>
        </p:nvSpPr>
        <p:spPr>
          <a:xfrm>
            <a:off x="4024080" y="127080"/>
            <a:ext cx="7885440" cy="6329160"/>
          </a:xfrm>
          <a:prstGeom prst="rect">
            <a:avLst/>
          </a:prstGeom>
          <a:noFill/>
          <a:ln w="0">
            <a:noFill/>
          </a:ln>
        </p:spPr>
        <p:txBody>
          <a:bodyPr lIns="91440" tIns="45720" rIns="91440" bIns="45720" anchor="ctr">
            <a:noAutofit/>
          </a:bodyPr>
          <a:p>
            <a:pPr marL="228600" indent="0" algn="l" defTabSz="914400">
              <a:lnSpc>
                <a:spcPct val="90000"/>
              </a:lnSpc>
              <a:spcBef>
                <a:spcPts val="1001"/>
              </a:spcBef>
              <a:buNone/>
              <a:tabLst>
                <a:tab pos="0" algn="l"/>
              </a:tabLst>
            </a:pPr>
            <a:endParaRPr lang="en-AU" sz="2800" b="0" u="none" strike="noStrike">
              <a:solidFill>
                <a:srgbClr val="000000"/>
              </a:solidFill>
              <a:effectLst/>
              <a:uFillTx/>
              <a:latin typeface="Arial"/>
            </a:endParaRPr>
          </a:p>
          <a:p>
            <a:pPr marL="285840" indent="-228600" algn="l" defTabSz="914400">
              <a:lnSpc>
                <a:spcPct val="90000"/>
              </a:lnSpc>
              <a:spcBef>
                <a:spcPts val="1001"/>
              </a:spcBef>
              <a:buClr>
                <a:srgbClr val="000000"/>
              </a:buClr>
              <a:buFont typeface="Arial,Sans-Serif"/>
              <a:buChar char="•"/>
              <a:tabLst>
                <a:tab pos="0" algn="l"/>
              </a:tabLst>
            </a:pPr>
            <a:r>
              <a:rPr lang="en-US" sz="2800" b="1" u="none" strike="noStrike">
                <a:solidFill>
                  <a:srgbClr val="000000"/>
                </a:solidFill>
                <a:effectLst/>
                <a:uFillTx/>
                <a:latin typeface="Aptos"/>
              </a:rPr>
              <a:t>Learning Outcomes:</a:t>
            </a:r>
            <a:endParaRPr lang="en-AU" sz="2800" b="0" u="none" strike="noStrike">
              <a:solidFill>
                <a:srgbClr val="000000"/>
              </a:solidFill>
              <a:effectLst/>
              <a:uFillTx/>
              <a:latin typeface="Arial"/>
            </a:endParaRPr>
          </a:p>
          <a:p>
            <a:pPr marL="1200240" lvl="1" indent="-457200" algn="l" defTabSz="914400">
              <a:lnSpc>
                <a:spcPct val="90000"/>
              </a:lnSpc>
              <a:spcBef>
                <a:spcPts val="499"/>
              </a:spcBef>
              <a:buClr>
                <a:srgbClr val="4EA72E"/>
              </a:buClr>
              <a:buSzPct val="75000"/>
              <a:buFont typeface="Arial"/>
              <a:buAutoNum type="arabicPeriod"/>
              <a:tabLst>
                <a:tab pos="0" algn="l"/>
              </a:tabLst>
            </a:pPr>
            <a:r>
              <a:rPr lang="en-US" sz="2800" b="1" u="none" strike="noStrike">
                <a:solidFill>
                  <a:schemeClr val="accent6"/>
                </a:solidFill>
                <a:effectLst/>
                <a:uFillTx/>
                <a:latin typeface="Aptos"/>
              </a:rPr>
              <a:t>Access Control Lists (ACL)</a:t>
            </a:r>
            <a:endParaRPr lang="en-AU" sz="2800" b="0" u="none" strike="noStrike">
              <a:solidFill>
                <a:srgbClr val="000000"/>
              </a:solidFill>
              <a:effectLst/>
              <a:uFillTx/>
              <a:latin typeface="Arial"/>
            </a:endParaRPr>
          </a:p>
          <a:p>
            <a:pPr marL="1200240" lvl="1" indent="-457200" algn="l" defTabSz="914400">
              <a:lnSpc>
                <a:spcPct val="90000"/>
              </a:lnSpc>
              <a:spcBef>
                <a:spcPts val="499"/>
              </a:spcBef>
              <a:buClr>
                <a:srgbClr val="4EA72E"/>
              </a:buClr>
              <a:buSzPct val="75000"/>
              <a:buFont typeface="Arial"/>
              <a:buAutoNum type="arabicPeriod"/>
              <a:tabLst>
                <a:tab pos="0" algn="l"/>
              </a:tabLst>
            </a:pPr>
            <a:r>
              <a:rPr lang="en-US" sz="2800" b="1" u="none" strike="noStrike">
                <a:solidFill>
                  <a:srgbClr val="4EA72E"/>
                </a:solidFill>
                <a:effectLst/>
                <a:uFillTx/>
                <a:latin typeface="Aptos"/>
              </a:rPr>
              <a:t>Terminal Lines and Password Protection</a:t>
            </a:r>
            <a:endParaRPr lang="en-AU" sz="2800" b="0" u="none" strike="noStrike">
              <a:solidFill>
                <a:srgbClr val="000000"/>
              </a:solidFill>
              <a:effectLst/>
              <a:uFillTx/>
              <a:latin typeface="Arial"/>
            </a:endParaRPr>
          </a:p>
          <a:p>
            <a:pPr marL="1200240" lvl="1" indent="-457200" algn="l" defTabSz="914400">
              <a:lnSpc>
                <a:spcPct val="90000"/>
              </a:lnSpc>
              <a:spcBef>
                <a:spcPts val="499"/>
              </a:spcBef>
              <a:buClr>
                <a:srgbClr val="4EA72E"/>
              </a:buClr>
              <a:buSzPct val="75000"/>
              <a:buFont typeface="Arial"/>
              <a:buAutoNum type="arabicPeriod"/>
              <a:tabLst>
                <a:tab pos="0" algn="l"/>
              </a:tabLst>
            </a:pPr>
            <a:r>
              <a:rPr lang="en-US" sz="2800" b="1" u="none" strike="noStrike">
                <a:solidFill>
                  <a:srgbClr val="4EA72E"/>
                </a:solidFill>
                <a:effectLst/>
                <a:uFillTx/>
                <a:latin typeface="Aptos"/>
              </a:rPr>
              <a:t>Authentication, Authorization &amp; Accounting (AAA)</a:t>
            </a:r>
            <a:endParaRPr lang="en-AU" sz="2800" b="0" u="none" strike="noStrike">
              <a:solidFill>
                <a:srgbClr val="000000"/>
              </a:solidFill>
              <a:effectLst/>
              <a:uFillTx/>
              <a:latin typeface="Arial"/>
            </a:endParaRPr>
          </a:p>
          <a:p>
            <a:pPr marL="1200240" lvl="1" indent="-457200" algn="l" defTabSz="914400">
              <a:lnSpc>
                <a:spcPct val="90000"/>
              </a:lnSpc>
              <a:spcBef>
                <a:spcPts val="499"/>
              </a:spcBef>
              <a:buClr>
                <a:srgbClr val="4EA72E"/>
              </a:buClr>
              <a:buSzPct val="75000"/>
              <a:buFont typeface="Arial"/>
              <a:buAutoNum type="arabicPeriod"/>
              <a:tabLst>
                <a:tab pos="0" algn="l"/>
              </a:tabLst>
            </a:pPr>
            <a:r>
              <a:rPr lang="en-US" sz="2800" b="1" u="none" strike="noStrike">
                <a:solidFill>
                  <a:srgbClr val="4EA72E"/>
                </a:solidFill>
                <a:effectLst/>
                <a:uFillTx/>
                <a:latin typeface="Aptos"/>
              </a:rPr>
              <a:t>Zone Based Firewalls (ZBFW)</a:t>
            </a:r>
            <a:endParaRPr lang="en-AU" sz="2800" b="0" u="none" strike="noStrike">
              <a:solidFill>
                <a:srgbClr val="000000"/>
              </a:solidFill>
              <a:effectLst/>
              <a:uFillTx/>
              <a:latin typeface="Arial"/>
            </a:endParaRPr>
          </a:p>
          <a:p>
            <a:pPr marL="1200240" lvl="1" indent="-457200" algn="l" defTabSz="914400">
              <a:lnSpc>
                <a:spcPct val="90000"/>
              </a:lnSpc>
              <a:spcBef>
                <a:spcPts val="499"/>
              </a:spcBef>
              <a:buClr>
                <a:srgbClr val="4EA72E"/>
              </a:buClr>
              <a:buSzPct val="75000"/>
              <a:buFont typeface="Arial"/>
              <a:buAutoNum type="arabicPeriod"/>
              <a:tabLst>
                <a:tab pos="0" algn="l"/>
              </a:tabLst>
            </a:pPr>
            <a:r>
              <a:rPr lang="en-US" sz="2800" b="1" u="none" strike="noStrike">
                <a:solidFill>
                  <a:srgbClr val="4EA72E"/>
                </a:solidFill>
                <a:effectLst/>
                <a:uFillTx/>
                <a:latin typeface="Aptos"/>
              </a:rPr>
              <a:t>Control Plane Policing (CoPP)</a:t>
            </a:r>
            <a:endParaRPr lang="en-AU" sz="2800" b="0" u="none" strike="noStrike">
              <a:solidFill>
                <a:srgbClr val="000000"/>
              </a:solidFill>
              <a:effectLst/>
              <a:uFillTx/>
              <a:latin typeface="Arial"/>
            </a:endParaRPr>
          </a:p>
          <a:p>
            <a:pPr marL="1200240" lvl="1" indent="-457200" algn="l" defTabSz="914400">
              <a:lnSpc>
                <a:spcPct val="90000"/>
              </a:lnSpc>
              <a:spcBef>
                <a:spcPts val="499"/>
              </a:spcBef>
              <a:buClr>
                <a:srgbClr val="4EA72E"/>
              </a:buClr>
              <a:buSzPct val="75000"/>
              <a:buFont typeface="Arial"/>
              <a:buAutoNum type="arabicPeriod"/>
              <a:tabLst>
                <a:tab pos="0" algn="l"/>
              </a:tabLst>
            </a:pPr>
            <a:r>
              <a:rPr lang="en-US" sz="2800" b="1" u="none" strike="noStrike">
                <a:solidFill>
                  <a:srgbClr val="4EA72E"/>
                </a:solidFill>
                <a:effectLst/>
                <a:uFillTx/>
                <a:latin typeface="Aptos"/>
              </a:rPr>
              <a:t>Device Hardening</a:t>
            </a:r>
            <a:endParaRPr lang="en-AU" sz="2800" b="0" u="none" strike="noStrike">
              <a:solidFill>
                <a:srgbClr val="000000"/>
              </a:solidFill>
              <a:effectLst/>
              <a:uFillTx/>
              <a:latin typeface="Arial"/>
            </a:endParaRPr>
          </a:p>
          <a:p>
            <a:pPr marL="228600" indent="0" algn="l" defTabSz="914400">
              <a:lnSpc>
                <a:spcPct val="90000"/>
              </a:lnSpc>
              <a:spcBef>
                <a:spcPts val="499"/>
              </a:spcBef>
              <a:buNone/>
              <a:tabLst>
                <a:tab pos="0" algn="l"/>
              </a:tabLst>
            </a:pPr>
            <a:endParaRPr lang="en-AU" sz="2800" b="0" u="none" strike="noStrike">
              <a:solidFill>
                <a:srgbClr val="000000"/>
              </a:solidFill>
              <a:effectLst/>
              <a:uFillTx/>
              <a:latin typeface="Arial"/>
            </a:endParaRPr>
          </a:p>
          <a:p>
            <a:pPr marL="743040" indent="0" algn="l" defTabSz="914400">
              <a:lnSpc>
                <a:spcPct val="90000"/>
              </a:lnSpc>
              <a:spcBef>
                <a:spcPts val="499"/>
              </a:spcBef>
              <a:buNone/>
              <a:tabLst>
                <a:tab pos="0" algn="l"/>
              </a:tabLst>
            </a:pPr>
            <a:endParaRPr lang="en-AU"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0" y="0"/>
            <a:ext cx="3462840" cy="685548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chemeClr val="lt1"/>
                </a:solidFill>
                <a:effectLst/>
                <a:uFillTx/>
                <a:latin typeface="Aptos Display"/>
              </a:rPr>
              <a:t>1. Access Control Lists (ACLs)</a:t>
            </a:r>
            <a:endParaRPr lang="en-US" sz="4400" b="0" u="none" strike="noStrike">
              <a:solidFill>
                <a:schemeClr val="dk1"/>
              </a:solidFill>
              <a:effectLst/>
              <a:uFillTx/>
              <a:latin typeface="Aptos Display"/>
            </a:endParaRPr>
          </a:p>
        </p:txBody>
      </p:sp>
      <p:sp>
        <p:nvSpPr>
          <p:cNvPr id="69" name="PlaceHolder 2"/>
          <p:cNvSpPr>
            <a:spLocks noGrp="1"/>
          </p:cNvSpPr>
          <p:nvPr>
            <p:ph/>
          </p:nvPr>
        </p:nvSpPr>
        <p:spPr>
          <a:xfrm>
            <a:off x="3686760" y="130680"/>
            <a:ext cx="8172720" cy="6409080"/>
          </a:xfrm>
          <a:prstGeom prst="rect">
            <a:avLst/>
          </a:prstGeom>
          <a:noFill/>
          <a:ln w="0">
            <a:noFill/>
          </a:ln>
        </p:spPr>
        <p:txBody>
          <a:bodyPr lIns="91440" tIns="45720" rIns="91440" bIns="45720" anchor="t">
            <a:normAutofit fontScale="85000" lnSpcReduction="19999"/>
          </a:bodyPr>
          <a:p>
            <a:pPr marL="457200" indent="-4572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Access Control lists also known as ACLs or access-lists.</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Sequential list of Access Control Entries (ACEs)</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ACEs are permit or deny on a predefined conditional matching statements.</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ACLs are hierarchically structured ACEs with implicit deny ACE at the end.</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ACL Types:</a:t>
            </a:r>
            <a:endParaRPr lang="en-US" sz="2800" b="0" u="none" strike="noStrike">
              <a:solidFill>
                <a:schemeClr val="dk1"/>
              </a:solidFill>
              <a:effectLst/>
              <a:uFillTx/>
              <a:latin typeface="Aptos"/>
            </a:endParaRPr>
          </a:p>
          <a:p>
            <a:pPr marL="1143000" lvl="1" indent="-457200" algn="l" defTabSz="914400">
              <a:lnSpc>
                <a:spcPct val="90000"/>
              </a:lnSpc>
              <a:spcBef>
                <a:spcPts val="499"/>
              </a:spcBef>
              <a:buClr>
                <a:srgbClr val="000000"/>
              </a:buClr>
              <a:buFont typeface="Arial"/>
              <a:buAutoNum type="arabicPeriod"/>
            </a:pPr>
            <a:r>
              <a:rPr lang="en-US" sz="2400" b="0" u="none" strike="noStrike">
                <a:solidFill>
                  <a:schemeClr val="dk1"/>
                </a:solidFill>
                <a:effectLst/>
                <a:uFillTx/>
                <a:latin typeface="Aptos"/>
              </a:rPr>
              <a:t>Numbered Standard ACLs : Classify packets based on source only. Numbered 1-99, 1300-1999</a:t>
            </a:r>
            <a:endParaRPr lang="en-US" sz="2400" b="0" u="none" strike="noStrike">
              <a:solidFill>
                <a:schemeClr val="dk1"/>
              </a:solidFill>
              <a:effectLst/>
              <a:uFillTx/>
              <a:latin typeface="Aptos"/>
            </a:endParaRPr>
          </a:p>
          <a:p>
            <a:pPr marL="1143000" lvl="1" indent="-457200" algn="l" defTabSz="914400">
              <a:lnSpc>
                <a:spcPct val="90000"/>
              </a:lnSpc>
              <a:spcBef>
                <a:spcPts val="499"/>
              </a:spcBef>
              <a:buClr>
                <a:srgbClr val="000000"/>
              </a:buClr>
              <a:buFont typeface="Arial"/>
              <a:buAutoNum type="arabicPeriod"/>
            </a:pPr>
            <a:r>
              <a:rPr lang="en-US" sz="2400" b="0" u="none" strike="noStrike">
                <a:solidFill>
                  <a:schemeClr val="dk1"/>
                </a:solidFill>
                <a:effectLst/>
                <a:uFillTx/>
                <a:latin typeface="Aptos"/>
              </a:rPr>
              <a:t>Numbered Extended ACLs : Classify packets based on source and destination (IP &amp; port) and other packet headers. Numbered 100-199, 2000-2699 </a:t>
            </a:r>
            <a:endParaRPr lang="en-US" sz="2400" b="0" u="none" strike="noStrike">
              <a:solidFill>
                <a:schemeClr val="dk1"/>
              </a:solidFill>
              <a:effectLst/>
              <a:uFillTx/>
              <a:latin typeface="Aptos"/>
            </a:endParaRPr>
          </a:p>
          <a:p>
            <a:pPr marL="1143000" lvl="1" indent="-457200" algn="l" defTabSz="914400">
              <a:lnSpc>
                <a:spcPct val="90000"/>
              </a:lnSpc>
              <a:spcBef>
                <a:spcPts val="499"/>
              </a:spcBef>
              <a:buClr>
                <a:srgbClr val="000000"/>
              </a:buClr>
              <a:buFont typeface="Arial"/>
              <a:buAutoNum type="arabicPeriod"/>
            </a:pPr>
            <a:r>
              <a:rPr lang="en-US" sz="2400" b="0" u="none" strike="noStrike">
                <a:solidFill>
                  <a:schemeClr val="dk1"/>
                </a:solidFill>
                <a:effectLst/>
                <a:uFillTx/>
                <a:latin typeface="Aptos"/>
              </a:rPr>
              <a:t>Named ACLs : Numbered ACLs (standard or extended) defined with names for convenience.</a:t>
            </a:r>
            <a:endParaRPr lang="en-US" sz="2400" b="0" u="none" strike="noStrike">
              <a:solidFill>
                <a:schemeClr val="dk1"/>
              </a:solidFill>
              <a:effectLst/>
              <a:uFillTx/>
              <a:latin typeface="Aptos"/>
            </a:endParaRPr>
          </a:p>
          <a:p>
            <a:pPr marL="1143000" lvl="1" indent="-457200" algn="l" defTabSz="914400">
              <a:lnSpc>
                <a:spcPct val="90000"/>
              </a:lnSpc>
              <a:spcBef>
                <a:spcPts val="499"/>
              </a:spcBef>
              <a:buClr>
                <a:srgbClr val="000000"/>
              </a:buClr>
              <a:buFont typeface="Arial"/>
              <a:buAutoNum type="arabicPeriod"/>
            </a:pPr>
            <a:r>
              <a:rPr lang="en-US" sz="2400" b="0" u="none" strike="noStrike">
                <a:solidFill>
                  <a:schemeClr val="dk1"/>
                </a:solidFill>
                <a:effectLst/>
                <a:uFillTx/>
                <a:latin typeface="Aptos"/>
              </a:rPr>
              <a:t>Port ACLs (PACLs) : Standard or Extended (numbered or named) MAC ACLs to filter traffic on switchports (layer 2).</a:t>
            </a:r>
            <a:endParaRPr lang="en-US" sz="2400" b="0" u="none" strike="noStrike">
              <a:solidFill>
                <a:schemeClr val="dk1"/>
              </a:solidFill>
              <a:effectLst/>
              <a:uFillTx/>
              <a:latin typeface="Aptos"/>
            </a:endParaRPr>
          </a:p>
          <a:p>
            <a:pPr marL="1143000" lvl="1" indent="-457200" algn="l" defTabSz="914400">
              <a:lnSpc>
                <a:spcPct val="90000"/>
              </a:lnSpc>
              <a:spcBef>
                <a:spcPts val="499"/>
              </a:spcBef>
              <a:buClr>
                <a:srgbClr val="000000"/>
              </a:buClr>
              <a:buFont typeface="Arial"/>
              <a:buAutoNum type="arabicPeriod"/>
            </a:pPr>
            <a:r>
              <a:rPr lang="en-US" sz="2400" b="0" u="none" strike="noStrike">
                <a:solidFill>
                  <a:schemeClr val="dk1"/>
                </a:solidFill>
                <a:effectLst/>
                <a:uFillTx/>
                <a:latin typeface="Aptos"/>
              </a:rPr>
              <a:t>VLAN ACLs (VACLs) : Standard or Extended (numbered or named) MAC ACLs to filter traffic on VLANs.</a:t>
            </a: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0" y="0"/>
            <a:ext cx="3898080" cy="222552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chemeClr val="lt1"/>
                </a:solidFill>
                <a:effectLst/>
                <a:uFillTx/>
                <a:latin typeface="Aptos Display"/>
              </a:rPr>
              <a:t>1. Access Control Lists (ACLs)</a:t>
            </a:r>
            <a:endParaRPr lang="en-US" sz="4400" b="0" u="none" strike="noStrike">
              <a:solidFill>
                <a:schemeClr val="dk1"/>
              </a:solidFill>
              <a:effectLst/>
              <a:uFillTx/>
              <a:latin typeface="Aptos Display"/>
            </a:endParaRPr>
          </a:p>
        </p:txBody>
      </p:sp>
      <p:sp>
        <p:nvSpPr>
          <p:cNvPr id="71" name="PlaceHolder 2"/>
          <p:cNvSpPr>
            <a:spLocks noGrp="1"/>
          </p:cNvSpPr>
          <p:nvPr>
            <p:ph/>
          </p:nvPr>
        </p:nvSpPr>
        <p:spPr>
          <a:xfrm>
            <a:off x="3918960" y="130680"/>
            <a:ext cx="7940520" cy="6409080"/>
          </a:xfrm>
          <a:prstGeom prst="rect">
            <a:avLst/>
          </a:prstGeom>
          <a:noFill/>
          <a:ln w="0">
            <a:noFill/>
          </a:ln>
        </p:spPr>
        <p:txBody>
          <a:bodyPr lIns="91440" tIns="45720" rIns="91440" bIns="45720" anchor="t">
            <a:normAutofit fontScale="85000" lnSpcReduction="19999"/>
          </a:bodyPr>
          <a:p>
            <a:pPr marL="457200" indent="-4572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ACLs use wild card mask to specify a network.</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Wild card mask of a network is obtained by subtracting its subnet mask from 255.255.255.255</a:t>
            </a:r>
            <a:endParaRPr lang="en-US" sz="2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Example: Network 192.168.1.0 255.255.255.0 </a:t>
            </a:r>
            <a:endParaRPr lang="en-US" sz="2800" b="0" u="none" strike="noStrike">
              <a:solidFill>
                <a:schemeClr val="dk1"/>
              </a:solidFill>
              <a:effectLst/>
              <a:uFillTx/>
              <a:latin typeface="Aptos"/>
            </a:endParaRPr>
          </a:p>
          <a:p>
            <a:pPr marL="914400" indent="0" algn="l" defTabSz="914400">
              <a:lnSpc>
                <a:spcPct val="90000"/>
              </a:lnSpc>
              <a:spcBef>
                <a:spcPts val="499"/>
              </a:spcBef>
              <a:buNone/>
              <a:tabLst>
                <a:tab pos="0" algn="l"/>
              </a:tabLst>
            </a:pPr>
            <a:r>
              <a:rPr lang="en-US" sz="2000" b="0" u="none" strike="noStrike">
                <a:solidFill>
                  <a:schemeClr val="dk1"/>
                </a:solidFill>
                <a:effectLst/>
                <a:uFillTx/>
                <a:latin typeface="Aptos"/>
              </a:rPr>
              <a:t>Wild card mask = 255.255.255.255 - 255.255.255.0= 0.0.0.255</a:t>
            </a:r>
            <a:endParaRPr lang="en-US" sz="2000" b="0" u="none" strike="noStrike">
              <a:solidFill>
                <a:schemeClr val="dk1"/>
              </a:solidFill>
              <a:effectLst/>
              <a:uFillTx/>
              <a:latin typeface="Aptos"/>
            </a:endParaRPr>
          </a:p>
          <a:p>
            <a:pPr marL="914400" indent="0" algn="l" defTabSz="914400">
              <a:lnSpc>
                <a:spcPct val="90000"/>
              </a:lnSpc>
              <a:spcBef>
                <a:spcPts val="499"/>
              </a:spcBef>
              <a:buNone/>
              <a:tabLst>
                <a:tab pos="0" algn="l"/>
              </a:tabLst>
            </a:pPr>
            <a:r>
              <a:rPr lang="en-US" sz="2000" b="0" u="none" strike="noStrike">
                <a:solidFill>
                  <a:schemeClr val="dk1"/>
                </a:solidFill>
                <a:effectLst/>
                <a:uFillTx/>
                <a:latin typeface="Aptos"/>
              </a:rPr>
              <a:t>Thus, ACL network would be 192.168.1.0 </a:t>
            </a:r>
            <a:r>
              <a:rPr lang="en-US" sz="2000" b="1" u="none" strike="noStrike">
                <a:solidFill>
                  <a:schemeClr val="dk1"/>
                </a:solidFill>
                <a:effectLst/>
                <a:uFillTx/>
                <a:latin typeface="Aptos"/>
              </a:rPr>
              <a:t>0.0.0.255</a:t>
            </a:r>
            <a:endParaRPr lang="en-US" sz="20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ACLs are applied to an interface as ingress(in) or egress(out). An interface can have only one in and one out ACL applied.</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ACLs can also be used for NAT, SNMP, Class maps, Route maps and other traffic classification.</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ACEs can match traffic from and to a single host Example:192.168.1.1 255.255.255.255 (192.168.1.1/32) </a:t>
            </a:r>
            <a:endParaRPr lang="en-US" sz="28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400" b="0" u="none" strike="noStrike">
                <a:solidFill>
                  <a:srgbClr val="FF0000"/>
                </a:solidFill>
                <a:effectLst/>
                <a:uFillTx/>
                <a:latin typeface="Aptos"/>
              </a:rPr>
              <a:t>access-list</a:t>
            </a:r>
            <a:r>
              <a:rPr lang="en-US" sz="2400" b="0" u="none" strike="noStrike">
                <a:solidFill>
                  <a:schemeClr val="dk1"/>
                </a:solidFill>
                <a:effectLst/>
                <a:uFillTx/>
                <a:latin typeface="Aptos"/>
              </a:rPr>
              <a:t> </a:t>
            </a:r>
            <a:r>
              <a:rPr lang="en-US" sz="2400" b="0" u="none" strike="noStrike">
                <a:solidFill>
                  <a:srgbClr val="00B0F0"/>
                </a:solidFill>
                <a:effectLst/>
                <a:uFillTx/>
                <a:latin typeface="Aptos"/>
              </a:rPr>
              <a:t>1</a:t>
            </a:r>
            <a:r>
              <a:rPr lang="en-US" sz="2400" b="0" u="none" strike="noStrike">
                <a:solidFill>
                  <a:schemeClr val="dk1"/>
                </a:solidFill>
                <a:effectLst/>
                <a:uFillTx/>
                <a:latin typeface="Aptos"/>
              </a:rPr>
              <a:t> </a:t>
            </a:r>
            <a:r>
              <a:rPr lang="en-US" sz="2400" b="0" u="none" strike="noStrike">
                <a:solidFill>
                  <a:srgbClr val="FF0000"/>
                </a:solidFill>
                <a:effectLst/>
                <a:uFillTx/>
                <a:latin typeface="Aptos"/>
              </a:rPr>
              <a:t>permit</a:t>
            </a:r>
            <a:r>
              <a:rPr lang="en-US" sz="2400" b="0" u="none" strike="noStrike">
                <a:solidFill>
                  <a:schemeClr val="dk1"/>
                </a:solidFill>
                <a:effectLst/>
                <a:uFillTx/>
                <a:latin typeface="Aptos"/>
              </a:rPr>
              <a:t> </a:t>
            </a:r>
            <a:r>
              <a:rPr lang="en-US" sz="2400" b="0" u="none" strike="noStrike">
                <a:solidFill>
                  <a:srgbClr val="00B0F0"/>
                </a:solidFill>
                <a:effectLst/>
                <a:uFillTx/>
                <a:latin typeface="Aptos"/>
              </a:rPr>
              <a:t>192.168.1.1 0.0.0.0</a:t>
            </a:r>
            <a:endParaRPr lang="en-US" sz="24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400" b="0" u="none" strike="noStrike">
                <a:solidFill>
                  <a:schemeClr val="dk1"/>
                </a:solidFill>
                <a:effectLst/>
                <a:uFillTx/>
                <a:latin typeface="Aptos"/>
              </a:rPr>
              <a:t>Instead of writing single host as above, </a:t>
            </a:r>
            <a:r>
              <a:rPr lang="en-US" sz="2400" b="0" u="none" strike="noStrike">
                <a:solidFill>
                  <a:srgbClr val="FF0000"/>
                </a:solidFill>
                <a:effectLst/>
                <a:uFillTx/>
                <a:latin typeface="Aptos"/>
              </a:rPr>
              <a:t>host</a:t>
            </a:r>
            <a:r>
              <a:rPr lang="en-US" sz="2400" b="0" u="none" strike="noStrike">
                <a:solidFill>
                  <a:schemeClr val="dk1"/>
                </a:solidFill>
                <a:effectLst/>
                <a:uFillTx/>
                <a:latin typeface="Aptos"/>
              </a:rPr>
              <a:t> keyword can be used.</a:t>
            </a:r>
            <a:endParaRPr lang="en-US" sz="24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400" b="0" u="none" strike="noStrike">
                <a:solidFill>
                  <a:srgbClr val="FF0000"/>
                </a:solidFill>
                <a:effectLst/>
                <a:uFillTx/>
                <a:latin typeface="Aptos"/>
              </a:rPr>
              <a:t>access-list</a:t>
            </a:r>
            <a:r>
              <a:rPr lang="en-US" sz="2400" b="0" u="none" strike="noStrike">
                <a:solidFill>
                  <a:schemeClr val="dk1"/>
                </a:solidFill>
                <a:effectLst/>
                <a:uFillTx/>
                <a:latin typeface="Aptos"/>
              </a:rPr>
              <a:t> </a:t>
            </a:r>
            <a:r>
              <a:rPr lang="en-US" sz="2400" b="0" u="none" strike="noStrike">
                <a:solidFill>
                  <a:srgbClr val="00B0F0"/>
                </a:solidFill>
                <a:effectLst/>
                <a:uFillTx/>
                <a:latin typeface="Aptos"/>
              </a:rPr>
              <a:t>1</a:t>
            </a:r>
            <a:r>
              <a:rPr lang="en-US" sz="2400" b="0" u="none" strike="noStrike">
                <a:solidFill>
                  <a:schemeClr val="dk1"/>
                </a:solidFill>
                <a:effectLst/>
                <a:uFillTx/>
                <a:latin typeface="Aptos"/>
              </a:rPr>
              <a:t> </a:t>
            </a:r>
            <a:r>
              <a:rPr lang="en-US" sz="2400" b="0" u="none" strike="noStrike">
                <a:solidFill>
                  <a:srgbClr val="FF0000"/>
                </a:solidFill>
                <a:effectLst/>
                <a:uFillTx/>
                <a:latin typeface="Aptos"/>
              </a:rPr>
              <a:t>permit host</a:t>
            </a:r>
            <a:r>
              <a:rPr lang="en-US" sz="2400" b="0" u="none" strike="noStrike">
                <a:solidFill>
                  <a:schemeClr val="dk1"/>
                </a:solidFill>
                <a:effectLst/>
                <a:uFillTx/>
                <a:latin typeface="Aptos"/>
              </a:rPr>
              <a:t> </a:t>
            </a:r>
            <a:r>
              <a:rPr lang="en-US" sz="2400" b="0" u="none" strike="noStrike">
                <a:solidFill>
                  <a:srgbClr val="00B0F0"/>
                </a:solidFill>
                <a:effectLst/>
                <a:uFillTx/>
                <a:latin typeface="Aptos"/>
              </a:rPr>
              <a:t>192.168.1.1</a:t>
            </a:r>
            <a:r>
              <a:rPr lang="en-US" sz="2400" b="0" u="none" strike="noStrike">
                <a:solidFill>
                  <a:schemeClr val="dk1"/>
                </a:solidFill>
                <a:effectLst/>
                <a:uFillTx/>
                <a:latin typeface="Aptos"/>
              </a:rPr>
              <a:t>  </a:t>
            </a: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
        <p:nvSpPr>
          <p:cNvPr id="72" name="TextBox 3"/>
          <p:cNvSpPr/>
          <p:nvPr/>
        </p:nvSpPr>
        <p:spPr>
          <a:xfrm>
            <a:off x="129240" y="2567520"/>
            <a:ext cx="3772800" cy="3045240"/>
          </a:xfrm>
          <a:prstGeom prst="rect">
            <a:avLst/>
          </a:prstGeom>
          <a:noFill/>
          <a:ln w="0">
            <a:noFill/>
          </a:ln>
        </p:spPr>
        <p:style>
          <a:lnRef idx="0"/>
          <a:fillRef idx="0"/>
          <a:effectRef idx="0"/>
          <a:fontRef idx="minor"/>
        </p:style>
        <p:txBody>
          <a:bodyPr numCol="1" spcCol="0" horzOverflow="overflow" lIns="90000" tIns="45000" rIns="90000" bIns="45000" anchor="t">
            <a:spAutoFit/>
          </a:bodyPr>
          <a:p>
            <a:pPr defTabSz="914400">
              <a:lnSpc>
                <a:spcPct val="100000"/>
              </a:lnSpc>
            </a:pPr>
            <a:r>
              <a:rPr lang="en-US" sz="2200" b="0" u="none" strike="noStrike">
                <a:solidFill>
                  <a:schemeClr val="dk1"/>
                </a:solidFill>
                <a:effectLst/>
                <a:uFillTx/>
                <a:latin typeface="Aptos"/>
              </a:rPr>
              <a:t>ACEs keyword </a:t>
            </a:r>
            <a:r>
              <a:rPr lang="en-US" sz="2200" b="0" u="none" strike="noStrike">
                <a:solidFill>
                  <a:srgbClr val="FF0000"/>
                </a:solidFill>
                <a:effectLst/>
                <a:uFillTx/>
                <a:latin typeface="Aptos"/>
              </a:rPr>
              <a:t>any </a:t>
            </a:r>
            <a:r>
              <a:rPr lang="en-US" sz="2200" b="0" u="none" strike="noStrike">
                <a:solidFill>
                  <a:schemeClr val="dk1"/>
                </a:solidFill>
                <a:effectLst/>
                <a:uFillTx/>
                <a:latin typeface="Aptos"/>
              </a:rPr>
              <a:t>:</a:t>
            </a:r>
            <a:endParaRPr lang="en-AU" sz="2200" b="0" u="none" strike="noStrike">
              <a:solidFill>
                <a:srgbClr val="000000"/>
              </a:solidFill>
              <a:effectLst/>
              <a:uFillTx/>
              <a:latin typeface="Arial"/>
            </a:endParaRPr>
          </a:p>
          <a:p>
            <a:pPr defTabSz="914400">
              <a:lnSpc>
                <a:spcPct val="100000"/>
              </a:lnSpc>
            </a:pPr>
            <a:r>
              <a:rPr lang="en-US" sz="2200" b="0" u="none" strike="noStrike">
                <a:solidFill>
                  <a:schemeClr val="dk1"/>
                </a:solidFill>
                <a:effectLst/>
                <a:uFillTx/>
                <a:latin typeface="Aptos"/>
              </a:rPr>
              <a:t>keyword any is equivalent to specifying:</a:t>
            </a:r>
            <a:endParaRPr lang="en-AU" sz="2200" b="0" u="none" strike="noStrike">
              <a:solidFill>
                <a:srgbClr val="000000"/>
              </a:solidFill>
              <a:effectLst/>
              <a:uFillTx/>
              <a:latin typeface="Arial"/>
            </a:endParaRPr>
          </a:p>
          <a:p>
            <a:pPr defTabSz="914400">
              <a:lnSpc>
                <a:spcPct val="100000"/>
              </a:lnSpc>
            </a:pPr>
            <a:r>
              <a:rPr lang="en-US" sz="2200" b="0" u="none" strike="noStrike">
                <a:solidFill>
                  <a:schemeClr val="dk1"/>
                </a:solidFill>
                <a:effectLst/>
                <a:uFillTx/>
                <a:latin typeface="Aptos"/>
              </a:rPr>
              <a:t>0.0.0.0 255.255.255.255</a:t>
            </a:r>
            <a:endParaRPr lang="en-AU" sz="2200" b="0" u="none" strike="noStrike">
              <a:solidFill>
                <a:srgbClr val="000000"/>
              </a:solidFill>
              <a:effectLst/>
              <a:uFillTx/>
              <a:latin typeface="Arial"/>
            </a:endParaRPr>
          </a:p>
          <a:p>
            <a:pPr defTabSz="914400">
              <a:lnSpc>
                <a:spcPct val="100000"/>
              </a:lnSpc>
            </a:pPr>
            <a:r>
              <a:rPr lang="en-US" sz="2200" b="0" u="none" strike="noStrike">
                <a:solidFill>
                  <a:srgbClr val="FF0000"/>
                </a:solidFill>
                <a:effectLst/>
                <a:uFillTx/>
                <a:latin typeface="Aptos"/>
              </a:rPr>
              <a:t>access-list</a:t>
            </a:r>
            <a:r>
              <a:rPr lang="en-US" sz="2200" b="0" u="none" strike="noStrike">
                <a:solidFill>
                  <a:schemeClr val="dk1"/>
                </a:solidFill>
                <a:effectLst/>
                <a:uFillTx/>
                <a:latin typeface="Aptos"/>
              </a:rPr>
              <a:t> </a:t>
            </a:r>
            <a:r>
              <a:rPr lang="en-US" sz="2200" b="0" u="none" strike="noStrike">
                <a:solidFill>
                  <a:srgbClr val="00B0F0"/>
                </a:solidFill>
                <a:effectLst/>
                <a:uFillTx/>
                <a:latin typeface="Aptos"/>
              </a:rPr>
              <a:t>1</a:t>
            </a:r>
            <a:r>
              <a:rPr lang="en-US" sz="2200" b="0" u="none" strike="noStrike">
                <a:solidFill>
                  <a:schemeClr val="dk1"/>
                </a:solidFill>
                <a:effectLst/>
                <a:uFillTx/>
                <a:latin typeface="Aptos"/>
              </a:rPr>
              <a:t> </a:t>
            </a:r>
            <a:r>
              <a:rPr lang="en-US" sz="2200" b="0" u="none" strike="noStrike">
                <a:solidFill>
                  <a:srgbClr val="FF0000"/>
                </a:solidFill>
                <a:effectLst/>
                <a:uFillTx/>
                <a:latin typeface="Aptos"/>
              </a:rPr>
              <a:t>permit</a:t>
            </a:r>
            <a:r>
              <a:rPr lang="en-US" sz="2200" b="0" u="none" strike="noStrike">
                <a:solidFill>
                  <a:schemeClr val="dk1"/>
                </a:solidFill>
                <a:effectLst/>
                <a:uFillTx/>
                <a:latin typeface="Aptos"/>
              </a:rPr>
              <a:t> </a:t>
            </a:r>
            <a:r>
              <a:rPr lang="en-US" sz="2200" b="0" u="none" strike="noStrike">
                <a:solidFill>
                  <a:srgbClr val="00B0F0"/>
                </a:solidFill>
                <a:effectLst/>
                <a:uFillTx/>
                <a:latin typeface="Aptos"/>
              </a:rPr>
              <a:t>0.0.0.0 255.255.255.255</a:t>
            </a:r>
            <a:endParaRPr lang="en-AU" sz="2200" b="0" u="none" strike="noStrike">
              <a:solidFill>
                <a:srgbClr val="000000"/>
              </a:solidFill>
              <a:effectLst/>
              <a:uFillTx/>
              <a:latin typeface="Arial"/>
            </a:endParaRPr>
          </a:p>
          <a:p>
            <a:pPr defTabSz="914400">
              <a:lnSpc>
                <a:spcPct val="100000"/>
              </a:lnSpc>
            </a:pPr>
            <a:r>
              <a:rPr lang="en-US" sz="2200" b="0" u="none" strike="noStrike">
                <a:solidFill>
                  <a:schemeClr val="dk1"/>
                </a:solidFill>
                <a:effectLst/>
                <a:uFillTx/>
                <a:latin typeface="Aptos"/>
              </a:rPr>
              <a:t>Equivalent to:</a:t>
            </a:r>
            <a:endParaRPr lang="en-AU" sz="2200" b="0" u="none" strike="noStrike">
              <a:solidFill>
                <a:srgbClr val="000000"/>
              </a:solidFill>
              <a:effectLst/>
              <a:uFillTx/>
              <a:latin typeface="Arial"/>
            </a:endParaRPr>
          </a:p>
          <a:p>
            <a:pPr defTabSz="914400">
              <a:lnSpc>
                <a:spcPct val="100000"/>
              </a:lnSpc>
            </a:pPr>
            <a:r>
              <a:rPr lang="en-US" sz="2200" b="0" u="none" strike="noStrike">
                <a:solidFill>
                  <a:srgbClr val="FF0000"/>
                </a:solidFill>
                <a:effectLst/>
                <a:uFillTx/>
                <a:latin typeface="Aptos"/>
              </a:rPr>
              <a:t>access-list</a:t>
            </a:r>
            <a:r>
              <a:rPr lang="en-US" sz="2200" b="0" u="none" strike="noStrike">
                <a:solidFill>
                  <a:schemeClr val="dk1"/>
                </a:solidFill>
                <a:effectLst/>
                <a:uFillTx/>
                <a:latin typeface="Aptos"/>
              </a:rPr>
              <a:t> </a:t>
            </a:r>
            <a:r>
              <a:rPr lang="en-US" sz="2200" b="0" u="none" strike="noStrike">
                <a:solidFill>
                  <a:srgbClr val="00B0F0"/>
                </a:solidFill>
                <a:effectLst/>
                <a:uFillTx/>
                <a:latin typeface="Aptos"/>
              </a:rPr>
              <a:t>1</a:t>
            </a:r>
            <a:r>
              <a:rPr lang="en-US" sz="2200" b="0" u="none" strike="noStrike">
                <a:solidFill>
                  <a:schemeClr val="dk1"/>
                </a:solidFill>
                <a:effectLst/>
                <a:uFillTx/>
                <a:latin typeface="Aptos"/>
              </a:rPr>
              <a:t> </a:t>
            </a:r>
            <a:r>
              <a:rPr lang="en-US" sz="2200" b="0" u="none" strike="noStrike">
                <a:solidFill>
                  <a:srgbClr val="FF0000"/>
                </a:solidFill>
                <a:effectLst/>
                <a:uFillTx/>
                <a:latin typeface="Aptos"/>
              </a:rPr>
              <a:t>permit </a:t>
            </a:r>
            <a:r>
              <a:rPr lang="en-US" sz="2200" b="0" u="none" strike="noStrike">
                <a:solidFill>
                  <a:schemeClr val="dk1"/>
                </a:solidFill>
                <a:effectLst/>
                <a:uFillTx/>
                <a:latin typeface="Aptos"/>
              </a:rPr>
              <a:t> </a:t>
            </a:r>
            <a:r>
              <a:rPr lang="en-US" sz="2200" b="0" u="none" strike="noStrike">
                <a:solidFill>
                  <a:srgbClr val="00B0F0"/>
                </a:solidFill>
                <a:effectLst/>
                <a:uFillTx/>
                <a:latin typeface="Aptos"/>
              </a:rPr>
              <a:t>any</a:t>
            </a:r>
            <a:endParaRPr lang="en-AU" sz="2200" b="0" u="none" strike="noStrike">
              <a:solidFill>
                <a:srgbClr val="000000"/>
              </a:solidFill>
              <a:effectLst/>
              <a:uFillTx/>
              <a:latin typeface="Arial"/>
            </a:endParaRPr>
          </a:p>
          <a:p>
            <a:pPr defTabSz="914400">
              <a:lnSpc>
                <a:spcPct val="100000"/>
              </a:lnSpc>
            </a:pP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0" y="0"/>
            <a:ext cx="3898080" cy="222552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chemeClr val="lt1"/>
                </a:solidFill>
                <a:effectLst/>
                <a:uFillTx/>
                <a:latin typeface="Aptos Display"/>
              </a:rPr>
              <a:t>1. Access Control Lists (ACLs)</a:t>
            </a:r>
            <a:endParaRPr lang="en-US" sz="4400" b="0" u="none" strike="noStrike">
              <a:solidFill>
                <a:schemeClr val="dk1"/>
              </a:solidFill>
              <a:effectLst/>
              <a:uFillTx/>
              <a:latin typeface="Aptos Display"/>
            </a:endParaRPr>
          </a:p>
        </p:txBody>
      </p:sp>
      <p:sp>
        <p:nvSpPr>
          <p:cNvPr id="74" name="PlaceHolder 2"/>
          <p:cNvSpPr>
            <a:spLocks noGrp="1"/>
          </p:cNvSpPr>
          <p:nvPr>
            <p:ph/>
          </p:nvPr>
        </p:nvSpPr>
        <p:spPr>
          <a:xfrm>
            <a:off x="3918960" y="130680"/>
            <a:ext cx="7940520" cy="6409080"/>
          </a:xfrm>
          <a:prstGeom prst="rect">
            <a:avLst/>
          </a:prstGeom>
          <a:noFill/>
          <a:ln w="0">
            <a:noFill/>
          </a:ln>
        </p:spPr>
        <p:txBody>
          <a:bodyPr lIns="91440" tIns="45720" rIns="91440" bIns="45720" anchor="t">
            <a:normAutofit fontScale="77500" lnSpcReduction="19999"/>
          </a:bodyPr>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Steps to configure Standard numbered ACLs:</a:t>
            </a:r>
            <a:endParaRPr lang="en-US" sz="2800" b="0" u="none" strike="noStrike">
              <a:solidFill>
                <a:schemeClr val="dk1"/>
              </a:solidFill>
              <a:effectLst/>
              <a:uFillTx/>
              <a:latin typeface="Aptos"/>
            </a:endParaRPr>
          </a:p>
          <a:p>
            <a:pPr marL="360000" indent="-228600" algn="l" defTabSz="914400">
              <a:lnSpc>
                <a:spcPct val="90000"/>
              </a:lnSpc>
              <a:spcBef>
                <a:spcPts val="1001"/>
              </a:spcBef>
              <a:buClr>
                <a:srgbClr val="000000"/>
              </a:buClr>
              <a:buFont typeface="OpenSymbol"/>
              <a:buAutoNum type="arabicPeriod"/>
            </a:pPr>
            <a:r>
              <a:rPr lang="en-US" sz="2400" b="0" u="none" strike="noStrike">
                <a:solidFill>
                  <a:schemeClr val="dk1"/>
                </a:solidFill>
                <a:effectLst/>
                <a:uFillTx/>
                <a:latin typeface="Aptos"/>
              </a:rPr>
              <a:t>Define ACL</a:t>
            </a:r>
            <a:endParaRPr lang="en-US" sz="24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rgbClr val="FF0000"/>
                </a:solidFill>
                <a:effectLst/>
                <a:uFillTx/>
                <a:latin typeface="Aptos"/>
              </a:rPr>
              <a:t>access-list</a:t>
            </a:r>
            <a:r>
              <a:rPr lang="en-US" sz="2000" b="0" u="none" strike="noStrike">
                <a:solidFill>
                  <a:srgbClr val="00B050"/>
                </a:solidFill>
                <a:effectLst/>
                <a:uFillTx/>
                <a:latin typeface="Aptos"/>
              </a:rPr>
              <a:t> </a:t>
            </a:r>
            <a:r>
              <a:rPr lang="en-US" sz="2000" b="0" u="none" strike="noStrike">
                <a:solidFill>
                  <a:srgbClr val="00B0F0"/>
                </a:solidFill>
                <a:effectLst/>
                <a:uFillTx/>
                <a:latin typeface="Aptos"/>
              </a:rPr>
              <a:t>acl-number</a:t>
            </a:r>
            <a:r>
              <a:rPr lang="en-US" sz="2000" b="0" u="none" strike="noStrike">
                <a:solidFill>
                  <a:srgbClr val="00B050"/>
                </a:solidFill>
                <a:effectLst/>
                <a:uFillTx/>
                <a:latin typeface="Aptos"/>
              </a:rPr>
              <a:t> {</a:t>
            </a:r>
            <a:r>
              <a:rPr lang="en-US" sz="2000" b="0" u="none" strike="noStrike">
                <a:solidFill>
                  <a:srgbClr val="FF0000"/>
                </a:solidFill>
                <a:effectLst/>
                <a:uFillTx/>
                <a:latin typeface="Aptos"/>
              </a:rPr>
              <a:t>deny</a:t>
            </a:r>
            <a:r>
              <a:rPr lang="en-US" sz="2000" b="0" u="none" strike="noStrike">
                <a:solidFill>
                  <a:srgbClr val="00B050"/>
                </a:solidFill>
                <a:effectLst/>
                <a:uFillTx/>
                <a:latin typeface="Aptos"/>
              </a:rPr>
              <a:t>|</a:t>
            </a:r>
            <a:r>
              <a:rPr lang="en-US" sz="2000" b="0" u="none" strike="noStrike">
                <a:solidFill>
                  <a:srgbClr val="FF0000"/>
                </a:solidFill>
                <a:effectLst/>
                <a:uFillTx/>
                <a:latin typeface="Aptos"/>
              </a:rPr>
              <a:t>permit</a:t>
            </a:r>
            <a:r>
              <a:rPr lang="en-US" sz="2000" b="0" u="none" strike="noStrike">
                <a:solidFill>
                  <a:srgbClr val="00B050"/>
                </a:solidFill>
                <a:effectLst/>
                <a:uFillTx/>
                <a:latin typeface="Aptos"/>
              </a:rPr>
              <a:t>}  </a:t>
            </a:r>
            <a:r>
              <a:rPr lang="en-US" sz="2000" b="0" u="none" strike="noStrike">
                <a:solidFill>
                  <a:srgbClr val="00B0F0"/>
                </a:solidFill>
                <a:effectLst/>
                <a:uFillTx/>
                <a:latin typeface="Aptos"/>
              </a:rPr>
              <a:t>source</a:t>
            </a:r>
            <a:r>
              <a:rPr lang="en-US" sz="2000" b="0" u="none" strike="noStrike">
                <a:solidFill>
                  <a:srgbClr val="00B050"/>
                </a:solidFill>
                <a:effectLst/>
                <a:uFillTx/>
                <a:latin typeface="Aptos"/>
              </a:rPr>
              <a:t> [</a:t>
            </a:r>
            <a:r>
              <a:rPr lang="en-US" sz="2000" b="0" u="none" strike="noStrike">
                <a:solidFill>
                  <a:srgbClr val="00B0F0"/>
                </a:solidFill>
                <a:effectLst/>
                <a:uFillTx/>
                <a:latin typeface="Aptos"/>
              </a:rPr>
              <a:t>source-wildcard</a:t>
            </a:r>
            <a:r>
              <a:rPr lang="en-US" sz="2000" b="0" u="none" strike="noStrike">
                <a:solidFill>
                  <a:srgbClr val="00B050"/>
                </a:solidFill>
                <a:effectLst/>
                <a:uFillTx/>
                <a:latin typeface="Aptos"/>
              </a:rPr>
              <a:t>] [</a:t>
            </a:r>
            <a:r>
              <a:rPr lang="en-US" sz="2000" b="0" u="none" strike="noStrike">
                <a:solidFill>
                  <a:srgbClr val="FF0000"/>
                </a:solidFill>
                <a:effectLst/>
                <a:uFillTx/>
                <a:latin typeface="Aptos"/>
              </a:rPr>
              <a:t>log</a:t>
            </a:r>
            <a:r>
              <a:rPr lang="en-US" sz="2000" b="0" u="none" strike="noStrike">
                <a:solidFill>
                  <a:srgbClr val="00B050"/>
                </a:solidFill>
                <a:effectLst/>
                <a:uFillTx/>
                <a:latin typeface="Aptos"/>
              </a:rPr>
              <a:t>]</a:t>
            </a:r>
            <a:endParaRPr lang="en-US" sz="2000" b="0" u="none" strike="noStrike">
              <a:solidFill>
                <a:schemeClr val="dk1"/>
              </a:solidFill>
              <a:effectLst/>
              <a:uFillTx/>
              <a:latin typeface="Aptos"/>
            </a:endParaRPr>
          </a:p>
          <a:p>
            <a:pPr marL="360000" indent="-228600" algn="l" defTabSz="914400">
              <a:lnSpc>
                <a:spcPct val="90000"/>
              </a:lnSpc>
              <a:spcBef>
                <a:spcPts val="1001"/>
              </a:spcBef>
              <a:buClr>
                <a:srgbClr val="000000"/>
              </a:buClr>
              <a:buFont typeface="OpenSymbol"/>
              <a:buAutoNum type="arabicPeriod"/>
              <a:tabLst>
                <a:tab pos="0" algn="l"/>
              </a:tabLst>
            </a:pPr>
            <a:r>
              <a:rPr lang="en-US" sz="2400" b="0" u="none" strike="noStrike">
                <a:solidFill>
                  <a:schemeClr val="dk1"/>
                </a:solidFill>
                <a:effectLst/>
                <a:uFillTx/>
                <a:latin typeface="Aptos"/>
              </a:rPr>
              <a:t>Apply the ACL to interface in interface configuration mode.</a:t>
            </a:r>
            <a:endParaRPr lang="en-US" sz="24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rgbClr val="FF0000"/>
                </a:solidFill>
                <a:effectLst/>
                <a:uFillTx/>
                <a:latin typeface="Aptos"/>
              </a:rPr>
              <a:t>ip access-group</a:t>
            </a:r>
            <a:r>
              <a:rPr lang="en-US" sz="2000" b="0" u="none" strike="noStrike">
                <a:solidFill>
                  <a:srgbClr val="00B050"/>
                </a:solidFill>
                <a:effectLst/>
                <a:uFillTx/>
                <a:latin typeface="Aptos"/>
              </a:rPr>
              <a:t> {</a:t>
            </a:r>
            <a:r>
              <a:rPr lang="en-US" sz="2000" b="0" u="none" strike="noStrike">
                <a:solidFill>
                  <a:srgbClr val="00B0F0"/>
                </a:solidFill>
                <a:effectLst/>
                <a:uFillTx/>
                <a:latin typeface="Aptos"/>
              </a:rPr>
              <a:t>acl-number</a:t>
            </a:r>
            <a:r>
              <a:rPr lang="en-US" sz="2000" b="0" u="none" strike="noStrike">
                <a:solidFill>
                  <a:srgbClr val="00B050"/>
                </a:solidFill>
                <a:effectLst/>
                <a:uFillTx/>
                <a:latin typeface="Aptos"/>
              </a:rPr>
              <a:t>} {</a:t>
            </a:r>
            <a:r>
              <a:rPr lang="en-US" sz="2000" b="0" u="none" strike="noStrike">
                <a:solidFill>
                  <a:srgbClr val="FF0000"/>
                </a:solidFill>
                <a:effectLst/>
                <a:uFillTx/>
                <a:latin typeface="Aptos"/>
              </a:rPr>
              <a:t>in</a:t>
            </a:r>
            <a:r>
              <a:rPr lang="en-US" sz="2000" b="0" u="none" strike="noStrike">
                <a:solidFill>
                  <a:srgbClr val="00B050"/>
                </a:solidFill>
                <a:effectLst/>
                <a:uFillTx/>
                <a:latin typeface="Aptos"/>
              </a:rPr>
              <a:t>|</a:t>
            </a:r>
            <a:r>
              <a:rPr lang="en-US" sz="2000" b="0" u="none" strike="noStrike">
                <a:solidFill>
                  <a:srgbClr val="FF0000"/>
                </a:solidFill>
                <a:effectLst/>
                <a:uFillTx/>
                <a:latin typeface="Aptos"/>
              </a:rPr>
              <a:t>out</a:t>
            </a:r>
            <a:r>
              <a:rPr lang="en-US" sz="2000" b="0" u="none" strike="noStrike">
                <a:solidFill>
                  <a:srgbClr val="00B050"/>
                </a:solidFill>
                <a:effectLst/>
                <a:uFillTx/>
                <a:latin typeface="Aptos"/>
              </a:rPr>
              <a:t>}</a:t>
            </a:r>
            <a:endParaRPr lang="en-US" sz="2000" b="0" u="none" strike="noStrike">
              <a:solidFill>
                <a:schemeClr val="dk1"/>
              </a:solidFill>
              <a:effectLst/>
              <a:uFillTx/>
              <a:latin typeface="Aptos"/>
            </a:endParaRPr>
          </a:p>
          <a:p>
            <a:pPr marL="162000" indent="-1620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Example Standard numbered ACL:</a:t>
            </a:r>
            <a:endParaRPr lang="en-US" sz="2800" b="0" u="none" strike="noStrike">
              <a:solidFill>
                <a:schemeClr val="dk1"/>
              </a:solidFill>
              <a:effectLst/>
              <a:uFillTx/>
              <a:latin typeface="Aptos"/>
            </a:endParaRPr>
          </a:p>
          <a:p>
            <a:pPr marL="685800" indent="-228600" algn="l" defTabSz="914400">
              <a:lnSpc>
                <a:spcPct val="90000"/>
              </a:lnSpc>
              <a:spcBef>
                <a:spcPts val="499"/>
              </a:spcBef>
              <a:buNone/>
              <a:tabLst>
                <a:tab pos="0" algn="l"/>
              </a:tabLst>
            </a:pPr>
            <a:r>
              <a:rPr lang="en-US" sz="2400" b="0" u="none" strike="noStrike">
                <a:solidFill>
                  <a:schemeClr val="dk1"/>
                </a:solidFill>
                <a:effectLst/>
                <a:uFillTx/>
                <a:latin typeface="Aptos"/>
              </a:rPr>
              <a:t>R1(config)# </a:t>
            </a:r>
            <a:r>
              <a:rPr lang="en-US" sz="2400" b="0" u="none" strike="noStrike">
                <a:solidFill>
                  <a:srgbClr val="FF0000"/>
                </a:solidFill>
                <a:effectLst/>
                <a:uFillTx/>
                <a:latin typeface="Aptos"/>
              </a:rPr>
              <a:t>access-list</a:t>
            </a:r>
            <a:r>
              <a:rPr lang="en-US" sz="2400" b="0" u="none" strike="noStrike">
                <a:solidFill>
                  <a:schemeClr val="dk1"/>
                </a:solidFill>
                <a:effectLst/>
                <a:uFillTx/>
                <a:latin typeface="Aptos"/>
              </a:rPr>
              <a:t> </a:t>
            </a:r>
            <a:r>
              <a:rPr lang="en-US" sz="2400" b="0" u="none" strike="noStrike">
                <a:solidFill>
                  <a:srgbClr val="00B0F0"/>
                </a:solidFill>
                <a:effectLst/>
                <a:uFillTx/>
                <a:latin typeface="Aptos"/>
              </a:rPr>
              <a:t>1</a:t>
            </a:r>
            <a:r>
              <a:rPr lang="en-US" sz="2400" b="0" u="none" strike="noStrike">
                <a:solidFill>
                  <a:schemeClr val="dk1"/>
                </a:solidFill>
                <a:effectLst/>
                <a:uFillTx/>
                <a:latin typeface="Aptos"/>
              </a:rPr>
              <a:t> </a:t>
            </a:r>
            <a:r>
              <a:rPr lang="en-US" sz="2400" b="0" u="none" strike="noStrike">
                <a:solidFill>
                  <a:srgbClr val="FF0000"/>
                </a:solidFill>
                <a:effectLst/>
                <a:uFillTx/>
                <a:latin typeface="Aptos"/>
              </a:rPr>
              <a:t>deny</a:t>
            </a:r>
            <a:r>
              <a:rPr lang="en-US" sz="2400" b="0" u="none" strike="noStrike">
                <a:solidFill>
                  <a:schemeClr val="dk1"/>
                </a:solidFill>
                <a:effectLst/>
                <a:uFillTx/>
                <a:latin typeface="Aptos"/>
              </a:rPr>
              <a:t> </a:t>
            </a:r>
            <a:r>
              <a:rPr lang="en-US" sz="2400" b="0" u="none" strike="noStrike">
                <a:solidFill>
                  <a:srgbClr val="00B0F0"/>
                </a:solidFill>
                <a:effectLst/>
                <a:uFillTx/>
                <a:latin typeface="Aptos"/>
              </a:rPr>
              <a:t>172.16.0.0 0.0.255.255</a:t>
            </a:r>
            <a:endParaRPr lang="en-US" sz="2400" b="0" u="none" strike="noStrike">
              <a:solidFill>
                <a:schemeClr val="dk1"/>
              </a:solidFill>
              <a:effectLst/>
              <a:uFillTx/>
              <a:latin typeface="Aptos"/>
            </a:endParaRPr>
          </a:p>
          <a:p>
            <a:pPr marL="685800" indent="-228600" algn="l" defTabSz="914400">
              <a:lnSpc>
                <a:spcPct val="90000"/>
              </a:lnSpc>
              <a:spcBef>
                <a:spcPts val="499"/>
              </a:spcBef>
              <a:buNone/>
              <a:tabLst>
                <a:tab pos="0" algn="l"/>
              </a:tabLst>
            </a:pPr>
            <a:r>
              <a:rPr lang="en-US" sz="2400" b="0" u="none" strike="noStrike">
                <a:solidFill>
                  <a:schemeClr val="dk1"/>
                </a:solidFill>
                <a:effectLst/>
                <a:uFillTx/>
                <a:latin typeface="Aptos"/>
              </a:rPr>
              <a:t>R1(config)# </a:t>
            </a:r>
            <a:r>
              <a:rPr lang="en-US" sz="2400" b="0" u="none" strike="noStrike">
                <a:solidFill>
                  <a:srgbClr val="FF0000"/>
                </a:solidFill>
                <a:effectLst/>
                <a:uFillTx/>
                <a:latin typeface="Aptos"/>
              </a:rPr>
              <a:t>access-list </a:t>
            </a:r>
            <a:r>
              <a:rPr lang="en-US" sz="2400" b="0" u="none" strike="noStrike">
                <a:solidFill>
                  <a:srgbClr val="00B0F0"/>
                </a:solidFill>
                <a:effectLst/>
                <a:uFillTx/>
                <a:latin typeface="Aptos"/>
              </a:rPr>
              <a:t>1</a:t>
            </a:r>
            <a:r>
              <a:rPr lang="en-US" sz="2400" b="0" u="none" strike="noStrike">
                <a:solidFill>
                  <a:schemeClr val="dk1"/>
                </a:solidFill>
                <a:effectLst/>
                <a:uFillTx/>
                <a:latin typeface="Aptos"/>
              </a:rPr>
              <a:t> </a:t>
            </a:r>
            <a:r>
              <a:rPr lang="en-US" sz="2400" b="0" u="none" strike="noStrike">
                <a:solidFill>
                  <a:srgbClr val="FF0000"/>
                </a:solidFill>
                <a:effectLst/>
                <a:uFillTx/>
                <a:latin typeface="Aptos"/>
              </a:rPr>
              <a:t>deny host</a:t>
            </a:r>
            <a:r>
              <a:rPr lang="en-US" sz="2400" b="0" u="none" strike="noStrike">
                <a:solidFill>
                  <a:schemeClr val="dk1"/>
                </a:solidFill>
                <a:effectLst/>
                <a:uFillTx/>
                <a:latin typeface="Aptos"/>
              </a:rPr>
              <a:t> </a:t>
            </a:r>
            <a:r>
              <a:rPr lang="en-US" sz="2400" b="0" u="none" strike="noStrike">
                <a:solidFill>
                  <a:srgbClr val="00B0F0"/>
                </a:solidFill>
                <a:effectLst/>
                <a:uFillTx/>
                <a:latin typeface="Aptos"/>
              </a:rPr>
              <a:t>192.168.1.1</a:t>
            </a:r>
            <a:endParaRPr lang="en-US" sz="2400" b="0" u="none" strike="noStrike">
              <a:solidFill>
                <a:schemeClr val="dk1"/>
              </a:solidFill>
              <a:effectLst/>
              <a:uFillTx/>
              <a:latin typeface="Aptos"/>
            </a:endParaRPr>
          </a:p>
          <a:p>
            <a:pPr marL="685800" indent="-228600" algn="l" defTabSz="914400">
              <a:lnSpc>
                <a:spcPct val="90000"/>
              </a:lnSpc>
              <a:spcBef>
                <a:spcPts val="499"/>
              </a:spcBef>
              <a:buNone/>
              <a:tabLst>
                <a:tab pos="0" algn="l"/>
              </a:tabLst>
            </a:pPr>
            <a:r>
              <a:rPr lang="en-US" sz="2400" b="0" u="none" strike="noStrike">
                <a:solidFill>
                  <a:schemeClr val="dk1"/>
                </a:solidFill>
                <a:effectLst/>
                <a:uFillTx/>
                <a:latin typeface="Aptos"/>
              </a:rPr>
              <a:t>R1(config)# </a:t>
            </a:r>
            <a:r>
              <a:rPr lang="en-US" sz="2400" b="0" u="none" strike="noStrike">
                <a:solidFill>
                  <a:srgbClr val="FF0000"/>
                </a:solidFill>
                <a:effectLst/>
                <a:uFillTx/>
                <a:latin typeface="Aptos"/>
              </a:rPr>
              <a:t>access-list</a:t>
            </a:r>
            <a:r>
              <a:rPr lang="en-US" sz="2400" b="0" u="none" strike="noStrike">
                <a:solidFill>
                  <a:schemeClr val="dk1"/>
                </a:solidFill>
                <a:effectLst/>
                <a:uFillTx/>
                <a:latin typeface="Aptos"/>
              </a:rPr>
              <a:t> </a:t>
            </a:r>
            <a:r>
              <a:rPr lang="en-US" sz="2400" b="0" u="none" strike="noStrike">
                <a:solidFill>
                  <a:srgbClr val="00B0F0"/>
                </a:solidFill>
                <a:effectLst/>
                <a:uFillTx/>
                <a:latin typeface="Aptos"/>
              </a:rPr>
              <a:t>1</a:t>
            </a:r>
            <a:r>
              <a:rPr lang="en-US" sz="2400" b="0" u="none" strike="noStrike">
                <a:solidFill>
                  <a:schemeClr val="dk1"/>
                </a:solidFill>
                <a:effectLst/>
                <a:uFillTx/>
                <a:latin typeface="Aptos"/>
              </a:rPr>
              <a:t> </a:t>
            </a:r>
            <a:r>
              <a:rPr lang="en-US" sz="2400" b="0" u="none" strike="noStrike">
                <a:solidFill>
                  <a:srgbClr val="FF0000"/>
                </a:solidFill>
                <a:effectLst/>
                <a:uFillTx/>
                <a:latin typeface="Aptos"/>
              </a:rPr>
              <a:t>permit any</a:t>
            </a:r>
            <a:endParaRPr lang="en-US" sz="2400" b="0" u="none" strike="noStrike">
              <a:solidFill>
                <a:schemeClr val="dk1"/>
              </a:solidFill>
              <a:effectLst/>
              <a:uFillTx/>
              <a:latin typeface="Aptos"/>
            </a:endParaRPr>
          </a:p>
          <a:p>
            <a:pPr marL="685800" indent="-228600" algn="l" defTabSz="914400">
              <a:lnSpc>
                <a:spcPct val="90000"/>
              </a:lnSpc>
              <a:spcBef>
                <a:spcPts val="499"/>
              </a:spcBef>
              <a:buNone/>
              <a:tabLst>
                <a:tab pos="0" algn="l"/>
              </a:tabLst>
            </a:pPr>
            <a:r>
              <a:rPr lang="en-US" sz="2400" b="0" u="none" strike="noStrike">
                <a:solidFill>
                  <a:schemeClr val="dk1"/>
                </a:solidFill>
                <a:effectLst/>
                <a:uFillTx/>
                <a:latin typeface="Aptos"/>
              </a:rPr>
              <a:t>R1(config)# </a:t>
            </a:r>
            <a:r>
              <a:rPr lang="en-US" sz="2400" b="0" u="none" strike="noStrike">
                <a:solidFill>
                  <a:srgbClr val="FF0000"/>
                </a:solidFill>
                <a:effectLst/>
                <a:uFillTx/>
                <a:latin typeface="Aptos"/>
              </a:rPr>
              <a:t>interface</a:t>
            </a:r>
            <a:r>
              <a:rPr lang="en-US" sz="2400" b="0" u="none" strike="noStrike">
                <a:solidFill>
                  <a:schemeClr val="dk1"/>
                </a:solidFill>
                <a:effectLst/>
                <a:uFillTx/>
                <a:latin typeface="Aptos"/>
              </a:rPr>
              <a:t> </a:t>
            </a:r>
            <a:r>
              <a:rPr lang="en-US" sz="2400" b="0" u="none" strike="noStrike">
                <a:solidFill>
                  <a:srgbClr val="00B0F0"/>
                </a:solidFill>
                <a:effectLst/>
                <a:uFillTx/>
                <a:latin typeface="Aptos"/>
              </a:rPr>
              <a:t>GigabitEthernet0/1</a:t>
            </a:r>
            <a:endParaRPr lang="en-US" sz="2400" b="0" u="none" strike="noStrike">
              <a:solidFill>
                <a:schemeClr val="dk1"/>
              </a:solidFill>
              <a:effectLst/>
              <a:uFillTx/>
              <a:latin typeface="Aptos"/>
            </a:endParaRPr>
          </a:p>
          <a:p>
            <a:pPr marL="457200" indent="0" algn="l" defTabSz="914400">
              <a:lnSpc>
                <a:spcPct val="90000"/>
              </a:lnSpc>
              <a:spcBef>
                <a:spcPts val="499"/>
              </a:spcBef>
              <a:buNone/>
              <a:tabLst>
                <a:tab pos="0" algn="l"/>
              </a:tabLst>
            </a:pPr>
            <a:r>
              <a:rPr lang="en-US" sz="2400" b="0" u="none" strike="noStrike">
                <a:solidFill>
                  <a:schemeClr val="dk1"/>
                </a:solidFill>
                <a:effectLst/>
                <a:uFillTx/>
                <a:latin typeface="Aptos"/>
              </a:rPr>
              <a:t>R1(config-if)# </a:t>
            </a:r>
            <a:r>
              <a:rPr lang="en-US" sz="2400" b="0" u="none" strike="noStrike">
                <a:solidFill>
                  <a:srgbClr val="FF0000"/>
                </a:solidFill>
                <a:effectLst/>
                <a:uFillTx/>
                <a:latin typeface="Aptos"/>
              </a:rPr>
              <a:t>ip access-group</a:t>
            </a:r>
            <a:r>
              <a:rPr lang="en-US" sz="2400" b="0" u="none" strike="noStrike">
                <a:solidFill>
                  <a:schemeClr val="dk1"/>
                </a:solidFill>
                <a:effectLst/>
                <a:uFillTx/>
                <a:latin typeface="Aptos"/>
              </a:rPr>
              <a:t> </a:t>
            </a:r>
            <a:r>
              <a:rPr lang="en-US" sz="2400" b="0" u="none" strike="noStrike">
                <a:solidFill>
                  <a:srgbClr val="00B0F0"/>
                </a:solidFill>
                <a:effectLst/>
                <a:uFillTx/>
                <a:latin typeface="Aptos"/>
              </a:rPr>
              <a:t>1</a:t>
            </a:r>
            <a:r>
              <a:rPr lang="en-US" sz="2400" b="0" u="none" strike="noStrike">
                <a:solidFill>
                  <a:schemeClr val="dk1"/>
                </a:solidFill>
                <a:effectLst/>
                <a:uFillTx/>
                <a:latin typeface="Aptos"/>
              </a:rPr>
              <a:t> </a:t>
            </a:r>
            <a:r>
              <a:rPr lang="en-US" sz="2400" b="0" u="none" strike="noStrike">
                <a:solidFill>
                  <a:srgbClr val="FF0000"/>
                </a:solidFill>
                <a:effectLst/>
                <a:uFillTx/>
                <a:latin typeface="Aptos"/>
              </a:rPr>
              <a:t>in</a:t>
            </a:r>
            <a:endParaRPr lang="en-US" sz="24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Steps to configure Extended numbered ACLs:</a:t>
            </a:r>
            <a:endParaRPr lang="en-US" sz="2800" b="0" u="none" strike="noStrike">
              <a:solidFill>
                <a:schemeClr val="dk1"/>
              </a:solidFill>
              <a:effectLst/>
              <a:uFillTx/>
              <a:latin typeface="Aptos"/>
            </a:endParaRPr>
          </a:p>
          <a:p>
            <a:pPr marL="360000" indent="-228600" algn="l" defTabSz="914400">
              <a:lnSpc>
                <a:spcPct val="90000"/>
              </a:lnSpc>
              <a:spcBef>
                <a:spcPts val="1001"/>
              </a:spcBef>
              <a:buClr>
                <a:srgbClr val="000000"/>
              </a:buClr>
              <a:buFont typeface="Arial"/>
              <a:buAutoNum type="arabicPeriod"/>
              <a:tabLst>
                <a:tab pos="0" algn="l"/>
              </a:tabLst>
            </a:pPr>
            <a:r>
              <a:rPr lang="en-US" sz="2400" b="0" u="none" strike="noStrike">
                <a:solidFill>
                  <a:schemeClr val="dk1"/>
                </a:solidFill>
                <a:effectLst/>
                <a:uFillTx/>
                <a:latin typeface="Aptos"/>
              </a:rPr>
              <a:t>Define the ACL </a:t>
            </a:r>
            <a:endParaRPr lang="en-US" sz="2400" b="0" u="none" strike="noStrike">
              <a:solidFill>
                <a:schemeClr val="dk1"/>
              </a:solidFill>
              <a:effectLst/>
              <a:uFillTx/>
              <a:latin typeface="Aptos"/>
            </a:endParaRPr>
          </a:p>
          <a:p>
            <a:pPr marL="783000" indent="0" algn="l" defTabSz="914400">
              <a:lnSpc>
                <a:spcPct val="90000"/>
              </a:lnSpc>
              <a:spcBef>
                <a:spcPts val="499"/>
              </a:spcBef>
              <a:buNone/>
              <a:tabLst>
                <a:tab pos="0" algn="l"/>
              </a:tabLst>
            </a:pPr>
            <a:r>
              <a:rPr lang="en-US" sz="2000" b="0" u="none" strike="noStrike">
                <a:solidFill>
                  <a:srgbClr val="FF0000"/>
                </a:solidFill>
                <a:effectLst/>
                <a:uFillTx/>
                <a:latin typeface="Aptos"/>
              </a:rPr>
              <a:t>access-list</a:t>
            </a:r>
            <a:r>
              <a:rPr lang="en-US" sz="2000" b="0" u="none" strike="noStrike">
                <a:solidFill>
                  <a:srgbClr val="00B050"/>
                </a:solidFill>
                <a:effectLst/>
                <a:uFillTx/>
                <a:latin typeface="Aptos"/>
              </a:rPr>
              <a:t> </a:t>
            </a:r>
            <a:r>
              <a:rPr lang="en-US" sz="2000" b="0" u="none" strike="noStrike">
                <a:solidFill>
                  <a:srgbClr val="00B0F0"/>
                </a:solidFill>
                <a:effectLst/>
                <a:uFillTx/>
                <a:latin typeface="Aptos"/>
              </a:rPr>
              <a:t>acl-number</a:t>
            </a:r>
            <a:r>
              <a:rPr lang="en-US" sz="2000" b="0" u="none" strike="noStrike">
                <a:solidFill>
                  <a:srgbClr val="00B050"/>
                </a:solidFill>
                <a:effectLst/>
                <a:uFillTx/>
                <a:latin typeface="Aptos"/>
              </a:rPr>
              <a:t> {</a:t>
            </a:r>
            <a:r>
              <a:rPr lang="en-US" sz="2000" b="0" u="none" strike="noStrike">
                <a:solidFill>
                  <a:srgbClr val="FF0000"/>
                </a:solidFill>
                <a:effectLst/>
                <a:uFillTx/>
                <a:latin typeface="Aptos"/>
              </a:rPr>
              <a:t>deny</a:t>
            </a:r>
            <a:r>
              <a:rPr lang="en-US" sz="2000" b="0" u="none" strike="noStrike">
                <a:solidFill>
                  <a:srgbClr val="00B050"/>
                </a:solidFill>
                <a:effectLst/>
                <a:uFillTx/>
                <a:latin typeface="Aptos"/>
              </a:rPr>
              <a:t>|</a:t>
            </a:r>
            <a:r>
              <a:rPr lang="en-US" sz="2000" b="0" u="none" strike="noStrike">
                <a:solidFill>
                  <a:srgbClr val="FF0000"/>
                </a:solidFill>
                <a:effectLst/>
                <a:uFillTx/>
                <a:latin typeface="Aptos"/>
              </a:rPr>
              <a:t>permit</a:t>
            </a:r>
            <a:r>
              <a:rPr lang="en-US" sz="2000" b="0" u="none" strike="noStrike">
                <a:solidFill>
                  <a:srgbClr val="00B050"/>
                </a:solidFill>
                <a:effectLst/>
                <a:uFillTx/>
                <a:latin typeface="Aptos"/>
              </a:rPr>
              <a:t>} </a:t>
            </a:r>
            <a:r>
              <a:rPr lang="en-US" sz="2000" b="0" u="none" strike="noStrike">
                <a:solidFill>
                  <a:srgbClr val="00B0F0"/>
                </a:solidFill>
                <a:effectLst/>
                <a:uFillTx/>
                <a:latin typeface="Aptos"/>
              </a:rPr>
              <a:t>protocol</a:t>
            </a:r>
            <a:r>
              <a:rPr lang="en-US" sz="2000" b="0" u="none" strike="noStrike">
                <a:solidFill>
                  <a:srgbClr val="00B050"/>
                </a:solidFill>
                <a:effectLst/>
                <a:uFillTx/>
                <a:latin typeface="Aptos"/>
              </a:rPr>
              <a:t> </a:t>
            </a:r>
            <a:r>
              <a:rPr lang="en-US" sz="2000" b="0" u="none" strike="noStrike">
                <a:solidFill>
                  <a:srgbClr val="00B0F0"/>
                </a:solidFill>
                <a:effectLst/>
                <a:uFillTx/>
                <a:latin typeface="Aptos"/>
              </a:rPr>
              <a:t>source</a:t>
            </a:r>
            <a:r>
              <a:rPr lang="en-US" sz="2000" b="0" u="none" strike="noStrike">
                <a:solidFill>
                  <a:srgbClr val="00B050"/>
                </a:solidFill>
                <a:effectLst/>
                <a:uFillTx/>
                <a:latin typeface="Aptos"/>
              </a:rPr>
              <a:t> </a:t>
            </a:r>
            <a:r>
              <a:rPr lang="en-US" sz="2000" b="0" u="none" strike="noStrike">
                <a:solidFill>
                  <a:srgbClr val="00B0F0"/>
                </a:solidFill>
                <a:effectLst/>
                <a:uFillTx/>
                <a:latin typeface="Aptos"/>
              </a:rPr>
              <a:t>source-wildcard destination destination-wildcard</a:t>
            </a:r>
            <a:r>
              <a:rPr lang="en-US" sz="2000" b="0" u="none" strike="noStrike">
                <a:solidFill>
                  <a:srgbClr val="00B050"/>
                </a:solidFill>
                <a:effectLst/>
                <a:uFillTx/>
                <a:latin typeface="Aptos"/>
              </a:rPr>
              <a:t> [protocol-options] [</a:t>
            </a:r>
            <a:r>
              <a:rPr lang="en-US" sz="2000" b="0" u="none" strike="noStrike">
                <a:solidFill>
                  <a:srgbClr val="FF0000"/>
                </a:solidFill>
                <a:effectLst/>
                <a:uFillTx/>
                <a:latin typeface="Aptos"/>
              </a:rPr>
              <a:t>log </a:t>
            </a:r>
            <a:r>
              <a:rPr lang="en-US" sz="2000" b="0" u="none" strike="noStrike">
                <a:solidFill>
                  <a:srgbClr val="00B050"/>
                </a:solidFill>
                <a:effectLst/>
                <a:uFillTx/>
                <a:latin typeface="Aptos"/>
              </a:rPr>
              <a:t>| </a:t>
            </a:r>
            <a:r>
              <a:rPr lang="en-US" sz="2000" b="0" u="none" strike="noStrike">
                <a:solidFill>
                  <a:srgbClr val="FF0000"/>
                </a:solidFill>
                <a:effectLst/>
                <a:uFillTx/>
                <a:latin typeface="Aptos"/>
              </a:rPr>
              <a:t>log-input</a:t>
            </a:r>
            <a:r>
              <a:rPr lang="en-US" sz="2000" b="0" u="none" strike="noStrike">
                <a:solidFill>
                  <a:srgbClr val="00B050"/>
                </a:solidFill>
                <a:effectLst/>
                <a:uFillTx/>
                <a:latin typeface="Aptos"/>
              </a:rPr>
              <a:t>]</a:t>
            </a:r>
            <a:endParaRPr lang="en-US" sz="2000" b="0" u="none" strike="noStrike">
              <a:solidFill>
                <a:schemeClr val="dk1"/>
              </a:solidFill>
              <a:effectLst/>
              <a:uFillTx/>
              <a:latin typeface="Aptos"/>
            </a:endParaRPr>
          </a:p>
          <a:p>
            <a:pPr marL="783000" indent="0" algn="l" defTabSz="914400">
              <a:lnSpc>
                <a:spcPct val="90000"/>
              </a:lnSpc>
              <a:spcBef>
                <a:spcPts val="499"/>
              </a:spcBef>
              <a:buNone/>
              <a:tabLst>
                <a:tab pos="0" algn="l"/>
              </a:tabLst>
            </a:pPr>
            <a:r>
              <a:rPr lang="en-US" sz="2000" b="0" u="none" strike="noStrike">
                <a:solidFill>
                  <a:srgbClr val="00B050"/>
                </a:solidFill>
                <a:effectLst/>
                <a:uFillTx/>
                <a:latin typeface="Aptos"/>
              </a:rPr>
              <a:t>[protocol-options]</a:t>
            </a:r>
            <a:r>
              <a:rPr lang="en-US" sz="2000" b="0" u="none" strike="noStrike">
                <a:solidFill>
                  <a:schemeClr val="dk1"/>
                </a:solidFill>
                <a:effectLst/>
                <a:uFillTx/>
                <a:latin typeface="Aptos"/>
              </a:rPr>
              <a:t> vary depending on protocol, can be </a:t>
            </a:r>
            <a:r>
              <a:rPr lang="en-US" sz="2000" b="0" u="none" strike="noStrike">
                <a:solidFill>
                  <a:srgbClr val="FF0000"/>
                </a:solidFill>
                <a:effectLst/>
                <a:uFillTx/>
                <a:latin typeface="Aptos"/>
              </a:rPr>
              <a:t>lt</a:t>
            </a:r>
            <a:r>
              <a:rPr lang="en-US" sz="2000" b="0" u="none" strike="noStrike">
                <a:solidFill>
                  <a:schemeClr val="dk1"/>
                </a:solidFill>
                <a:effectLst/>
                <a:uFillTx/>
                <a:latin typeface="Aptos"/>
              </a:rPr>
              <a:t>,</a:t>
            </a:r>
            <a:r>
              <a:rPr lang="en-US" sz="2000" b="0" u="none" strike="noStrike">
                <a:solidFill>
                  <a:srgbClr val="FF0000"/>
                </a:solidFill>
                <a:effectLst/>
                <a:uFillTx/>
                <a:latin typeface="Aptos"/>
              </a:rPr>
              <a:t>gt</a:t>
            </a:r>
            <a:r>
              <a:rPr lang="en-US" sz="2000" b="0" u="none" strike="noStrike">
                <a:solidFill>
                  <a:schemeClr val="dk1"/>
                </a:solidFill>
                <a:effectLst/>
                <a:uFillTx/>
                <a:latin typeface="Aptos"/>
              </a:rPr>
              <a:t>,</a:t>
            </a:r>
            <a:r>
              <a:rPr lang="en-US" sz="2000" b="0" u="none" strike="noStrike">
                <a:solidFill>
                  <a:srgbClr val="FF0000"/>
                </a:solidFill>
                <a:effectLst/>
                <a:uFillTx/>
                <a:latin typeface="Aptos"/>
              </a:rPr>
              <a:t>eq</a:t>
            </a:r>
            <a:r>
              <a:rPr lang="en-US" sz="2000" b="0" u="none" strike="noStrike">
                <a:solidFill>
                  <a:schemeClr val="dk1"/>
                </a:solidFill>
                <a:effectLst/>
                <a:uFillTx/>
                <a:latin typeface="Aptos"/>
              </a:rPr>
              <a:t> or </a:t>
            </a:r>
            <a:r>
              <a:rPr lang="en-US" sz="2000" b="0" u="none" strike="noStrike">
                <a:solidFill>
                  <a:srgbClr val="FF0000"/>
                </a:solidFill>
                <a:effectLst/>
                <a:uFillTx/>
                <a:latin typeface="Aptos"/>
              </a:rPr>
              <a:t>SYN</a:t>
            </a:r>
            <a:r>
              <a:rPr lang="en-US" sz="2000" b="0" u="none" strike="noStrike">
                <a:solidFill>
                  <a:schemeClr val="dk1"/>
                </a:solidFill>
                <a:effectLst/>
                <a:uFillTx/>
                <a:latin typeface="Aptos"/>
              </a:rPr>
              <a:t>, </a:t>
            </a:r>
            <a:r>
              <a:rPr lang="en-US" sz="2000" b="0" u="none" strike="noStrike">
                <a:solidFill>
                  <a:srgbClr val="FF0000"/>
                </a:solidFill>
                <a:effectLst/>
                <a:uFillTx/>
                <a:latin typeface="Aptos"/>
              </a:rPr>
              <a:t>ACK</a:t>
            </a:r>
            <a:r>
              <a:rPr lang="en-US" sz="2000" b="0" u="none" strike="noStrike">
                <a:solidFill>
                  <a:schemeClr val="dk1"/>
                </a:solidFill>
                <a:effectLst/>
                <a:uFillTx/>
                <a:latin typeface="Aptos"/>
              </a:rPr>
              <a:t>.</a:t>
            </a:r>
            <a:endParaRPr lang="en-US" sz="2000" b="0" u="none" strike="noStrike">
              <a:solidFill>
                <a:schemeClr val="dk1"/>
              </a:solidFill>
              <a:effectLst/>
              <a:uFillTx/>
              <a:latin typeface="Aptos"/>
            </a:endParaRPr>
          </a:p>
          <a:p>
            <a:pPr marL="783000" indent="0" algn="l" defTabSz="914400">
              <a:lnSpc>
                <a:spcPct val="90000"/>
              </a:lnSpc>
              <a:spcBef>
                <a:spcPts val="499"/>
              </a:spcBef>
              <a:buNone/>
              <a:tabLst>
                <a:tab pos="0" algn="l"/>
              </a:tabLst>
            </a:pPr>
            <a:r>
              <a:rPr lang="en-US" sz="2000" b="0" u="none" strike="noStrike">
                <a:solidFill>
                  <a:srgbClr val="FF0000"/>
                </a:solidFill>
                <a:effectLst/>
                <a:uFillTx/>
                <a:latin typeface="Aptos"/>
              </a:rPr>
              <a:t>log-input</a:t>
            </a:r>
            <a:r>
              <a:rPr lang="en-US" sz="2000" b="0" u="none" strike="noStrike">
                <a:solidFill>
                  <a:schemeClr val="dk1"/>
                </a:solidFill>
                <a:effectLst/>
                <a:uFillTx/>
                <a:latin typeface="Aptos"/>
              </a:rPr>
              <a:t> to log input interface, source MAC or virtual circuit in log output. </a:t>
            </a:r>
            <a:endParaRPr lang="en-US" sz="2000" b="0" u="none" strike="noStrike">
              <a:solidFill>
                <a:schemeClr val="dk1"/>
              </a:solidFill>
              <a:effectLst/>
              <a:uFillTx/>
              <a:latin typeface="Aptos"/>
            </a:endParaRPr>
          </a:p>
          <a:p>
            <a:pPr marL="423000" indent="-228600" algn="l" defTabSz="914400">
              <a:lnSpc>
                <a:spcPct val="90000"/>
              </a:lnSpc>
              <a:spcBef>
                <a:spcPts val="499"/>
              </a:spcBef>
              <a:buClr>
                <a:srgbClr val="000000"/>
              </a:buClr>
              <a:buFont typeface="Arial"/>
              <a:buAutoNum type="arabicPeriod"/>
              <a:tabLst>
                <a:tab pos="0" algn="l"/>
              </a:tabLst>
            </a:pPr>
            <a:r>
              <a:rPr lang="en-US" sz="2400" b="0" u="none" strike="noStrike">
                <a:solidFill>
                  <a:schemeClr val="dk1"/>
                </a:solidFill>
                <a:effectLst/>
                <a:uFillTx/>
                <a:latin typeface="Aptos"/>
              </a:rPr>
              <a:t>Apply the ACL to interface in interface configuration mode</a:t>
            </a:r>
            <a:endParaRPr lang="en-US" sz="2400" b="0" u="none" strike="noStrike">
              <a:solidFill>
                <a:schemeClr val="dk1"/>
              </a:solidFill>
              <a:effectLst/>
              <a:uFillTx/>
              <a:latin typeface="Aptos"/>
            </a:endParaRPr>
          </a:p>
          <a:p>
            <a:pPr marL="554400" indent="0" algn="l" defTabSz="914400">
              <a:lnSpc>
                <a:spcPct val="90000"/>
              </a:lnSpc>
              <a:spcBef>
                <a:spcPts val="1001"/>
              </a:spcBef>
              <a:buNone/>
              <a:tabLst>
                <a:tab pos="0" algn="l"/>
              </a:tabLst>
            </a:pPr>
            <a:r>
              <a:rPr lang="en-US" sz="2200" b="0" u="none" strike="noStrike">
                <a:solidFill>
                  <a:srgbClr val="FF0000"/>
                </a:solidFill>
                <a:effectLst/>
                <a:uFillTx/>
                <a:latin typeface="Aptos"/>
              </a:rPr>
              <a:t>ip access-group</a:t>
            </a:r>
            <a:r>
              <a:rPr lang="en-US" sz="2200" b="0" u="none" strike="noStrike">
                <a:solidFill>
                  <a:srgbClr val="00B050"/>
                </a:solidFill>
                <a:effectLst/>
                <a:uFillTx/>
                <a:latin typeface="Aptos"/>
              </a:rPr>
              <a:t> {</a:t>
            </a:r>
            <a:r>
              <a:rPr lang="en-US" sz="2200" b="0" u="none" strike="noStrike">
                <a:solidFill>
                  <a:srgbClr val="00B0F0"/>
                </a:solidFill>
                <a:effectLst/>
                <a:uFillTx/>
                <a:latin typeface="Aptos"/>
              </a:rPr>
              <a:t>acl-number</a:t>
            </a:r>
            <a:r>
              <a:rPr lang="en-US" sz="2200" b="0" u="none" strike="noStrike">
                <a:solidFill>
                  <a:srgbClr val="00B050"/>
                </a:solidFill>
                <a:effectLst/>
                <a:uFillTx/>
                <a:latin typeface="Aptos"/>
              </a:rPr>
              <a:t>} {</a:t>
            </a:r>
            <a:r>
              <a:rPr lang="en-US" sz="2200" b="0" u="none" strike="noStrike">
                <a:solidFill>
                  <a:srgbClr val="FF0000"/>
                </a:solidFill>
                <a:effectLst/>
                <a:uFillTx/>
                <a:latin typeface="Aptos"/>
              </a:rPr>
              <a:t>in</a:t>
            </a:r>
            <a:r>
              <a:rPr lang="en-US" sz="2200" b="0" u="none" strike="noStrike">
                <a:solidFill>
                  <a:srgbClr val="00B050"/>
                </a:solidFill>
                <a:effectLst/>
                <a:uFillTx/>
                <a:latin typeface="Aptos"/>
              </a:rPr>
              <a:t>|</a:t>
            </a:r>
            <a:r>
              <a:rPr lang="en-US" sz="2200" b="0" u="none" strike="noStrike">
                <a:solidFill>
                  <a:srgbClr val="FF0000"/>
                </a:solidFill>
                <a:effectLst/>
                <a:uFillTx/>
                <a:latin typeface="Aptos"/>
              </a:rPr>
              <a:t>out</a:t>
            </a:r>
            <a:r>
              <a:rPr lang="en-US" sz="2200" b="0" u="none" strike="noStrike">
                <a:solidFill>
                  <a:srgbClr val="00B050"/>
                </a:solidFill>
                <a:effectLst/>
                <a:uFillTx/>
                <a:latin typeface="Aptos"/>
              </a:rPr>
              <a:t>}</a:t>
            </a:r>
            <a:endParaRPr lang="en-US" sz="22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
        <p:nvSpPr>
          <p:cNvPr id="75" name="TextBox 3"/>
          <p:cNvSpPr/>
          <p:nvPr/>
        </p:nvSpPr>
        <p:spPr>
          <a:xfrm>
            <a:off x="146160" y="2839320"/>
            <a:ext cx="3888720" cy="3930120"/>
          </a:xfrm>
          <a:prstGeom prst="rect">
            <a:avLst/>
          </a:prstGeom>
          <a:noFill/>
          <a:ln w="0">
            <a:noFill/>
          </a:ln>
        </p:spPr>
        <p:style>
          <a:lnRef idx="0"/>
          <a:fillRef idx="0"/>
          <a:effectRef idx="0"/>
          <a:fontRef idx="minor"/>
        </p:style>
        <p:txBody>
          <a:bodyPr numCol="1" spcCol="0" horzOverflow="overflow" lIns="90000" tIns="45000" rIns="90000" bIns="45000" anchor="t">
            <a:spAutoFit/>
          </a:bodyPr>
          <a:p>
            <a:pPr defTabSz="914400">
              <a:lnSpc>
                <a:spcPct val="100000"/>
              </a:lnSpc>
            </a:pPr>
            <a:r>
              <a:rPr lang="en-US" sz="1800" b="1" u="none" strike="noStrike">
                <a:solidFill>
                  <a:schemeClr val="dk1"/>
                </a:solidFill>
                <a:effectLst/>
                <a:uFillTx/>
                <a:latin typeface="Aptos"/>
                <a:ea typeface="Aptos"/>
              </a:rPr>
              <a:t>Example Numbered Extended  ACL:</a:t>
            </a:r>
            <a:endParaRPr lang="en-AU"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ea typeface="Aptos"/>
              </a:rPr>
              <a:t>R1(config)# </a:t>
            </a:r>
            <a:r>
              <a:rPr lang="en-US" sz="1800" b="0" u="none" strike="noStrike">
                <a:solidFill>
                  <a:srgbClr val="FF0000"/>
                </a:solidFill>
                <a:effectLst/>
                <a:uFillTx/>
                <a:latin typeface="Aptos"/>
                <a:ea typeface="Aptos"/>
              </a:rPr>
              <a:t>access-list</a:t>
            </a:r>
            <a:r>
              <a:rPr lang="en-US" sz="1800" b="0" u="none" strike="noStrike">
                <a:solidFill>
                  <a:schemeClr val="dk1"/>
                </a:solidFill>
                <a:effectLst/>
                <a:uFillTx/>
                <a:latin typeface="Aptos"/>
                <a:ea typeface="Aptos"/>
              </a:rPr>
              <a:t> </a:t>
            </a:r>
            <a:r>
              <a:rPr lang="en-US" sz="1800" b="0" u="none" strike="noStrike">
                <a:solidFill>
                  <a:srgbClr val="00B0F0"/>
                </a:solidFill>
                <a:effectLst/>
                <a:uFillTx/>
                <a:latin typeface="Aptos"/>
                <a:ea typeface="Aptos"/>
              </a:rPr>
              <a:t>100</a:t>
            </a:r>
            <a:r>
              <a:rPr lang="en-US" sz="1800" b="0" u="none" strike="noStrike">
                <a:solidFill>
                  <a:schemeClr val="dk1"/>
                </a:solidFill>
                <a:effectLst/>
                <a:uFillTx/>
                <a:latin typeface="Aptos"/>
                <a:ea typeface="Aptos"/>
              </a:rPr>
              <a:t> </a:t>
            </a:r>
            <a:r>
              <a:rPr lang="en-US" sz="1800" b="0" u="none" strike="noStrike">
                <a:solidFill>
                  <a:srgbClr val="FF0000"/>
                </a:solidFill>
                <a:effectLst/>
                <a:uFillTx/>
                <a:latin typeface="Aptos"/>
                <a:ea typeface="Aptos"/>
              </a:rPr>
              <a:t>deny</a:t>
            </a:r>
            <a:r>
              <a:rPr lang="en-US" sz="1800" b="0" u="none" strike="noStrike">
                <a:solidFill>
                  <a:schemeClr val="dk1"/>
                </a:solidFill>
                <a:effectLst/>
                <a:uFillTx/>
                <a:latin typeface="Aptos"/>
                <a:ea typeface="Aptos"/>
              </a:rPr>
              <a:t> </a:t>
            </a:r>
            <a:r>
              <a:rPr lang="en-US" sz="1800" b="0" u="none" strike="noStrike">
                <a:solidFill>
                  <a:srgbClr val="00B0F0"/>
                </a:solidFill>
                <a:effectLst/>
                <a:uFillTx/>
                <a:latin typeface="Aptos"/>
                <a:ea typeface="Aptos"/>
              </a:rPr>
              <a:t>tcp</a:t>
            </a:r>
            <a:r>
              <a:rPr lang="en-US" sz="1800" b="0" u="none" strike="noStrike">
                <a:solidFill>
                  <a:schemeClr val="dk1"/>
                </a:solidFill>
                <a:effectLst/>
                <a:uFillTx/>
                <a:latin typeface="Aptos"/>
                <a:ea typeface="Aptos"/>
              </a:rPr>
              <a:t> </a:t>
            </a:r>
            <a:r>
              <a:rPr lang="en-US" sz="1800" b="0" u="none" strike="noStrike">
                <a:solidFill>
                  <a:srgbClr val="00B0F0"/>
                </a:solidFill>
                <a:effectLst/>
                <a:uFillTx/>
                <a:latin typeface="Aptos"/>
                <a:ea typeface="Aptos"/>
              </a:rPr>
              <a:t>any</a:t>
            </a:r>
            <a:r>
              <a:rPr lang="en-US" sz="1800" b="0" u="none" strike="noStrike">
                <a:solidFill>
                  <a:schemeClr val="dk1"/>
                </a:solidFill>
                <a:effectLst/>
                <a:uFillTx/>
                <a:latin typeface="Aptos"/>
                <a:ea typeface="Aptos"/>
              </a:rPr>
              <a:t> </a:t>
            </a:r>
            <a:r>
              <a:rPr lang="en-US" sz="1800" b="0" u="none" strike="noStrike">
                <a:solidFill>
                  <a:srgbClr val="00B0F0"/>
                </a:solidFill>
                <a:effectLst/>
                <a:uFillTx/>
                <a:latin typeface="Aptos"/>
                <a:ea typeface="Aptos"/>
              </a:rPr>
              <a:t>any</a:t>
            </a:r>
            <a:r>
              <a:rPr lang="en-US" sz="1800" b="0" u="none" strike="noStrike">
                <a:solidFill>
                  <a:schemeClr val="dk1"/>
                </a:solidFill>
                <a:effectLst/>
                <a:uFillTx/>
                <a:latin typeface="Aptos"/>
                <a:ea typeface="Aptos"/>
              </a:rPr>
              <a:t> </a:t>
            </a:r>
            <a:r>
              <a:rPr lang="en-US" sz="1800" b="0" u="none" strike="noStrike">
                <a:solidFill>
                  <a:srgbClr val="FF0000"/>
                </a:solidFill>
                <a:effectLst/>
                <a:uFillTx/>
                <a:latin typeface="Aptos"/>
                <a:ea typeface="Aptos"/>
              </a:rPr>
              <a:t>eq</a:t>
            </a:r>
            <a:r>
              <a:rPr lang="en-US" sz="1800" b="0" u="none" strike="noStrike">
                <a:solidFill>
                  <a:schemeClr val="dk1"/>
                </a:solidFill>
                <a:effectLst/>
                <a:uFillTx/>
                <a:latin typeface="Aptos"/>
                <a:ea typeface="Aptos"/>
              </a:rPr>
              <a:t> </a:t>
            </a:r>
            <a:r>
              <a:rPr lang="en-US" sz="1800" b="0" u="none" strike="noStrike">
                <a:solidFill>
                  <a:srgbClr val="00B0F0"/>
                </a:solidFill>
                <a:effectLst/>
                <a:uFillTx/>
                <a:latin typeface="Aptos"/>
                <a:ea typeface="Aptos"/>
              </a:rPr>
              <a:t>23</a:t>
            </a:r>
            <a:endParaRPr lang="en-AU"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ea typeface="Aptos"/>
              </a:rPr>
              <a:t>R1(config)# </a:t>
            </a:r>
            <a:r>
              <a:rPr lang="en-US" sz="1800" b="0" u="none" strike="noStrike">
                <a:solidFill>
                  <a:srgbClr val="FF0000"/>
                </a:solidFill>
                <a:effectLst/>
                <a:uFillTx/>
                <a:latin typeface="Aptos"/>
                <a:ea typeface="Aptos"/>
              </a:rPr>
              <a:t>access-list</a:t>
            </a:r>
            <a:r>
              <a:rPr lang="en-US" sz="1800" b="0" u="none" strike="noStrike">
                <a:solidFill>
                  <a:schemeClr val="dk1"/>
                </a:solidFill>
                <a:effectLst/>
                <a:uFillTx/>
                <a:latin typeface="Aptos"/>
                <a:ea typeface="Aptos"/>
              </a:rPr>
              <a:t> </a:t>
            </a:r>
            <a:r>
              <a:rPr lang="en-US" sz="1800" b="0" u="none" strike="noStrike">
                <a:solidFill>
                  <a:srgbClr val="00B0F0"/>
                </a:solidFill>
                <a:effectLst/>
                <a:uFillTx/>
                <a:latin typeface="Aptos"/>
                <a:ea typeface="Aptos"/>
              </a:rPr>
              <a:t>100</a:t>
            </a:r>
            <a:r>
              <a:rPr lang="en-US" sz="1800" b="0" u="none" strike="noStrike">
                <a:solidFill>
                  <a:schemeClr val="dk1"/>
                </a:solidFill>
                <a:effectLst/>
                <a:uFillTx/>
                <a:latin typeface="Aptos"/>
                <a:ea typeface="Aptos"/>
              </a:rPr>
              <a:t> </a:t>
            </a:r>
            <a:r>
              <a:rPr lang="en-US" sz="1800" b="0" u="none" strike="noStrike">
                <a:solidFill>
                  <a:srgbClr val="FF0000"/>
                </a:solidFill>
                <a:effectLst/>
                <a:uFillTx/>
                <a:latin typeface="Aptos"/>
                <a:ea typeface="Aptos"/>
              </a:rPr>
              <a:t>deny</a:t>
            </a:r>
            <a:r>
              <a:rPr lang="en-US" sz="1800" b="0" u="none" strike="noStrike">
                <a:solidFill>
                  <a:schemeClr val="dk1"/>
                </a:solidFill>
                <a:effectLst/>
                <a:uFillTx/>
                <a:latin typeface="Aptos"/>
                <a:ea typeface="Aptos"/>
              </a:rPr>
              <a:t> </a:t>
            </a:r>
            <a:r>
              <a:rPr lang="en-US" sz="1800" b="0" u="none" strike="noStrike">
                <a:solidFill>
                  <a:srgbClr val="00B0F0"/>
                </a:solidFill>
                <a:effectLst/>
                <a:uFillTx/>
                <a:latin typeface="Aptos"/>
                <a:ea typeface="Aptos"/>
              </a:rPr>
              <a:t>icmp any any</a:t>
            </a:r>
            <a:endParaRPr lang="en-AU"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ea typeface="Aptos"/>
              </a:rPr>
              <a:t>R1(config)# </a:t>
            </a:r>
            <a:r>
              <a:rPr lang="en-US" sz="1800" b="0" u="none" strike="noStrike">
                <a:solidFill>
                  <a:srgbClr val="FF0000"/>
                </a:solidFill>
                <a:effectLst/>
                <a:uFillTx/>
                <a:latin typeface="Aptos"/>
                <a:ea typeface="Aptos"/>
              </a:rPr>
              <a:t>access-list</a:t>
            </a:r>
            <a:r>
              <a:rPr lang="en-US" sz="1800" b="0" u="none" strike="noStrike">
                <a:solidFill>
                  <a:schemeClr val="dk1"/>
                </a:solidFill>
                <a:effectLst/>
                <a:uFillTx/>
                <a:latin typeface="Aptos"/>
                <a:ea typeface="Aptos"/>
              </a:rPr>
              <a:t> </a:t>
            </a:r>
            <a:r>
              <a:rPr lang="en-US" sz="1800" b="0" u="none" strike="noStrike">
                <a:solidFill>
                  <a:srgbClr val="00B0F0"/>
                </a:solidFill>
                <a:effectLst/>
                <a:uFillTx/>
                <a:latin typeface="Aptos"/>
                <a:ea typeface="Aptos"/>
              </a:rPr>
              <a:t>100</a:t>
            </a:r>
            <a:r>
              <a:rPr lang="en-US" sz="1800" b="0" u="none" strike="noStrike">
                <a:solidFill>
                  <a:schemeClr val="dk1"/>
                </a:solidFill>
                <a:effectLst/>
                <a:uFillTx/>
                <a:latin typeface="Aptos"/>
                <a:ea typeface="Aptos"/>
              </a:rPr>
              <a:t> </a:t>
            </a:r>
            <a:r>
              <a:rPr lang="en-US" sz="1800" b="0" u="none" strike="noStrike">
                <a:solidFill>
                  <a:srgbClr val="FF0000"/>
                </a:solidFill>
                <a:effectLst/>
                <a:uFillTx/>
                <a:latin typeface="Aptos"/>
                <a:ea typeface="Aptos"/>
              </a:rPr>
              <a:t>deny</a:t>
            </a:r>
            <a:r>
              <a:rPr lang="en-US" sz="1800" b="0" u="none" strike="noStrike">
                <a:solidFill>
                  <a:schemeClr val="dk1"/>
                </a:solidFill>
                <a:effectLst/>
                <a:uFillTx/>
                <a:latin typeface="Aptos"/>
                <a:ea typeface="Aptos"/>
              </a:rPr>
              <a:t> </a:t>
            </a:r>
            <a:r>
              <a:rPr lang="en-US" sz="1800" b="0" u="none" strike="noStrike">
                <a:solidFill>
                  <a:srgbClr val="00B0F0"/>
                </a:solidFill>
                <a:effectLst/>
                <a:uFillTx/>
                <a:latin typeface="Aptos"/>
                <a:ea typeface="Aptos"/>
              </a:rPr>
              <a:t>ip host 10.1.2.2 host 10.1.2.1</a:t>
            </a:r>
            <a:endParaRPr lang="en-AU"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ea typeface="Aptos"/>
              </a:rPr>
              <a:t>R1(config)# </a:t>
            </a:r>
            <a:r>
              <a:rPr lang="en-US" sz="1800" b="0" u="none" strike="noStrike">
                <a:solidFill>
                  <a:srgbClr val="FF0000"/>
                </a:solidFill>
                <a:effectLst/>
                <a:uFillTx/>
                <a:latin typeface="Aptos"/>
                <a:ea typeface="Aptos"/>
              </a:rPr>
              <a:t>access-list </a:t>
            </a:r>
            <a:r>
              <a:rPr lang="en-US" sz="1800" b="0" u="none" strike="noStrike">
                <a:solidFill>
                  <a:srgbClr val="00B0F0"/>
                </a:solidFill>
                <a:effectLst/>
                <a:uFillTx/>
                <a:latin typeface="Aptos"/>
                <a:ea typeface="Aptos"/>
              </a:rPr>
              <a:t>100</a:t>
            </a:r>
            <a:r>
              <a:rPr lang="en-US" sz="1800" b="0" u="none" strike="noStrike">
                <a:solidFill>
                  <a:schemeClr val="dk1"/>
                </a:solidFill>
                <a:effectLst/>
                <a:uFillTx/>
                <a:latin typeface="Aptos"/>
                <a:ea typeface="Aptos"/>
              </a:rPr>
              <a:t> </a:t>
            </a:r>
            <a:r>
              <a:rPr lang="en-US" sz="1800" b="0" u="none" strike="noStrike">
                <a:solidFill>
                  <a:srgbClr val="FF0000"/>
                </a:solidFill>
                <a:effectLst/>
                <a:uFillTx/>
                <a:latin typeface="Aptos"/>
                <a:ea typeface="Aptos"/>
              </a:rPr>
              <a:t>permit</a:t>
            </a:r>
            <a:r>
              <a:rPr lang="en-US" sz="1800" b="0" u="none" strike="noStrike">
                <a:solidFill>
                  <a:schemeClr val="dk1"/>
                </a:solidFill>
                <a:effectLst/>
                <a:uFillTx/>
                <a:latin typeface="Aptos"/>
                <a:ea typeface="Aptos"/>
              </a:rPr>
              <a:t> </a:t>
            </a:r>
            <a:r>
              <a:rPr lang="en-US" sz="1800" b="0" u="none" strike="noStrike">
                <a:solidFill>
                  <a:srgbClr val="00B0F0"/>
                </a:solidFill>
                <a:effectLst/>
                <a:uFillTx/>
                <a:latin typeface="Aptos"/>
                <a:ea typeface="Aptos"/>
              </a:rPr>
              <a:t>ip any any</a:t>
            </a:r>
            <a:endParaRPr lang="en-AU"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ea typeface="Aptos"/>
              </a:rPr>
              <a:t>R1(config)#</a:t>
            </a:r>
            <a:r>
              <a:rPr lang="en-US" sz="1800" b="0" u="none" strike="noStrike">
                <a:solidFill>
                  <a:srgbClr val="FF0000"/>
                </a:solidFill>
                <a:effectLst/>
                <a:uFillTx/>
                <a:latin typeface="Aptos"/>
                <a:ea typeface="Aptos"/>
              </a:rPr>
              <a:t> interface</a:t>
            </a:r>
            <a:r>
              <a:rPr lang="en-US" sz="1800" b="0" u="none" strike="noStrike">
                <a:solidFill>
                  <a:schemeClr val="dk1"/>
                </a:solidFill>
                <a:effectLst/>
                <a:uFillTx/>
                <a:latin typeface="Aptos"/>
                <a:ea typeface="Aptos"/>
              </a:rPr>
              <a:t>  </a:t>
            </a:r>
            <a:r>
              <a:rPr lang="en-US" sz="1800" b="0" u="none" strike="noStrike">
                <a:solidFill>
                  <a:srgbClr val="00B0F0"/>
                </a:solidFill>
                <a:effectLst/>
                <a:uFillTx/>
                <a:latin typeface="Aptos"/>
                <a:ea typeface="Aptos"/>
              </a:rPr>
              <a:t>Gi0/1</a:t>
            </a:r>
            <a:endParaRPr lang="en-AU"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ea typeface="Aptos"/>
              </a:rPr>
              <a:t>R1(config-if)# </a:t>
            </a:r>
            <a:r>
              <a:rPr lang="en-US" sz="1800" b="0" u="none" strike="noStrike">
                <a:solidFill>
                  <a:srgbClr val="FF0000"/>
                </a:solidFill>
                <a:effectLst/>
                <a:uFillTx/>
                <a:latin typeface="Aptos"/>
                <a:ea typeface="Aptos"/>
              </a:rPr>
              <a:t>ip access-group</a:t>
            </a:r>
            <a:r>
              <a:rPr lang="en-US" sz="1800" b="0" u="none" strike="noStrike">
                <a:solidFill>
                  <a:schemeClr val="dk1"/>
                </a:solidFill>
                <a:effectLst/>
                <a:uFillTx/>
                <a:latin typeface="Aptos"/>
                <a:ea typeface="Aptos"/>
              </a:rPr>
              <a:t> </a:t>
            </a:r>
            <a:r>
              <a:rPr lang="en-US" sz="1800" b="0" u="none" strike="noStrike">
                <a:solidFill>
                  <a:srgbClr val="00B0F0"/>
                </a:solidFill>
                <a:effectLst/>
                <a:uFillTx/>
                <a:latin typeface="Aptos"/>
                <a:ea typeface="Aptos"/>
              </a:rPr>
              <a:t>100</a:t>
            </a:r>
            <a:r>
              <a:rPr lang="en-US" sz="1800" b="0" u="none" strike="noStrike">
                <a:solidFill>
                  <a:schemeClr val="dk1"/>
                </a:solidFill>
                <a:effectLst/>
                <a:uFillTx/>
                <a:latin typeface="Aptos"/>
                <a:ea typeface="Aptos"/>
              </a:rPr>
              <a:t> </a:t>
            </a:r>
            <a:r>
              <a:rPr lang="en-US" sz="1800" b="0" u="none" strike="noStrike">
                <a:solidFill>
                  <a:srgbClr val="FF0000"/>
                </a:solidFill>
                <a:effectLst/>
                <a:uFillTx/>
                <a:latin typeface="Aptos"/>
                <a:ea typeface="Aptos"/>
              </a:rPr>
              <a:t>in</a:t>
            </a: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0" y="0"/>
            <a:ext cx="4326480" cy="222552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chemeClr val="lt1"/>
                </a:solidFill>
                <a:effectLst/>
                <a:uFillTx/>
                <a:latin typeface="Aptos Display"/>
              </a:rPr>
              <a:t>1. Access Control Lists (ACLs)</a:t>
            </a:r>
            <a:endParaRPr lang="en-US" sz="4400" b="0" u="none" strike="noStrike">
              <a:solidFill>
                <a:schemeClr val="dk1"/>
              </a:solidFill>
              <a:effectLst/>
              <a:uFillTx/>
              <a:latin typeface="Aptos Display"/>
            </a:endParaRPr>
          </a:p>
        </p:txBody>
      </p:sp>
      <p:sp>
        <p:nvSpPr>
          <p:cNvPr id="77" name="PlaceHolder 2"/>
          <p:cNvSpPr>
            <a:spLocks noGrp="1"/>
          </p:cNvSpPr>
          <p:nvPr>
            <p:ph/>
          </p:nvPr>
        </p:nvSpPr>
        <p:spPr>
          <a:xfrm>
            <a:off x="4470480" y="130680"/>
            <a:ext cx="7389000" cy="6409080"/>
          </a:xfrm>
          <a:prstGeom prst="rect">
            <a:avLst/>
          </a:prstGeom>
          <a:noFill/>
          <a:ln w="0">
            <a:noFill/>
          </a:ln>
        </p:spPr>
        <p:txBody>
          <a:bodyPr lIns="91440" tIns="45720" rIns="91440" bIns="45720" anchor="t">
            <a:normAutofit lnSpcReduction="9999"/>
          </a:bodyPr>
          <a:p>
            <a:pPr marL="457200" indent="-4572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Arial"/>
              </a:rPr>
              <a:t>Steps to configure named ACL:</a:t>
            </a:r>
            <a:endParaRPr lang="en-US" sz="2400" b="0" u="none" strike="noStrike">
              <a:solidFill>
                <a:schemeClr val="dk1"/>
              </a:solidFill>
              <a:effectLst/>
              <a:uFillTx/>
              <a:latin typeface="Aptos"/>
            </a:endParaRPr>
          </a:p>
          <a:p>
            <a:pPr marL="360000" indent="-457200" algn="l" defTabSz="914400">
              <a:lnSpc>
                <a:spcPct val="90000"/>
              </a:lnSpc>
              <a:spcBef>
                <a:spcPts val="1001"/>
              </a:spcBef>
              <a:buClr>
                <a:srgbClr val="000000"/>
              </a:buClr>
              <a:buFont typeface="Arial"/>
              <a:buAutoNum type="arabicPeriod"/>
            </a:pPr>
            <a:r>
              <a:rPr lang="en-US" sz="2400" b="0" u="none" strike="noStrike">
                <a:solidFill>
                  <a:schemeClr val="dk1"/>
                </a:solidFill>
                <a:effectLst/>
                <a:uFillTx/>
                <a:latin typeface="Arial"/>
              </a:rPr>
              <a:t>Define ACL, goes to ACL configuration mode</a:t>
            </a:r>
            <a:endParaRPr lang="en-US" sz="24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rgbClr val="FF0000"/>
                </a:solidFill>
                <a:effectLst/>
                <a:uFillTx/>
                <a:latin typeface="Arial"/>
              </a:rPr>
              <a:t>ip access-list</a:t>
            </a:r>
            <a:r>
              <a:rPr lang="en-US" sz="2000" b="0" u="none" strike="noStrike">
                <a:solidFill>
                  <a:srgbClr val="00B050"/>
                </a:solidFill>
                <a:effectLst/>
                <a:uFillTx/>
                <a:latin typeface="Arial"/>
              </a:rPr>
              <a:t> {</a:t>
            </a:r>
            <a:r>
              <a:rPr lang="en-US" sz="2000" b="0" u="none" strike="noStrike">
                <a:solidFill>
                  <a:srgbClr val="FF0000"/>
                </a:solidFill>
                <a:effectLst/>
                <a:uFillTx/>
                <a:latin typeface="Arial"/>
              </a:rPr>
              <a:t>standard</a:t>
            </a:r>
            <a:r>
              <a:rPr lang="en-US" sz="2000" b="0" u="none" strike="noStrike">
                <a:solidFill>
                  <a:srgbClr val="00B050"/>
                </a:solidFill>
                <a:effectLst/>
                <a:uFillTx/>
                <a:latin typeface="Arial"/>
              </a:rPr>
              <a:t>|</a:t>
            </a:r>
            <a:r>
              <a:rPr lang="en-US" sz="2000" b="0" u="none" strike="noStrike">
                <a:solidFill>
                  <a:srgbClr val="FF0000"/>
                </a:solidFill>
                <a:effectLst/>
                <a:uFillTx/>
                <a:latin typeface="Arial"/>
              </a:rPr>
              <a:t>extended</a:t>
            </a:r>
            <a:r>
              <a:rPr lang="en-US" sz="2000" b="0" u="none" strike="noStrike">
                <a:solidFill>
                  <a:srgbClr val="00B050"/>
                </a:solidFill>
                <a:effectLst/>
                <a:uFillTx/>
                <a:latin typeface="Arial"/>
              </a:rPr>
              <a:t>}  {</a:t>
            </a:r>
            <a:r>
              <a:rPr lang="en-US" sz="2000" b="0" u="none" strike="noStrike">
                <a:solidFill>
                  <a:srgbClr val="00B0F0"/>
                </a:solidFill>
                <a:effectLst/>
                <a:uFillTx/>
                <a:latin typeface="Arial"/>
              </a:rPr>
              <a:t>acl-number | acl-name</a:t>
            </a:r>
            <a:r>
              <a:rPr lang="en-US" sz="2000" b="0" u="none" strike="noStrike">
                <a:solidFill>
                  <a:srgbClr val="00B050"/>
                </a:solidFill>
                <a:effectLst/>
                <a:uFillTx/>
                <a:latin typeface="Arial"/>
              </a:rPr>
              <a:t>}</a:t>
            </a:r>
            <a:endParaRPr lang="en-US" sz="2000" b="0" u="none" strike="noStrike">
              <a:solidFill>
                <a:schemeClr val="dk1"/>
              </a:solidFill>
              <a:effectLst/>
              <a:uFillTx/>
              <a:latin typeface="Aptos"/>
            </a:endParaRPr>
          </a:p>
          <a:p>
            <a:pPr marL="588600" indent="-228600" algn="l" defTabSz="914400">
              <a:lnSpc>
                <a:spcPct val="90000"/>
              </a:lnSpc>
              <a:spcBef>
                <a:spcPts val="499"/>
              </a:spcBef>
              <a:buClr>
                <a:srgbClr val="000000"/>
              </a:buClr>
              <a:buFont typeface="Arial"/>
              <a:buAutoNum type="arabicPeriod"/>
              <a:tabLst>
                <a:tab pos="0" algn="l"/>
              </a:tabLst>
            </a:pPr>
            <a:r>
              <a:rPr lang="en-US" sz="2400" b="0" u="none" strike="noStrike">
                <a:solidFill>
                  <a:schemeClr val="dk1"/>
                </a:solidFill>
                <a:effectLst/>
                <a:uFillTx/>
                <a:latin typeface="Arial"/>
              </a:rPr>
              <a:t>Configure the specific ACE in ACL configuration mode.</a:t>
            </a:r>
            <a:endParaRPr lang="en-US" sz="2400" b="0" u="none" strike="noStrike">
              <a:solidFill>
                <a:schemeClr val="dk1"/>
              </a:solidFill>
              <a:effectLst/>
              <a:uFillTx/>
              <a:latin typeface="Aptos"/>
            </a:endParaRPr>
          </a:p>
          <a:p>
            <a:pPr marL="914400" indent="0" algn="l" defTabSz="914400">
              <a:lnSpc>
                <a:spcPct val="90000"/>
              </a:lnSpc>
              <a:spcBef>
                <a:spcPts val="499"/>
              </a:spcBef>
              <a:buNone/>
              <a:tabLst>
                <a:tab pos="0" algn="l"/>
              </a:tabLst>
            </a:pPr>
            <a:r>
              <a:rPr lang="en-US" sz="2000" b="0" u="none" strike="noStrike">
                <a:solidFill>
                  <a:srgbClr val="00B050"/>
                </a:solidFill>
                <a:effectLst/>
                <a:uFillTx/>
                <a:latin typeface="Arial"/>
              </a:rPr>
              <a:t>[</a:t>
            </a:r>
            <a:r>
              <a:rPr lang="en-US" sz="2000" b="0" u="none" strike="noStrike">
                <a:solidFill>
                  <a:srgbClr val="00B0F0"/>
                </a:solidFill>
                <a:effectLst/>
                <a:uFillTx/>
                <a:latin typeface="Arial"/>
              </a:rPr>
              <a:t>sequence</a:t>
            </a:r>
            <a:r>
              <a:rPr lang="en-US" sz="2000" b="0" u="none" strike="noStrike">
                <a:solidFill>
                  <a:srgbClr val="00B050"/>
                </a:solidFill>
                <a:effectLst/>
                <a:uFillTx/>
                <a:latin typeface="Arial"/>
              </a:rPr>
              <a:t>] {</a:t>
            </a:r>
            <a:r>
              <a:rPr lang="en-US" sz="2000" b="0" u="none" strike="noStrike">
                <a:solidFill>
                  <a:srgbClr val="FF0000"/>
                </a:solidFill>
                <a:effectLst/>
                <a:uFillTx/>
                <a:latin typeface="Arial"/>
              </a:rPr>
              <a:t>permit</a:t>
            </a:r>
            <a:r>
              <a:rPr lang="en-US" sz="2000" b="0" u="none" strike="noStrike">
                <a:solidFill>
                  <a:srgbClr val="00B050"/>
                </a:solidFill>
                <a:effectLst/>
                <a:uFillTx/>
                <a:latin typeface="Arial"/>
              </a:rPr>
              <a:t> | </a:t>
            </a:r>
            <a:r>
              <a:rPr lang="en-US" sz="2000" b="0" u="none" strike="noStrike">
                <a:solidFill>
                  <a:srgbClr val="FF0000"/>
                </a:solidFill>
                <a:effectLst/>
                <a:uFillTx/>
                <a:latin typeface="Arial"/>
              </a:rPr>
              <a:t>deny</a:t>
            </a:r>
            <a:r>
              <a:rPr lang="en-US" sz="2000" b="0" u="none" strike="noStrike">
                <a:solidFill>
                  <a:srgbClr val="00B050"/>
                </a:solidFill>
                <a:effectLst/>
                <a:uFillTx/>
                <a:latin typeface="Arial"/>
              </a:rPr>
              <a:t>} </a:t>
            </a:r>
            <a:r>
              <a:rPr lang="en-US" sz="2000" b="0" u="none" strike="noStrike">
                <a:solidFill>
                  <a:srgbClr val="00B0F0"/>
                </a:solidFill>
                <a:effectLst/>
                <a:uFillTx/>
                <a:latin typeface="Arial"/>
              </a:rPr>
              <a:t>source source-wildcard</a:t>
            </a:r>
            <a:endParaRPr lang="en-US" sz="2000" b="0" u="none" strike="noStrike">
              <a:solidFill>
                <a:schemeClr val="dk1"/>
              </a:solidFill>
              <a:effectLst/>
              <a:uFillTx/>
              <a:latin typeface="Aptos"/>
            </a:endParaRPr>
          </a:p>
          <a:p>
            <a:pPr marL="360000" indent="-228600" algn="l" defTabSz="914400">
              <a:lnSpc>
                <a:spcPct val="90000"/>
              </a:lnSpc>
              <a:spcBef>
                <a:spcPts val="499"/>
              </a:spcBef>
              <a:buClr>
                <a:srgbClr val="000000"/>
              </a:buClr>
              <a:buFont typeface="Arial"/>
              <a:buAutoNum type="arabicPeriod"/>
              <a:tabLst>
                <a:tab pos="0" algn="l"/>
              </a:tabLst>
            </a:pPr>
            <a:r>
              <a:rPr lang="en-US" sz="2400" b="0" u="none" strike="noStrike">
                <a:solidFill>
                  <a:schemeClr val="dk1"/>
                </a:solidFill>
                <a:effectLst/>
                <a:uFillTx/>
                <a:latin typeface="Arial"/>
              </a:rPr>
              <a:t>Apply the ACL to interface in interface configuration mode.</a:t>
            </a:r>
            <a:endParaRPr lang="en-US" sz="24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rgbClr val="FF0000"/>
                </a:solidFill>
                <a:effectLst/>
                <a:uFillTx/>
                <a:latin typeface="Arial"/>
              </a:rPr>
              <a:t>ip access-group</a:t>
            </a:r>
            <a:r>
              <a:rPr lang="en-US" sz="2000" b="0" u="none" strike="noStrike">
                <a:solidFill>
                  <a:srgbClr val="00B050"/>
                </a:solidFill>
                <a:effectLst/>
                <a:uFillTx/>
                <a:latin typeface="Arial"/>
              </a:rPr>
              <a:t> {</a:t>
            </a:r>
            <a:r>
              <a:rPr lang="en-US" sz="2000" b="0" u="none" strike="noStrike">
                <a:solidFill>
                  <a:srgbClr val="00B0F0"/>
                </a:solidFill>
                <a:effectLst/>
                <a:uFillTx/>
                <a:latin typeface="Arial"/>
              </a:rPr>
              <a:t>acl-number | acl-name</a:t>
            </a:r>
            <a:r>
              <a:rPr lang="en-US" sz="2000" b="0" u="none" strike="noStrike">
                <a:solidFill>
                  <a:srgbClr val="00B050"/>
                </a:solidFill>
                <a:effectLst/>
                <a:uFillTx/>
                <a:latin typeface="Arial"/>
              </a:rPr>
              <a:t>} {</a:t>
            </a:r>
            <a:r>
              <a:rPr lang="en-US" sz="2000" b="0" u="none" strike="noStrike">
                <a:solidFill>
                  <a:srgbClr val="FF0000"/>
                </a:solidFill>
                <a:effectLst/>
                <a:uFillTx/>
                <a:latin typeface="Arial"/>
              </a:rPr>
              <a:t>in</a:t>
            </a:r>
            <a:r>
              <a:rPr lang="en-US" sz="2000" b="0" u="none" strike="noStrike">
                <a:solidFill>
                  <a:srgbClr val="00B050"/>
                </a:solidFill>
                <a:effectLst/>
                <a:uFillTx/>
                <a:latin typeface="Arial"/>
              </a:rPr>
              <a:t>|</a:t>
            </a:r>
            <a:r>
              <a:rPr lang="en-US" sz="2000" b="0" u="none" strike="noStrike">
                <a:solidFill>
                  <a:srgbClr val="FF0000"/>
                </a:solidFill>
                <a:effectLst/>
                <a:uFillTx/>
                <a:latin typeface="Arial"/>
              </a:rPr>
              <a:t>out</a:t>
            </a:r>
            <a:r>
              <a:rPr lang="en-US" sz="2000" b="0" u="none" strike="noStrike">
                <a:solidFill>
                  <a:srgbClr val="00B050"/>
                </a:solidFill>
                <a:effectLst/>
                <a:uFillTx/>
                <a:latin typeface="Arial"/>
              </a:rPr>
              <a:t>}</a:t>
            </a:r>
            <a:endParaRPr lang="en-US" sz="20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rial"/>
              </a:rPr>
              <a:t>Example named standard ACL:</a:t>
            </a:r>
            <a:endParaRPr lang="en-US" sz="28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chemeClr val="dk1"/>
                </a:solidFill>
                <a:effectLst/>
                <a:uFillTx/>
                <a:latin typeface="Arial"/>
                <a:ea typeface="Aptos"/>
              </a:rPr>
              <a:t>R1(config)# </a:t>
            </a:r>
            <a:r>
              <a:rPr lang="en-US" sz="2000" b="0" u="none" strike="noStrike">
                <a:solidFill>
                  <a:srgbClr val="FF0000"/>
                </a:solidFill>
                <a:effectLst/>
                <a:uFillTx/>
                <a:latin typeface="Arial"/>
                <a:ea typeface="Aptos"/>
              </a:rPr>
              <a:t>ip access-list standard</a:t>
            </a:r>
            <a:r>
              <a:rPr lang="en-US" sz="2000" b="0" u="none" strike="noStrike">
                <a:solidFill>
                  <a:schemeClr val="dk1"/>
                </a:solidFill>
                <a:effectLst/>
                <a:uFillTx/>
                <a:latin typeface="Arial"/>
                <a:ea typeface="Aptos"/>
              </a:rPr>
              <a:t> </a:t>
            </a:r>
            <a:r>
              <a:rPr lang="en-US" sz="2000" b="0" u="none" strike="noStrike">
                <a:solidFill>
                  <a:srgbClr val="00B0F0"/>
                </a:solidFill>
                <a:effectLst/>
                <a:uFillTx/>
                <a:latin typeface="Arial"/>
                <a:ea typeface="Aptos"/>
              </a:rPr>
              <a:t>STANDARD_ACL</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chemeClr val="dk1"/>
                </a:solidFill>
                <a:effectLst/>
                <a:uFillTx/>
                <a:latin typeface="Arial"/>
                <a:ea typeface="Aptos"/>
              </a:rPr>
              <a:t>R1(config-std-nacl)# </a:t>
            </a:r>
            <a:r>
              <a:rPr lang="en-US" sz="2000" b="0" u="none" strike="noStrike">
                <a:solidFill>
                  <a:srgbClr val="FF0000"/>
                </a:solidFill>
                <a:effectLst/>
                <a:uFillTx/>
                <a:latin typeface="Arial"/>
                <a:ea typeface="Aptos"/>
              </a:rPr>
              <a:t>deny</a:t>
            </a:r>
            <a:r>
              <a:rPr lang="en-US" sz="2000" b="0" u="none" strike="noStrike">
                <a:solidFill>
                  <a:schemeClr val="dk1"/>
                </a:solidFill>
                <a:effectLst/>
                <a:uFillTx/>
                <a:latin typeface="Arial"/>
                <a:ea typeface="Aptos"/>
              </a:rPr>
              <a:t> </a:t>
            </a:r>
            <a:r>
              <a:rPr lang="en-US" sz="2000" b="0" u="none" strike="noStrike">
                <a:solidFill>
                  <a:srgbClr val="00B0F0"/>
                </a:solidFill>
                <a:effectLst/>
                <a:uFillTx/>
                <a:latin typeface="Arial"/>
                <a:ea typeface="Aptos"/>
              </a:rPr>
              <a:t>172.16.0.0 0.0.255.255</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chemeClr val="dk1"/>
                </a:solidFill>
                <a:effectLst/>
                <a:uFillTx/>
                <a:latin typeface="Arial"/>
                <a:ea typeface="Aptos"/>
              </a:rPr>
              <a:t>R1(config-std-nacl)# </a:t>
            </a:r>
            <a:r>
              <a:rPr lang="en-US" sz="2000" b="0" u="none" strike="noStrike">
                <a:solidFill>
                  <a:srgbClr val="FF0000"/>
                </a:solidFill>
                <a:effectLst/>
                <a:uFillTx/>
                <a:latin typeface="Arial"/>
                <a:ea typeface="Aptos"/>
              </a:rPr>
              <a:t>deny</a:t>
            </a:r>
            <a:r>
              <a:rPr lang="en-US" sz="2000" b="0" u="none" strike="noStrike">
                <a:solidFill>
                  <a:schemeClr val="dk1"/>
                </a:solidFill>
                <a:effectLst/>
                <a:uFillTx/>
                <a:latin typeface="Arial"/>
                <a:ea typeface="Aptos"/>
              </a:rPr>
              <a:t> </a:t>
            </a:r>
            <a:r>
              <a:rPr lang="en-US" sz="2000" b="0" u="none" strike="noStrike">
                <a:solidFill>
                  <a:srgbClr val="00B0F0"/>
                </a:solidFill>
                <a:effectLst/>
                <a:uFillTx/>
                <a:latin typeface="Arial"/>
                <a:ea typeface="Aptos"/>
              </a:rPr>
              <a:t>host</a:t>
            </a:r>
            <a:r>
              <a:rPr lang="en-US" sz="2000" b="0" u="none" strike="noStrike">
                <a:solidFill>
                  <a:schemeClr val="dk1"/>
                </a:solidFill>
                <a:effectLst/>
                <a:uFillTx/>
                <a:latin typeface="Arial"/>
                <a:ea typeface="Aptos"/>
              </a:rPr>
              <a:t> </a:t>
            </a:r>
            <a:r>
              <a:rPr lang="en-US" sz="2000" b="0" u="none" strike="noStrike">
                <a:solidFill>
                  <a:srgbClr val="00B0F0"/>
                </a:solidFill>
                <a:effectLst/>
                <a:uFillTx/>
                <a:latin typeface="Arial"/>
                <a:ea typeface="Aptos"/>
              </a:rPr>
              <a:t>192.168.1.1</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chemeClr val="dk1"/>
                </a:solidFill>
                <a:effectLst/>
                <a:uFillTx/>
                <a:latin typeface="Arial"/>
                <a:ea typeface="Aptos"/>
              </a:rPr>
              <a:t>R1(config-ext-nacl)# </a:t>
            </a:r>
            <a:r>
              <a:rPr lang="en-US" sz="2000" b="0" u="none" strike="noStrike">
                <a:solidFill>
                  <a:srgbClr val="FF0000"/>
                </a:solidFill>
                <a:effectLst/>
                <a:uFillTx/>
                <a:latin typeface="Arial"/>
                <a:ea typeface="Aptos"/>
              </a:rPr>
              <a:t>permit</a:t>
            </a:r>
            <a:r>
              <a:rPr lang="en-US" sz="2000" b="0" u="none" strike="noStrike">
                <a:solidFill>
                  <a:schemeClr val="dk1"/>
                </a:solidFill>
                <a:effectLst/>
                <a:uFillTx/>
                <a:latin typeface="Arial"/>
                <a:ea typeface="Aptos"/>
              </a:rPr>
              <a:t> </a:t>
            </a:r>
            <a:r>
              <a:rPr lang="en-US" sz="2000" b="0" u="none" strike="noStrike">
                <a:solidFill>
                  <a:srgbClr val="00B0F0"/>
                </a:solidFill>
                <a:effectLst/>
                <a:uFillTx/>
                <a:latin typeface="Arial"/>
                <a:ea typeface="Aptos"/>
              </a:rPr>
              <a:t>any</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chemeClr val="dk1"/>
                </a:solidFill>
                <a:effectLst/>
                <a:uFillTx/>
                <a:latin typeface="Arial"/>
                <a:ea typeface="Aptos"/>
              </a:rPr>
              <a:t>R1(config-ext-nacl)# </a:t>
            </a:r>
            <a:r>
              <a:rPr lang="en-US" sz="2000" b="0" u="none" strike="noStrike">
                <a:solidFill>
                  <a:srgbClr val="FF0000"/>
                </a:solidFill>
                <a:effectLst/>
                <a:uFillTx/>
                <a:latin typeface="Arial"/>
                <a:ea typeface="Aptos"/>
              </a:rPr>
              <a:t>exit</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chemeClr val="dk1"/>
                </a:solidFill>
                <a:effectLst/>
                <a:uFillTx/>
                <a:latin typeface="Arial"/>
                <a:ea typeface="Aptos"/>
              </a:rPr>
              <a:t>R1(config)# interface </a:t>
            </a:r>
            <a:r>
              <a:rPr lang="en-US" sz="2000" b="0" u="none" strike="noStrike">
                <a:solidFill>
                  <a:srgbClr val="00B0F0"/>
                </a:solidFill>
                <a:effectLst/>
                <a:uFillTx/>
                <a:latin typeface="Arial"/>
                <a:ea typeface="Aptos"/>
              </a:rPr>
              <a:t>GigabitEthernet0/1</a:t>
            </a:r>
            <a:endParaRPr lang="en-US" sz="2000" b="0" u="none" strike="noStrike">
              <a:solidFill>
                <a:schemeClr val="dk1"/>
              </a:solidFill>
              <a:effectLst/>
              <a:uFillTx/>
              <a:latin typeface="Aptos"/>
            </a:endParaRPr>
          </a:p>
          <a:p>
            <a:pPr marL="1143000" indent="-228600" algn="l" defTabSz="914400">
              <a:lnSpc>
                <a:spcPct val="90000"/>
              </a:lnSpc>
              <a:spcBef>
                <a:spcPts val="499"/>
              </a:spcBef>
              <a:buNone/>
              <a:tabLst>
                <a:tab pos="0" algn="l"/>
              </a:tabLst>
            </a:pPr>
            <a:r>
              <a:rPr lang="en-US" sz="2000" b="0" u="none" strike="noStrike">
                <a:solidFill>
                  <a:schemeClr val="dk1"/>
                </a:solidFill>
                <a:effectLst/>
                <a:uFillTx/>
                <a:latin typeface="Arial"/>
                <a:ea typeface="Aptos"/>
              </a:rPr>
              <a:t>R1(config-if)# </a:t>
            </a:r>
            <a:r>
              <a:rPr lang="en-US" sz="2000" b="0" u="none" strike="noStrike">
                <a:solidFill>
                  <a:srgbClr val="FF0000"/>
                </a:solidFill>
                <a:effectLst/>
                <a:uFillTx/>
                <a:latin typeface="Arial"/>
                <a:ea typeface="Aptos"/>
              </a:rPr>
              <a:t>ip access-group</a:t>
            </a:r>
            <a:r>
              <a:rPr lang="en-US" sz="2000" b="0" u="none" strike="noStrike">
                <a:solidFill>
                  <a:schemeClr val="dk1"/>
                </a:solidFill>
                <a:effectLst/>
                <a:uFillTx/>
                <a:latin typeface="Arial"/>
                <a:ea typeface="Aptos"/>
              </a:rPr>
              <a:t> </a:t>
            </a:r>
            <a:r>
              <a:rPr lang="en-US" sz="2000" b="0" u="none" strike="noStrike">
                <a:solidFill>
                  <a:srgbClr val="00B0F0"/>
                </a:solidFill>
                <a:effectLst/>
                <a:uFillTx/>
                <a:latin typeface="Arial"/>
                <a:ea typeface="Aptos"/>
              </a:rPr>
              <a:t>STANDARD_ACL</a:t>
            </a:r>
            <a:r>
              <a:rPr lang="en-US" sz="2000" b="0" u="none" strike="noStrike">
                <a:solidFill>
                  <a:srgbClr val="FF0000"/>
                </a:solidFill>
                <a:effectLst/>
                <a:uFillTx/>
                <a:latin typeface="Arial"/>
                <a:ea typeface="Aptos"/>
              </a:rPr>
              <a:t> in</a:t>
            </a:r>
            <a:endParaRPr lang="en-US" sz="20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
        <p:nvSpPr>
          <p:cNvPr id="78" name="TextBox 5"/>
          <p:cNvSpPr/>
          <p:nvPr/>
        </p:nvSpPr>
        <p:spPr>
          <a:xfrm>
            <a:off x="135720" y="2421720"/>
            <a:ext cx="4334760" cy="3798360"/>
          </a:xfrm>
          <a:prstGeom prst="rect">
            <a:avLst/>
          </a:prstGeom>
          <a:noFill/>
          <a:ln w="0">
            <a:noFill/>
          </a:ln>
        </p:spPr>
        <p:style>
          <a:lnRef idx="0"/>
          <a:fillRef idx="0"/>
          <a:effectRef idx="0"/>
          <a:fontRef idx="minor"/>
        </p:style>
        <p:txBody>
          <a:bodyPr numCol="1" spcCol="0" horzOverflow="overflow" lIns="90000" tIns="45000" rIns="90000" bIns="45000" anchor="t">
            <a:spAutoFit/>
          </a:bodyPr>
          <a:p>
            <a:pPr defTabSz="914400">
              <a:lnSpc>
                <a:spcPct val="90000"/>
              </a:lnSpc>
              <a:spcBef>
                <a:spcPts val="1001"/>
              </a:spcBef>
            </a:pPr>
            <a:r>
              <a:rPr lang="en-US" sz="1800" b="1" u="none" strike="noStrike">
                <a:solidFill>
                  <a:schemeClr val="dk1"/>
                </a:solidFill>
                <a:effectLst/>
                <a:uFillTx/>
                <a:latin typeface="Arial"/>
              </a:rPr>
              <a:t>Example named extended ACL:</a:t>
            </a:r>
            <a:endParaRPr lang="en-AU" sz="1800" b="0" u="none" strike="noStrike">
              <a:solidFill>
                <a:srgbClr val="000000"/>
              </a:solidFill>
              <a:effectLst/>
              <a:uFillTx/>
              <a:latin typeface="Arial"/>
            </a:endParaRPr>
          </a:p>
          <a:p>
            <a:pPr marL="228600" indent="-228600" defTabSz="914400">
              <a:lnSpc>
                <a:spcPct val="90000"/>
              </a:lnSpc>
              <a:spcBef>
                <a:spcPts val="499"/>
              </a:spcBef>
              <a:tabLst>
                <a:tab pos="0" algn="l"/>
              </a:tabLst>
            </a:pPr>
            <a:r>
              <a:rPr lang="en-US" sz="1800" b="0" u="none" strike="noStrike">
                <a:solidFill>
                  <a:schemeClr val="dk1"/>
                </a:solidFill>
                <a:effectLst/>
                <a:uFillTx/>
                <a:latin typeface="Arial"/>
              </a:rPr>
              <a:t>R1(config)# </a:t>
            </a:r>
            <a:r>
              <a:rPr lang="en-US" sz="1800" b="0" u="none" strike="noStrike">
                <a:solidFill>
                  <a:srgbClr val="FF0000"/>
                </a:solidFill>
                <a:effectLst/>
                <a:uFillTx/>
                <a:latin typeface="Arial"/>
              </a:rPr>
              <a:t>ip access-list extended </a:t>
            </a:r>
            <a:r>
              <a:rPr lang="en-US" sz="1800" b="0" u="none" strike="noStrike">
                <a:solidFill>
                  <a:srgbClr val="00B0F0"/>
                </a:solidFill>
                <a:effectLst/>
                <a:uFillTx/>
                <a:latin typeface="Arial"/>
              </a:rPr>
              <a:t>EXTENDED_ACL</a:t>
            </a:r>
            <a:endParaRPr lang="en-AU" sz="1800" b="0" u="none" strike="noStrike">
              <a:solidFill>
                <a:srgbClr val="000000"/>
              </a:solidFill>
              <a:effectLst/>
              <a:uFillTx/>
              <a:latin typeface="Arial"/>
            </a:endParaRPr>
          </a:p>
          <a:p>
            <a:pPr defTabSz="914400">
              <a:lnSpc>
                <a:spcPct val="100000"/>
              </a:lnSpc>
              <a:tabLst>
                <a:tab pos="0" algn="l"/>
              </a:tabLst>
            </a:pPr>
            <a:r>
              <a:rPr lang="en-US" sz="1800" b="0" u="none" strike="noStrike">
                <a:solidFill>
                  <a:schemeClr val="dk1"/>
                </a:solidFill>
                <a:effectLst/>
                <a:uFillTx/>
                <a:latin typeface="Arial"/>
              </a:rPr>
              <a:t>R1(config-std-nacl)# </a:t>
            </a:r>
            <a:r>
              <a:rPr lang="en-US" sz="1800" b="0" u="none" strike="noStrike">
                <a:solidFill>
                  <a:srgbClr val="FF0000"/>
                </a:solidFill>
                <a:effectLst/>
                <a:uFillTx/>
                <a:latin typeface="Arial"/>
              </a:rPr>
              <a:t>deny</a:t>
            </a:r>
            <a:r>
              <a:rPr lang="en-US" sz="1800" b="0" u="none" strike="noStrike">
                <a:solidFill>
                  <a:schemeClr val="dk1"/>
                </a:solidFill>
                <a:effectLst/>
                <a:uFillTx/>
                <a:latin typeface="Arial"/>
              </a:rPr>
              <a:t> </a:t>
            </a:r>
            <a:r>
              <a:rPr lang="en-US" sz="1800" b="0" u="none" strike="noStrike">
                <a:solidFill>
                  <a:srgbClr val="00B0F0"/>
                </a:solidFill>
                <a:effectLst/>
                <a:uFillTx/>
                <a:latin typeface="Arial"/>
              </a:rPr>
              <a:t>tcp</a:t>
            </a:r>
            <a:r>
              <a:rPr lang="en-US" sz="1800" b="0" u="none" strike="noStrike">
                <a:solidFill>
                  <a:srgbClr val="000000"/>
                </a:solidFill>
                <a:effectLst/>
                <a:uFillTx/>
                <a:latin typeface="Arial"/>
              </a:rPr>
              <a:t> </a:t>
            </a:r>
            <a:r>
              <a:rPr lang="en-US" sz="1800" b="0" u="none" strike="noStrike">
                <a:solidFill>
                  <a:srgbClr val="00B0F0"/>
                </a:solidFill>
                <a:effectLst/>
                <a:uFillTx/>
                <a:latin typeface="Arial"/>
              </a:rPr>
              <a:t>any</a:t>
            </a:r>
            <a:r>
              <a:rPr lang="en-US" sz="1800" b="0" u="none" strike="noStrike">
                <a:solidFill>
                  <a:srgbClr val="000000"/>
                </a:solidFill>
                <a:effectLst/>
                <a:uFillTx/>
                <a:latin typeface="Arial"/>
              </a:rPr>
              <a:t> </a:t>
            </a:r>
            <a:r>
              <a:rPr lang="en-US" sz="1800" b="0" u="none" strike="noStrike">
                <a:solidFill>
                  <a:srgbClr val="00B0F0"/>
                </a:solidFill>
                <a:effectLst/>
                <a:uFillTx/>
                <a:latin typeface="Arial"/>
              </a:rPr>
              <a:t>any</a:t>
            </a:r>
            <a:r>
              <a:rPr lang="en-US" sz="1800" b="0" u="none" strike="noStrike">
                <a:solidFill>
                  <a:srgbClr val="000000"/>
                </a:solidFill>
                <a:effectLst/>
                <a:uFillTx/>
                <a:latin typeface="Arial"/>
              </a:rPr>
              <a:t> </a:t>
            </a:r>
            <a:r>
              <a:rPr lang="en-US" sz="1800" b="0" u="none" strike="noStrike">
                <a:solidFill>
                  <a:srgbClr val="FF0000"/>
                </a:solidFill>
                <a:effectLst/>
                <a:uFillTx/>
                <a:latin typeface="Arial"/>
              </a:rPr>
              <a:t>eq</a:t>
            </a:r>
            <a:r>
              <a:rPr lang="en-US" sz="1800" b="0" u="none" strike="noStrike">
                <a:solidFill>
                  <a:srgbClr val="000000"/>
                </a:solidFill>
                <a:effectLst/>
                <a:uFillTx/>
                <a:latin typeface="Arial"/>
              </a:rPr>
              <a:t> </a:t>
            </a:r>
            <a:r>
              <a:rPr lang="en-US" sz="1800" b="0" u="none" strike="noStrike">
                <a:solidFill>
                  <a:srgbClr val="00B0F0"/>
                </a:solidFill>
                <a:effectLst/>
                <a:uFillTx/>
                <a:latin typeface="Arial"/>
              </a:rPr>
              <a:t>23</a:t>
            </a:r>
            <a:endParaRPr lang="en-AU" sz="1800" b="0" u="none" strike="noStrike">
              <a:solidFill>
                <a:srgbClr val="000000"/>
              </a:solidFill>
              <a:effectLst/>
              <a:uFillTx/>
              <a:latin typeface="Arial"/>
            </a:endParaRPr>
          </a:p>
          <a:p>
            <a:pPr marL="228600" indent="-228600" defTabSz="914400">
              <a:lnSpc>
                <a:spcPct val="90000"/>
              </a:lnSpc>
              <a:spcBef>
                <a:spcPts val="499"/>
              </a:spcBef>
              <a:tabLst>
                <a:tab pos="0" algn="l"/>
              </a:tabLst>
            </a:pPr>
            <a:r>
              <a:rPr lang="en-US" sz="1800" b="0" u="none" strike="noStrike">
                <a:solidFill>
                  <a:schemeClr val="dk1"/>
                </a:solidFill>
                <a:effectLst/>
                <a:uFillTx/>
                <a:latin typeface="Arial"/>
              </a:rPr>
              <a:t>R1(config-std-nacl)# </a:t>
            </a:r>
            <a:r>
              <a:rPr lang="en-US" sz="1800" b="0" u="none" strike="noStrike">
                <a:solidFill>
                  <a:srgbClr val="FF0000"/>
                </a:solidFill>
                <a:effectLst/>
                <a:uFillTx/>
                <a:latin typeface="Arial"/>
              </a:rPr>
              <a:t>deny</a:t>
            </a:r>
            <a:r>
              <a:rPr lang="en-US" sz="1800" b="0" u="none" strike="noStrike">
                <a:solidFill>
                  <a:schemeClr val="dk1"/>
                </a:solidFill>
                <a:effectLst/>
                <a:uFillTx/>
                <a:latin typeface="Arial"/>
              </a:rPr>
              <a:t> </a:t>
            </a:r>
            <a:r>
              <a:rPr lang="en-US" sz="1800" b="0" u="none" strike="noStrike">
                <a:solidFill>
                  <a:srgbClr val="00B0F0"/>
                </a:solidFill>
                <a:effectLst/>
                <a:uFillTx/>
                <a:latin typeface="Arial"/>
              </a:rPr>
              <a:t>icmp any any</a:t>
            </a:r>
            <a:endParaRPr lang="en-AU" sz="1800" b="0" u="none" strike="noStrike">
              <a:solidFill>
                <a:srgbClr val="000000"/>
              </a:solidFill>
              <a:effectLst/>
              <a:uFillTx/>
              <a:latin typeface="Arial"/>
            </a:endParaRPr>
          </a:p>
          <a:p>
            <a:pPr marL="228600" indent="-228600" defTabSz="914400">
              <a:lnSpc>
                <a:spcPct val="90000"/>
              </a:lnSpc>
              <a:spcBef>
                <a:spcPts val="499"/>
              </a:spcBef>
              <a:tabLst>
                <a:tab pos="0" algn="l"/>
              </a:tabLst>
            </a:pPr>
            <a:r>
              <a:rPr lang="en-US" sz="1800" b="0" u="none" strike="noStrike">
                <a:solidFill>
                  <a:srgbClr val="000000"/>
                </a:solidFill>
                <a:effectLst/>
                <a:uFillTx/>
                <a:latin typeface="Arial"/>
              </a:rPr>
              <a:t>R1(config-std-nacl)# </a:t>
            </a:r>
            <a:r>
              <a:rPr lang="en-US" sz="1800" b="0" u="none" strike="noStrike">
                <a:solidFill>
                  <a:srgbClr val="FF0000"/>
                </a:solidFill>
                <a:effectLst/>
                <a:uFillTx/>
                <a:latin typeface="Arial"/>
              </a:rPr>
              <a:t>deny</a:t>
            </a:r>
            <a:r>
              <a:rPr lang="en-US" sz="1800" b="0" u="none" strike="noStrike">
                <a:solidFill>
                  <a:srgbClr val="000000"/>
                </a:solidFill>
                <a:effectLst/>
                <a:uFillTx/>
                <a:latin typeface="Arial"/>
              </a:rPr>
              <a:t> </a:t>
            </a:r>
            <a:r>
              <a:rPr lang="en-US" sz="1800" b="0" u="none" strike="noStrike">
                <a:solidFill>
                  <a:srgbClr val="00B0F0"/>
                </a:solidFill>
                <a:effectLst/>
                <a:uFillTx/>
                <a:latin typeface="Arial"/>
              </a:rPr>
              <a:t>ip host 192.168.1.1 any</a:t>
            </a:r>
            <a:endParaRPr lang="en-AU" sz="1800" b="0" u="none" strike="noStrike">
              <a:solidFill>
                <a:srgbClr val="000000"/>
              </a:solidFill>
              <a:effectLst/>
              <a:uFillTx/>
              <a:latin typeface="Arial"/>
            </a:endParaRPr>
          </a:p>
          <a:p>
            <a:pPr marL="228600" indent="-228600" defTabSz="914400">
              <a:lnSpc>
                <a:spcPct val="90000"/>
              </a:lnSpc>
              <a:spcBef>
                <a:spcPts val="499"/>
              </a:spcBef>
              <a:tabLst>
                <a:tab pos="0" algn="l"/>
              </a:tabLst>
            </a:pPr>
            <a:r>
              <a:rPr lang="en-US" sz="1800" b="0" u="none" strike="noStrike">
                <a:solidFill>
                  <a:schemeClr val="dk1"/>
                </a:solidFill>
                <a:effectLst/>
                <a:uFillTx/>
                <a:latin typeface="Arial"/>
              </a:rPr>
              <a:t>R1(config-ext-nacl)# </a:t>
            </a:r>
            <a:r>
              <a:rPr lang="en-US" sz="1800" b="0" u="none" strike="noStrike">
                <a:solidFill>
                  <a:srgbClr val="FF0000"/>
                </a:solidFill>
                <a:effectLst/>
                <a:uFillTx/>
                <a:latin typeface="Arial"/>
              </a:rPr>
              <a:t>permit </a:t>
            </a:r>
            <a:r>
              <a:rPr lang="en-US" sz="1800" b="0" u="none" strike="noStrike">
                <a:solidFill>
                  <a:srgbClr val="00B0F0"/>
                </a:solidFill>
                <a:effectLst/>
                <a:uFillTx/>
                <a:latin typeface="Arial"/>
              </a:rPr>
              <a:t>ip</a:t>
            </a:r>
            <a:r>
              <a:rPr lang="en-US" sz="1800" b="0" u="none" strike="noStrike">
                <a:solidFill>
                  <a:schemeClr val="dk1"/>
                </a:solidFill>
                <a:effectLst/>
                <a:uFillTx/>
                <a:latin typeface="Arial"/>
              </a:rPr>
              <a:t> </a:t>
            </a:r>
            <a:r>
              <a:rPr lang="en-US" sz="1800" b="0" u="none" strike="noStrike">
                <a:solidFill>
                  <a:srgbClr val="00B0F0"/>
                </a:solidFill>
                <a:effectLst/>
                <a:uFillTx/>
                <a:latin typeface="Arial"/>
              </a:rPr>
              <a:t>any any</a:t>
            </a:r>
            <a:endParaRPr lang="en-AU" sz="1800" b="0" u="none" strike="noStrike">
              <a:solidFill>
                <a:srgbClr val="000000"/>
              </a:solidFill>
              <a:effectLst/>
              <a:uFillTx/>
              <a:latin typeface="Arial"/>
            </a:endParaRPr>
          </a:p>
          <a:p>
            <a:pPr marL="228600" indent="-228600" defTabSz="914400">
              <a:lnSpc>
                <a:spcPct val="90000"/>
              </a:lnSpc>
              <a:spcBef>
                <a:spcPts val="499"/>
              </a:spcBef>
              <a:tabLst>
                <a:tab pos="0" algn="l"/>
              </a:tabLst>
            </a:pPr>
            <a:r>
              <a:rPr lang="en-US" sz="1800" b="0" u="none" strike="noStrike">
                <a:solidFill>
                  <a:schemeClr val="dk1"/>
                </a:solidFill>
                <a:effectLst/>
                <a:uFillTx/>
                <a:latin typeface="Arial"/>
              </a:rPr>
              <a:t>R1(config-ext-nacl)# </a:t>
            </a:r>
            <a:r>
              <a:rPr lang="en-US" sz="1800" b="0" u="none" strike="noStrike">
                <a:solidFill>
                  <a:srgbClr val="FF0000"/>
                </a:solidFill>
                <a:effectLst/>
                <a:uFillTx/>
                <a:latin typeface="Arial"/>
              </a:rPr>
              <a:t>exit</a:t>
            </a:r>
            <a:endParaRPr lang="en-AU" sz="1800" b="0" u="none" strike="noStrike">
              <a:solidFill>
                <a:srgbClr val="000000"/>
              </a:solidFill>
              <a:effectLst/>
              <a:uFillTx/>
              <a:latin typeface="Arial"/>
            </a:endParaRPr>
          </a:p>
          <a:p>
            <a:pPr marL="228600" indent="-228600" defTabSz="914400">
              <a:lnSpc>
                <a:spcPct val="90000"/>
              </a:lnSpc>
              <a:spcBef>
                <a:spcPts val="499"/>
              </a:spcBef>
              <a:tabLst>
                <a:tab pos="0" algn="l"/>
              </a:tabLst>
            </a:pPr>
            <a:r>
              <a:rPr lang="en-US" sz="1800" b="0" u="none" strike="noStrike">
                <a:solidFill>
                  <a:schemeClr val="dk1"/>
                </a:solidFill>
                <a:effectLst/>
                <a:uFillTx/>
                <a:latin typeface="Arial"/>
              </a:rPr>
              <a:t>R1(config)# </a:t>
            </a:r>
            <a:r>
              <a:rPr lang="en-US" sz="1800" b="0" u="none" strike="noStrike">
                <a:solidFill>
                  <a:srgbClr val="FF0000"/>
                </a:solidFill>
                <a:effectLst/>
                <a:uFillTx/>
                <a:latin typeface="Arial"/>
              </a:rPr>
              <a:t>interface</a:t>
            </a:r>
            <a:r>
              <a:rPr lang="en-US" sz="1800" b="0" u="none" strike="noStrike">
                <a:solidFill>
                  <a:schemeClr val="dk1"/>
                </a:solidFill>
                <a:effectLst/>
                <a:uFillTx/>
                <a:latin typeface="Arial"/>
              </a:rPr>
              <a:t> </a:t>
            </a:r>
            <a:r>
              <a:rPr lang="en-US" sz="1800" b="0" u="none" strike="noStrike">
                <a:solidFill>
                  <a:srgbClr val="00B0F0"/>
                </a:solidFill>
                <a:effectLst/>
                <a:uFillTx/>
                <a:latin typeface="Arial"/>
              </a:rPr>
              <a:t>Gi0/1</a:t>
            </a:r>
            <a:endParaRPr lang="en-AU" sz="1800" b="0" u="none" strike="noStrike">
              <a:solidFill>
                <a:srgbClr val="000000"/>
              </a:solidFill>
              <a:effectLst/>
              <a:uFillTx/>
              <a:latin typeface="Arial"/>
            </a:endParaRPr>
          </a:p>
          <a:p>
            <a:pPr marL="228600" indent="-228600" defTabSz="914400">
              <a:lnSpc>
                <a:spcPct val="90000"/>
              </a:lnSpc>
              <a:spcBef>
                <a:spcPts val="499"/>
              </a:spcBef>
              <a:tabLst>
                <a:tab pos="0" algn="l"/>
              </a:tabLst>
            </a:pPr>
            <a:r>
              <a:rPr lang="en-US" sz="1800" b="0" u="none" strike="noStrike">
                <a:solidFill>
                  <a:schemeClr val="dk1"/>
                </a:solidFill>
                <a:effectLst/>
                <a:uFillTx/>
                <a:latin typeface="Arial"/>
              </a:rPr>
              <a:t>R1(config-if)# </a:t>
            </a:r>
            <a:r>
              <a:rPr lang="en-US" sz="1800" b="0" u="none" strike="noStrike">
                <a:solidFill>
                  <a:srgbClr val="FF0000"/>
                </a:solidFill>
                <a:effectLst/>
                <a:uFillTx/>
                <a:latin typeface="Arial"/>
              </a:rPr>
              <a:t>ip access-group</a:t>
            </a:r>
            <a:r>
              <a:rPr lang="en-US" sz="1800" b="0" u="none" strike="noStrike">
                <a:solidFill>
                  <a:schemeClr val="dk1"/>
                </a:solidFill>
                <a:effectLst/>
                <a:uFillTx/>
                <a:latin typeface="Arial"/>
              </a:rPr>
              <a:t> </a:t>
            </a:r>
            <a:r>
              <a:rPr lang="en-US" sz="1800" b="0" u="none" strike="noStrike">
                <a:solidFill>
                  <a:srgbClr val="00B0F0"/>
                </a:solidFill>
                <a:effectLst/>
                <a:uFillTx/>
                <a:latin typeface="Arial"/>
              </a:rPr>
              <a:t>EXTENDED_ACL</a:t>
            </a:r>
            <a:r>
              <a:rPr lang="en-US" sz="1800" b="0" u="none" strike="noStrike">
                <a:solidFill>
                  <a:srgbClr val="FF0000"/>
                </a:solidFill>
                <a:effectLst/>
                <a:uFillTx/>
                <a:latin typeface="Arial"/>
              </a:rPr>
              <a:t> in</a:t>
            </a: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0" y="0"/>
            <a:ext cx="3417840" cy="68558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chemeClr val="lt1"/>
                </a:solidFill>
                <a:effectLst/>
                <a:uFillTx/>
                <a:latin typeface="Aptos Display"/>
              </a:rPr>
              <a:t>1. Access Control Lists (ACLs)</a:t>
            </a:r>
            <a:endParaRPr lang="en-US" sz="4400" b="0" u="none" strike="noStrike">
              <a:solidFill>
                <a:schemeClr val="dk1"/>
              </a:solidFill>
              <a:effectLst/>
              <a:uFillTx/>
              <a:latin typeface="Aptos Display"/>
            </a:endParaRPr>
          </a:p>
        </p:txBody>
      </p:sp>
      <p:sp>
        <p:nvSpPr>
          <p:cNvPr id="80" name="PlaceHolder 2"/>
          <p:cNvSpPr>
            <a:spLocks noGrp="1"/>
          </p:cNvSpPr>
          <p:nvPr>
            <p:ph/>
          </p:nvPr>
        </p:nvSpPr>
        <p:spPr>
          <a:xfrm>
            <a:off x="3780000" y="130680"/>
            <a:ext cx="8079480" cy="6409080"/>
          </a:xfrm>
          <a:prstGeom prst="rect">
            <a:avLst/>
          </a:prstGeom>
          <a:noFill/>
          <a:ln w="0">
            <a:noFill/>
          </a:ln>
        </p:spPr>
        <p:txBody>
          <a:bodyPr lIns="91440" tIns="45720" rIns="91440" bIns="45720" anchor="t">
            <a:normAutofit/>
          </a:bodyPr>
          <a:p>
            <a:pPr marL="457200" indent="-4572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Arial"/>
              </a:rPr>
              <a:t>Port ACLs (PACLs) : ACLs applied on switchport is called PACL.</a:t>
            </a:r>
            <a:endParaRPr lang="en-US" sz="24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Arial"/>
              </a:rPr>
              <a:t>ACLs can be any of standard, extended, named or MAC ACLs.</a:t>
            </a:r>
            <a:endParaRPr lang="en-US" sz="24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Arial"/>
              </a:rPr>
              <a:t>Below are some restrictions of PACLs:</a:t>
            </a:r>
            <a:endParaRPr lang="en-US" sz="2400" b="0" u="none" strike="noStrike">
              <a:solidFill>
                <a:schemeClr val="dk1"/>
              </a:solidFill>
              <a:effectLst/>
              <a:uFillTx/>
              <a:latin typeface="Aptos"/>
            </a:endParaRPr>
          </a:p>
          <a:p>
            <a:pPr marL="1257480" lvl="1" indent="-343080" algn="l" defTabSz="914400">
              <a:lnSpc>
                <a:spcPct val="90000"/>
              </a:lnSpc>
              <a:spcBef>
                <a:spcPts val="499"/>
              </a:spcBef>
              <a:buClr>
                <a:srgbClr val="000000"/>
              </a:buClr>
              <a:buFont typeface="Arial"/>
              <a:buAutoNum type="arabicPeriod"/>
            </a:pPr>
            <a:r>
              <a:rPr lang="en-US" sz="2000" b="0" u="none" strike="noStrike">
                <a:solidFill>
                  <a:schemeClr val="dk1"/>
                </a:solidFill>
                <a:effectLst/>
                <a:uFillTx/>
                <a:latin typeface="Arial"/>
                <a:ea typeface="Aptos"/>
              </a:rPr>
              <a:t>PACLs only support filtering incoming traffic on an interface (no outbound filtering support)</a:t>
            </a:r>
            <a:endParaRPr lang="en-US" sz="2000" b="0" u="none" strike="noStrike">
              <a:solidFill>
                <a:schemeClr val="dk1"/>
              </a:solidFill>
              <a:effectLst/>
              <a:uFillTx/>
              <a:latin typeface="Aptos"/>
            </a:endParaRPr>
          </a:p>
          <a:p>
            <a:pPr marL="1257480" lvl="1" indent="-343080" algn="l" defTabSz="914400">
              <a:lnSpc>
                <a:spcPct val="90000"/>
              </a:lnSpc>
              <a:spcBef>
                <a:spcPts val="499"/>
              </a:spcBef>
              <a:buClr>
                <a:srgbClr val="000000"/>
              </a:buClr>
              <a:buFont typeface="Arial"/>
              <a:buAutoNum type="arabicPeriod"/>
            </a:pPr>
            <a:r>
              <a:rPr lang="en-US" sz="2000" b="0" u="none" strike="noStrike">
                <a:solidFill>
                  <a:schemeClr val="dk1"/>
                </a:solidFill>
                <a:effectLst/>
                <a:uFillTx/>
                <a:latin typeface="Arial"/>
                <a:ea typeface="Aptos"/>
              </a:rPr>
              <a:t>PACLs cannot filter Layer 2 control packets, such as CDP, VTP, DTP, PAgP, UDLD, and STP.</a:t>
            </a:r>
            <a:endParaRPr lang="en-US" sz="2000" b="0" u="none" strike="noStrike">
              <a:solidFill>
                <a:schemeClr val="dk1"/>
              </a:solidFill>
              <a:effectLst/>
              <a:uFillTx/>
              <a:latin typeface="Aptos"/>
            </a:endParaRPr>
          </a:p>
          <a:p>
            <a:pPr marL="1257480" lvl="1" indent="-343080" algn="l" defTabSz="914400">
              <a:lnSpc>
                <a:spcPct val="90000"/>
              </a:lnSpc>
              <a:spcBef>
                <a:spcPts val="499"/>
              </a:spcBef>
              <a:buClr>
                <a:srgbClr val="000000"/>
              </a:buClr>
              <a:buFont typeface="Arial"/>
              <a:buAutoNum type="arabicPeriod"/>
            </a:pPr>
            <a:r>
              <a:rPr lang="en-US" sz="2000" b="0" u="none" strike="noStrike">
                <a:solidFill>
                  <a:schemeClr val="dk1"/>
                </a:solidFill>
                <a:effectLst/>
                <a:uFillTx/>
                <a:latin typeface="Arial"/>
                <a:ea typeface="Aptos"/>
              </a:rPr>
              <a:t>PACLs are supported only in hardware</a:t>
            </a:r>
            <a:endParaRPr lang="en-US" sz="2000" b="0" u="none" strike="noStrike">
              <a:solidFill>
                <a:schemeClr val="dk1"/>
              </a:solidFill>
              <a:effectLst/>
              <a:uFillTx/>
              <a:latin typeface="Aptos"/>
            </a:endParaRPr>
          </a:p>
          <a:p>
            <a:pPr marL="1257480" lvl="1" indent="-343080" algn="l" defTabSz="914400">
              <a:lnSpc>
                <a:spcPct val="90000"/>
              </a:lnSpc>
              <a:spcBef>
                <a:spcPts val="499"/>
              </a:spcBef>
              <a:buClr>
                <a:srgbClr val="000000"/>
              </a:buClr>
              <a:buFont typeface="Arial"/>
              <a:buAutoNum type="arabicPeriod"/>
            </a:pPr>
            <a:r>
              <a:rPr lang="en-US" sz="2000" b="0" u="none" strike="noStrike">
                <a:solidFill>
                  <a:schemeClr val="dk1"/>
                </a:solidFill>
                <a:effectLst/>
                <a:uFillTx/>
                <a:latin typeface="Arial"/>
                <a:ea typeface="Aptos"/>
              </a:rPr>
              <a:t>PACLs do not support ACLs to filter IPv6, ARP, or Multiprotocol Label Switching (MPLS) traffic.</a:t>
            </a:r>
            <a:endParaRPr lang="en-US" sz="2000" b="0" u="none" strike="noStrike">
              <a:solidFill>
                <a:schemeClr val="dk1"/>
              </a:solidFill>
              <a:effectLst/>
              <a:uFillTx/>
              <a:latin typeface="Aptos"/>
            </a:endParaRPr>
          </a:p>
          <a:p>
            <a:pPr marL="343080" indent="-34308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Arial"/>
                <a:ea typeface="Aptos"/>
              </a:rPr>
              <a:t>Example:</a:t>
            </a:r>
            <a:endParaRPr lang="en-US" sz="2400" b="0" u="none" strike="noStrike">
              <a:solidFill>
                <a:schemeClr val="dk1"/>
              </a:solidFill>
              <a:effectLst/>
              <a:uFillTx/>
              <a:latin typeface="Aptos"/>
            </a:endParaRPr>
          </a:p>
          <a:p>
            <a:pPr marL="685800" indent="-343080" algn="l" defTabSz="914400">
              <a:lnSpc>
                <a:spcPct val="90000"/>
              </a:lnSpc>
              <a:spcBef>
                <a:spcPts val="499"/>
              </a:spcBef>
              <a:buNone/>
              <a:tabLst>
                <a:tab pos="0" algn="l"/>
              </a:tabLst>
            </a:pPr>
            <a:r>
              <a:rPr lang="en-US" sz="2000" b="0" u="none" strike="noStrike">
                <a:solidFill>
                  <a:schemeClr val="dk1"/>
                </a:solidFill>
                <a:effectLst/>
                <a:uFillTx/>
                <a:latin typeface="Arial"/>
                <a:ea typeface="Aptos"/>
              </a:rPr>
              <a:t>ip access-list extended PACL-PCA-ISOLATE</a:t>
            </a:r>
            <a:endParaRPr lang="en-US" sz="2000" b="0" u="none" strike="noStrike">
              <a:solidFill>
                <a:schemeClr val="dk1"/>
              </a:solidFill>
              <a:effectLst/>
              <a:uFillTx/>
              <a:latin typeface="Aptos"/>
            </a:endParaRPr>
          </a:p>
          <a:p>
            <a:pPr marL="1045800" indent="-343080" algn="l" defTabSz="914400">
              <a:lnSpc>
                <a:spcPct val="90000"/>
              </a:lnSpc>
              <a:spcBef>
                <a:spcPts val="499"/>
              </a:spcBef>
              <a:buNone/>
              <a:tabLst>
                <a:tab pos="0" algn="l"/>
              </a:tabLst>
            </a:pPr>
            <a:r>
              <a:rPr lang="en-US" sz="2000" b="0" u="none" strike="noStrike">
                <a:solidFill>
                  <a:schemeClr val="dk1"/>
                </a:solidFill>
                <a:effectLst/>
                <a:uFillTx/>
                <a:latin typeface="Arial"/>
                <a:ea typeface="Aptos"/>
              </a:rPr>
              <a:t>permit ip host 192.168.10.10 host 192.168.10.1</a:t>
            </a:r>
            <a:endParaRPr lang="en-US" sz="2000" b="0" u="none" strike="noStrike">
              <a:solidFill>
                <a:schemeClr val="dk1"/>
              </a:solidFill>
              <a:effectLst/>
              <a:uFillTx/>
              <a:latin typeface="Aptos"/>
            </a:endParaRPr>
          </a:p>
          <a:p>
            <a:pPr marL="1045800" indent="-343080" algn="l" defTabSz="914400">
              <a:lnSpc>
                <a:spcPct val="90000"/>
              </a:lnSpc>
              <a:spcBef>
                <a:spcPts val="499"/>
              </a:spcBef>
              <a:buNone/>
              <a:tabLst>
                <a:tab pos="0" algn="l"/>
              </a:tabLst>
            </a:pPr>
            <a:r>
              <a:rPr lang="en-US" sz="2000" b="0" u="none" strike="noStrike">
                <a:solidFill>
                  <a:schemeClr val="dk1"/>
                </a:solidFill>
                <a:effectLst/>
                <a:uFillTx/>
                <a:latin typeface="Arial"/>
                <a:ea typeface="Aptos"/>
              </a:rPr>
              <a:t>deny   ip host 192.168.10.10 192.168.10.0 0.0.0.255</a:t>
            </a:r>
            <a:endParaRPr lang="en-US" sz="2000" b="0" u="none" strike="noStrike">
              <a:solidFill>
                <a:schemeClr val="dk1"/>
              </a:solidFill>
              <a:effectLst/>
              <a:uFillTx/>
              <a:latin typeface="Aptos"/>
            </a:endParaRPr>
          </a:p>
          <a:p>
            <a:pPr marL="1045800" indent="-343080" algn="l" defTabSz="914400">
              <a:lnSpc>
                <a:spcPct val="90000"/>
              </a:lnSpc>
              <a:spcBef>
                <a:spcPts val="499"/>
              </a:spcBef>
              <a:buNone/>
              <a:tabLst>
                <a:tab pos="0" algn="l"/>
              </a:tabLst>
            </a:pPr>
            <a:r>
              <a:rPr lang="en-US" sz="2000" b="0" u="none" strike="noStrike">
                <a:solidFill>
                  <a:schemeClr val="dk1"/>
                </a:solidFill>
                <a:effectLst/>
                <a:uFillTx/>
                <a:latin typeface="Arial"/>
                <a:ea typeface="Aptos"/>
              </a:rPr>
              <a:t>permit ip any any</a:t>
            </a:r>
            <a:endParaRPr lang="en-US" sz="2000" b="0" u="none" strike="noStrike">
              <a:solidFill>
                <a:schemeClr val="dk1"/>
              </a:solidFill>
              <a:effectLst/>
              <a:uFillTx/>
              <a:latin typeface="Aptos"/>
            </a:endParaRPr>
          </a:p>
          <a:p>
            <a:pPr marL="457200" indent="0" algn="l" defTabSz="914400">
              <a:lnSpc>
                <a:spcPct val="90000"/>
              </a:lnSpc>
              <a:spcBef>
                <a:spcPts val="1001"/>
              </a:spcBef>
              <a:buNone/>
              <a:tabLst>
                <a:tab pos="0" algn="l"/>
              </a:tabLst>
            </a:pP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0" y="0"/>
            <a:ext cx="4326480" cy="222552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chemeClr val="lt1"/>
                </a:solidFill>
                <a:effectLst/>
                <a:uFillTx/>
                <a:latin typeface="Aptos Display"/>
              </a:rPr>
              <a:t>1. Access Control Lists (ACLs)</a:t>
            </a:r>
            <a:endParaRPr lang="en-US" sz="4400" b="0" u="none" strike="noStrike">
              <a:solidFill>
                <a:schemeClr val="dk1"/>
              </a:solidFill>
              <a:effectLst/>
              <a:uFillTx/>
              <a:latin typeface="Aptos Display"/>
            </a:endParaRPr>
          </a:p>
        </p:txBody>
      </p:sp>
      <p:sp>
        <p:nvSpPr>
          <p:cNvPr id="82" name="PlaceHolder 2"/>
          <p:cNvSpPr>
            <a:spLocks noGrp="1"/>
          </p:cNvSpPr>
          <p:nvPr>
            <p:ph/>
          </p:nvPr>
        </p:nvSpPr>
        <p:spPr>
          <a:xfrm>
            <a:off x="4500000" y="130680"/>
            <a:ext cx="7557840" cy="6725160"/>
          </a:xfrm>
          <a:prstGeom prst="rect">
            <a:avLst/>
          </a:prstGeom>
          <a:noFill/>
          <a:ln w="0">
            <a:noFill/>
          </a:ln>
        </p:spPr>
        <p:txBody>
          <a:bodyPr lIns="91440" tIns="45720" rIns="91440" bIns="45720" anchor="t">
            <a:normAutofit lnSpcReduction="9999"/>
          </a:bodyPr>
          <a:p>
            <a:pPr marL="457200" indent="-457200" algn="l" defTabSz="914400">
              <a:lnSpc>
                <a:spcPct val="90000"/>
              </a:lnSpc>
              <a:spcBef>
                <a:spcPts val="1001"/>
              </a:spcBef>
              <a:buClr>
                <a:srgbClr val="000000"/>
              </a:buClr>
              <a:buFont typeface="Arial"/>
              <a:buChar char="•"/>
            </a:pPr>
            <a:r>
              <a:rPr lang="en-US" sz="1800" b="0" u="none" strike="noStrike">
                <a:solidFill>
                  <a:schemeClr val="dk1"/>
                </a:solidFill>
                <a:effectLst/>
                <a:uFillTx/>
                <a:latin typeface="Arial"/>
              </a:rPr>
              <a:t>VLAN ACLs (VACLs) : ACLs applied on entire VLAN is called VACL.</a:t>
            </a:r>
            <a:endParaRPr lang="en-US" sz="1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1800" b="0" u="none" strike="noStrike">
                <a:solidFill>
                  <a:schemeClr val="dk1"/>
                </a:solidFill>
                <a:effectLst/>
                <a:uFillTx/>
                <a:latin typeface="Arial"/>
              </a:rPr>
              <a:t>VACLs apply to all switchports belonging to the VLAN</a:t>
            </a:r>
            <a:endParaRPr lang="en-US" sz="1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1800" b="0" u="none" strike="noStrike">
                <a:solidFill>
                  <a:schemeClr val="dk1"/>
                </a:solidFill>
                <a:effectLst/>
                <a:uFillTx/>
                <a:latin typeface="Arial"/>
              </a:rPr>
              <a:t>VACLs are applied using access-maps and vlan filter.</a:t>
            </a:r>
            <a:endParaRPr lang="en-US" sz="1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1800" b="0" u="none" strike="noStrike">
                <a:solidFill>
                  <a:schemeClr val="dk1"/>
                </a:solidFill>
                <a:effectLst/>
                <a:uFillTx/>
                <a:latin typeface="Arial"/>
              </a:rPr>
              <a:t>They apply to traffic bridged inside the VLAN or routed into or out of the VLAN.</a:t>
            </a:r>
            <a:endParaRPr lang="en-US" sz="18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1800" b="0" u="none" strike="noStrike">
                <a:solidFill>
                  <a:schemeClr val="dk1"/>
                </a:solidFill>
                <a:effectLst/>
                <a:uFillTx/>
                <a:latin typeface="Arial"/>
              </a:rPr>
              <a:t>Below steps are used to </a:t>
            </a:r>
            <a:r>
              <a:rPr lang="en-US" sz="1800" b="1" u="none" strike="noStrike">
                <a:solidFill>
                  <a:schemeClr val="dk1"/>
                </a:solidFill>
                <a:effectLst/>
                <a:uFillTx/>
                <a:latin typeface="Arial"/>
              </a:rPr>
              <a:t>create and apply VACLs</a:t>
            </a:r>
            <a:r>
              <a:rPr lang="en-US" sz="1800" b="0" u="none" strike="noStrike">
                <a:solidFill>
                  <a:schemeClr val="dk1"/>
                </a:solidFill>
                <a:effectLst/>
                <a:uFillTx/>
                <a:latin typeface="Arial"/>
              </a:rPr>
              <a:t>:</a:t>
            </a:r>
            <a:endParaRPr lang="en-US" sz="1800" b="0" u="none" strike="noStrike">
              <a:solidFill>
                <a:schemeClr val="dk1"/>
              </a:solidFill>
              <a:effectLst/>
              <a:uFillTx/>
              <a:latin typeface="Aptos"/>
            </a:endParaRPr>
          </a:p>
          <a:p>
            <a:pPr marL="1257480" lvl="1" indent="-343080" algn="l" defTabSz="914400">
              <a:lnSpc>
                <a:spcPct val="90000"/>
              </a:lnSpc>
              <a:spcBef>
                <a:spcPts val="782"/>
              </a:spcBef>
              <a:spcAft>
                <a:spcPts val="283"/>
              </a:spcAft>
              <a:buClr>
                <a:srgbClr val="000000"/>
              </a:buClr>
              <a:buFont typeface="Arial"/>
              <a:buAutoNum type="arabicPeriod"/>
            </a:pPr>
            <a:r>
              <a:rPr lang="en-US" sz="1800" b="0" u="none" strike="noStrike">
                <a:solidFill>
                  <a:schemeClr val="dk1"/>
                </a:solidFill>
                <a:effectLst/>
                <a:uFillTx/>
                <a:latin typeface="Arial"/>
                <a:ea typeface="Aptos"/>
              </a:rPr>
              <a:t>Define a VLAN access map by using the command </a:t>
            </a:r>
            <a:r>
              <a:rPr lang="en-US" sz="1800" b="0" u="none" strike="noStrike">
                <a:solidFill>
                  <a:srgbClr val="C9211E"/>
                </a:solidFill>
                <a:effectLst/>
                <a:uFillTx/>
                <a:latin typeface="Arial"/>
                <a:ea typeface="Aptos"/>
              </a:rPr>
              <a:t>vlan access-map</a:t>
            </a:r>
            <a:r>
              <a:rPr lang="en-US" sz="1800" b="0" u="none" strike="noStrike">
                <a:solidFill>
                  <a:schemeClr val="dk1"/>
                </a:solidFill>
                <a:effectLst/>
                <a:uFillTx/>
                <a:latin typeface="Arial"/>
                <a:ea typeface="Aptos"/>
              </a:rPr>
              <a:t> </a:t>
            </a:r>
            <a:r>
              <a:rPr lang="en-US" sz="1800" b="0" u="none" strike="noStrike">
                <a:solidFill>
                  <a:srgbClr val="2A6099"/>
                </a:solidFill>
                <a:effectLst/>
                <a:uFillTx/>
                <a:latin typeface="Arial"/>
                <a:ea typeface="Aptos"/>
              </a:rPr>
              <a:t>name sequence</a:t>
            </a:r>
            <a:r>
              <a:rPr lang="en-US" sz="1800" b="0" u="none" strike="noStrike">
                <a:solidFill>
                  <a:schemeClr val="dk1"/>
                </a:solidFill>
                <a:effectLst/>
                <a:uFillTx/>
                <a:latin typeface="Arial"/>
                <a:ea typeface="Aptos"/>
              </a:rPr>
              <a:t>. A VLAN access map consists of one or more VLAN access map sequences where each VLAN access map sequence is composed of one match and one action statement.</a:t>
            </a:r>
            <a:endParaRPr lang="en-US" sz="1800" b="0" u="none" strike="noStrike">
              <a:solidFill>
                <a:schemeClr val="dk1"/>
              </a:solidFill>
              <a:effectLst/>
              <a:uFillTx/>
              <a:latin typeface="Aptos"/>
            </a:endParaRPr>
          </a:p>
          <a:p>
            <a:pPr marL="1257480" lvl="1" indent="-343080" algn="l" defTabSz="914400">
              <a:lnSpc>
                <a:spcPct val="90000"/>
              </a:lnSpc>
              <a:spcBef>
                <a:spcPts val="782"/>
              </a:spcBef>
              <a:spcAft>
                <a:spcPts val="283"/>
              </a:spcAft>
              <a:buClr>
                <a:srgbClr val="000000"/>
              </a:buClr>
              <a:buFont typeface="Arial"/>
              <a:buAutoNum type="arabicPeriod"/>
            </a:pPr>
            <a:r>
              <a:rPr lang="en-US" sz="1800" b="0" u="none" strike="noStrike">
                <a:solidFill>
                  <a:schemeClr val="dk1"/>
                </a:solidFill>
                <a:effectLst/>
                <a:uFillTx/>
                <a:latin typeface="Arial"/>
                <a:ea typeface="Aptos"/>
              </a:rPr>
              <a:t>Configure the match statement by using the command </a:t>
            </a:r>
            <a:r>
              <a:rPr lang="en-US" sz="1800" b="0" u="none" strike="noStrike">
                <a:solidFill>
                  <a:srgbClr val="C9211E"/>
                </a:solidFill>
                <a:effectLst/>
                <a:uFillTx/>
                <a:latin typeface="Arial"/>
                <a:ea typeface="Aptos"/>
              </a:rPr>
              <a:t>match</a:t>
            </a:r>
            <a:r>
              <a:rPr lang="en-US" sz="1800" b="0" u="none" strike="noStrike">
                <a:solidFill>
                  <a:srgbClr val="00A933"/>
                </a:solidFill>
                <a:effectLst/>
                <a:uFillTx/>
                <a:latin typeface="Arial"/>
                <a:ea typeface="Aptos"/>
              </a:rPr>
              <a:t>{ </a:t>
            </a:r>
            <a:r>
              <a:rPr lang="en-US" sz="1800" b="0" u="none" strike="noStrike">
                <a:solidFill>
                  <a:srgbClr val="C9211E"/>
                </a:solidFill>
                <a:effectLst/>
                <a:uFillTx/>
                <a:latin typeface="Arial"/>
                <a:ea typeface="Aptos"/>
              </a:rPr>
              <a:t>ip address</a:t>
            </a:r>
            <a:r>
              <a:rPr lang="en-US" sz="1800" b="0" u="none" strike="noStrike">
                <a:solidFill>
                  <a:srgbClr val="00A933"/>
                </a:solidFill>
                <a:effectLst/>
                <a:uFillTx/>
                <a:latin typeface="Arial"/>
                <a:ea typeface="Aptos"/>
              </a:rPr>
              <a:t> { </a:t>
            </a:r>
            <a:r>
              <a:rPr lang="en-US" sz="1800" b="0" u="none" strike="noStrike">
                <a:solidFill>
                  <a:srgbClr val="2A6099"/>
                </a:solidFill>
                <a:effectLst/>
                <a:uFillTx/>
                <a:latin typeface="Arial"/>
                <a:ea typeface="Aptos"/>
              </a:rPr>
              <a:t>acl-number</a:t>
            </a:r>
            <a:r>
              <a:rPr lang="en-US" sz="1800" b="0" u="none" strike="noStrike">
                <a:solidFill>
                  <a:srgbClr val="00A933"/>
                </a:solidFill>
                <a:effectLst/>
                <a:uFillTx/>
                <a:latin typeface="Arial"/>
                <a:ea typeface="Aptos"/>
              </a:rPr>
              <a:t> | </a:t>
            </a:r>
            <a:r>
              <a:rPr lang="en-US" sz="1800" b="0" u="none" strike="noStrike">
                <a:solidFill>
                  <a:srgbClr val="2A6099"/>
                </a:solidFill>
                <a:effectLst/>
                <a:uFillTx/>
                <a:latin typeface="Arial"/>
                <a:ea typeface="Aptos"/>
              </a:rPr>
              <a:t>acl-name</a:t>
            </a:r>
            <a:r>
              <a:rPr lang="en-US" sz="1800" b="0" u="none" strike="noStrike">
                <a:solidFill>
                  <a:srgbClr val="00A933"/>
                </a:solidFill>
                <a:effectLst/>
                <a:uFillTx/>
                <a:latin typeface="Arial"/>
                <a:ea typeface="Aptos"/>
              </a:rPr>
              <a:t> } | </a:t>
            </a:r>
            <a:r>
              <a:rPr lang="en-US" sz="1800" b="0" u="none" strike="noStrike">
                <a:solidFill>
                  <a:srgbClr val="C9211E"/>
                </a:solidFill>
                <a:effectLst/>
                <a:uFillTx/>
                <a:latin typeface="Arial"/>
                <a:ea typeface="Aptos"/>
              </a:rPr>
              <a:t>mac address</a:t>
            </a:r>
            <a:r>
              <a:rPr lang="en-US" sz="1800" b="0" u="none" strike="noStrike">
                <a:solidFill>
                  <a:srgbClr val="00A933"/>
                </a:solidFill>
                <a:effectLst/>
                <a:uFillTx/>
                <a:latin typeface="Arial"/>
                <a:ea typeface="Aptos"/>
              </a:rPr>
              <a:t> </a:t>
            </a:r>
            <a:r>
              <a:rPr lang="en-US" sz="1800" b="0" u="none" strike="noStrike">
                <a:solidFill>
                  <a:srgbClr val="2A6099"/>
                </a:solidFill>
                <a:effectLst/>
                <a:uFillTx/>
                <a:latin typeface="Arial"/>
                <a:ea typeface="Aptos"/>
              </a:rPr>
              <a:t>acl-name</a:t>
            </a:r>
            <a:r>
              <a:rPr lang="en-US" sz="1800" b="0" u="none" strike="noStrike">
                <a:solidFill>
                  <a:srgbClr val="00A933"/>
                </a:solidFill>
                <a:effectLst/>
                <a:uFillTx/>
                <a:latin typeface="Arial"/>
                <a:ea typeface="Aptos"/>
              </a:rPr>
              <a:t> }</a:t>
            </a:r>
            <a:r>
              <a:rPr lang="en-US" sz="1800" b="0" u="none" strike="noStrike">
                <a:solidFill>
                  <a:schemeClr val="dk1"/>
                </a:solidFill>
                <a:effectLst/>
                <a:uFillTx/>
                <a:latin typeface="Arial"/>
                <a:ea typeface="Aptos"/>
              </a:rPr>
              <a:t>. The match statement supports standard, extended, or named IPv4 ACLs as well as named MAC address ACLs as the matching criteria.</a:t>
            </a:r>
            <a:endParaRPr lang="en-US" sz="1800" b="0" u="none" strike="noStrike">
              <a:solidFill>
                <a:schemeClr val="dk1"/>
              </a:solidFill>
              <a:effectLst/>
              <a:uFillTx/>
              <a:latin typeface="Aptos"/>
            </a:endParaRPr>
          </a:p>
          <a:p>
            <a:pPr marL="1257480" lvl="1" indent="-343080" algn="l" defTabSz="914400">
              <a:lnSpc>
                <a:spcPct val="90000"/>
              </a:lnSpc>
              <a:spcBef>
                <a:spcPts val="782"/>
              </a:spcBef>
              <a:spcAft>
                <a:spcPts val="283"/>
              </a:spcAft>
              <a:buClr>
                <a:srgbClr val="000000"/>
              </a:buClr>
              <a:buFont typeface="Arial"/>
              <a:buAutoNum type="arabicPeriod"/>
            </a:pPr>
            <a:r>
              <a:rPr lang="en-US" sz="1800" b="0" u="none" strike="noStrike">
                <a:solidFill>
                  <a:schemeClr val="dk1"/>
                </a:solidFill>
                <a:effectLst/>
                <a:uFillTx/>
                <a:latin typeface="Arial"/>
                <a:ea typeface="Aptos"/>
              </a:rPr>
              <a:t>Configure the action statement by using the command </a:t>
            </a:r>
            <a:r>
              <a:rPr lang="en-US" sz="1800" b="0" u="none" strike="noStrike">
                <a:solidFill>
                  <a:srgbClr val="C9211E"/>
                </a:solidFill>
                <a:effectLst/>
                <a:uFillTx/>
                <a:latin typeface="Arial"/>
                <a:ea typeface="Aptos"/>
              </a:rPr>
              <a:t>action</a:t>
            </a:r>
            <a:r>
              <a:rPr lang="en-US" sz="1800" b="0" u="none" strike="noStrike">
                <a:solidFill>
                  <a:schemeClr val="dk1"/>
                </a:solidFill>
                <a:effectLst/>
                <a:uFillTx/>
                <a:latin typeface="Arial"/>
                <a:ea typeface="Aptos"/>
              </a:rPr>
              <a:t> </a:t>
            </a:r>
            <a:r>
              <a:rPr lang="en-US" sz="1800" b="0" u="none" strike="noStrike">
                <a:solidFill>
                  <a:srgbClr val="C9211E"/>
                </a:solidFill>
                <a:effectLst/>
                <a:uFillTx/>
                <a:latin typeface="Arial"/>
                <a:ea typeface="Aptos"/>
              </a:rPr>
              <a:t>forward</a:t>
            </a:r>
            <a:r>
              <a:rPr lang="en-US" sz="1800" b="0" u="none" strike="noStrike">
                <a:solidFill>
                  <a:srgbClr val="00A933"/>
                </a:solidFill>
                <a:effectLst/>
                <a:uFillTx/>
                <a:latin typeface="Arial"/>
                <a:ea typeface="Aptos"/>
              </a:rPr>
              <a:t>|</a:t>
            </a:r>
            <a:r>
              <a:rPr lang="en-US" sz="1800" b="0" u="none" strike="noStrike">
                <a:solidFill>
                  <a:srgbClr val="C9211E"/>
                </a:solidFill>
                <a:effectLst/>
                <a:uFillTx/>
                <a:latin typeface="Arial"/>
                <a:ea typeface="Aptos"/>
              </a:rPr>
              <a:t>drop</a:t>
            </a:r>
            <a:r>
              <a:rPr lang="en-US" sz="1800" b="0" u="none" strike="noStrike">
                <a:solidFill>
                  <a:srgbClr val="00A933"/>
                </a:solidFill>
                <a:effectLst/>
                <a:uFillTx/>
                <a:latin typeface="Arial"/>
                <a:ea typeface="Aptos"/>
              </a:rPr>
              <a:t> [</a:t>
            </a:r>
            <a:r>
              <a:rPr lang="en-US" sz="1800" b="0" u="none" strike="noStrike">
                <a:solidFill>
                  <a:srgbClr val="C9211E"/>
                </a:solidFill>
                <a:effectLst/>
                <a:uFillTx/>
                <a:latin typeface="Arial"/>
                <a:ea typeface="Aptos"/>
              </a:rPr>
              <a:t>log</a:t>
            </a:r>
            <a:r>
              <a:rPr lang="en-US" sz="1800" b="0" u="none" strike="noStrike">
                <a:solidFill>
                  <a:srgbClr val="00A933"/>
                </a:solidFill>
                <a:effectLst/>
                <a:uFillTx/>
                <a:latin typeface="Arial"/>
                <a:ea typeface="Aptos"/>
              </a:rPr>
              <a:t>]</a:t>
            </a:r>
            <a:r>
              <a:rPr lang="en-US" sz="1800" b="0" u="none" strike="noStrike">
                <a:solidFill>
                  <a:schemeClr val="dk1"/>
                </a:solidFill>
                <a:effectLst/>
                <a:uFillTx/>
                <a:latin typeface="Arial"/>
                <a:ea typeface="Aptos"/>
              </a:rPr>
              <a:t>. The action statement specifies the action to be taken when a match occurs, which could be to forward or to drop traffic. Only dropped traffic can be logged using the log keyword.</a:t>
            </a:r>
            <a:endParaRPr lang="en-US" sz="1800" b="0" u="none" strike="noStrike">
              <a:solidFill>
                <a:schemeClr val="dk1"/>
              </a:solidFill>
              <a:effectLst/>
              <a:uFillTx/>
              <a:latin typeface="Aptos"/>
            </a:endParaRPr>
          </a:p>
          <a:p>
            <a:pPr marL="1257480" lvl="1" indent="-343080" algn="l" defTabSz="914400">
              <a:lnSpc>
                <a:spcPct val="90000"/>
              </a:lnSpc>
              <a:spcBef>
                <a:spcPts val="782"/>
              </a:spcBef>
              <a:spcAft>
                <a:spcPts val="283"/>
              </a:spcAft>
              <a:buClr>
                <a:srgbClr val="000000"/>
              </a:buClr>
              <a:buFont typeface="Arial"/>
              <a:buAutoNum type="arabicPeriod"/>
            </a:pPr>
            <a:r>
              <a:rPr lang="en-US" sz="1800" b="0" u="none" strike="noStrike">
                <a:solidFill>
                  <a:schemeClr val="dk1"/>
                </a:solidFill>
                <a:effectLst/>
                <a:uFillTx/>
                <a:latin typeface="Arial"/>
                <a:ea typeface="Aptos"/>
              </a:rPr>
              <a:t>Apply the VACL by using the command </a:t>
            </a:r>
            <a:r>
              <a:rPr lang="en-US" sz="1800" b="0" u="none" strike="noStrike">
                <a:solidFill>
                  <a:srgbClr val="C9211E"/>
                </a:solidFill>
                <a:effectLst/>
                <a:uFillTx/>
                <a:latin typeface="Arial"/>
                <a:ea typeface="Aptos"/>
              </a:rPr>
              <a:t>vlan</a:t>
            </a:r>
            <a:r>
              <a:rPr lang="en-US" sz="1800" b="0" u="none" strike="noStrike">
                <a:solidFill>
                  <a:schemeClr val="dk1"/>
                </a:solidFill>
                <a:effectLst/>
                <a:uFillTx/>
                <a:latin typeface="Arial"/>
                <a:ea typeface="Aptos"/>
              </a:rPr>
              <a:t> </a:t>
            </a:r>
            <a:r>
              <a:rPr lang="en-US" sz="1800" b="0" u="none" strike="noStrike">
                <a:solidFill>
                  <a:srgbClr val="C9211E"/>
                </a:solidFill>
                <a:effectLst/>
                <a:uFillTx/>
                <a:latin typeface="Arial"/>
                <a:ea typeface="Aptos"/>
              </a:rPr>
              <a:t>filter</a:t>
            </a:r>
            <a:r>
              <a:rPr lang="en-US" sz="1800" b="0" u="none" strike="noStrike">
                <a:solidFill>
                  <a:schemeClr val="dk1"/>
                </a:solidFill>
                <a:effectLst/>
                <a:uFillTx/>
                <a:latin typeface="Arial"/>
                <a:ea typeface="Aptos"/>
              </a:rPr>
              <a:t> </a:t>
            </a:r>
            <a:r>
              <a:rPr lang="en-US" sz="1800" b="0" u="none" strike="noStrike">
                <a:solidFill>
                  <a:srgbClr val="2A6099"/>
                </a:solidFill>
                <a:effectLst/>
                <a:uFillTx/>
                <a:latin typeface="Arial"/>
                <a:ea typeface="Aptos"/>
              </a:rPr>
              <a:t>vlan-access-map-name</a:t>
            </a:r>
            <a:r>
              <a:rPr lang="en-US" sz="1800" b="0" u="none" strike="noStrike">
                <a:solidFill>
                  <a:schemeClr val="dk1"/>
                </a:solidFill>
                <a:effectLst/>
                <a:uFillTx/>
                <a:latin typeface="Arial"/>
                <a:ea typeface="Aptos"/>
              </a:rPr>
              <a:t> </a:t>
            </a:r>
            <a:r>
              <a:rPr lang="en-US" sz="1800" b="0" u="none" strike="noStrike">
                <a:solidFill>
                  <a:srgbClr val="C9211E"/>
                </a:solidFill>
                <a:effectLst/>
                <a:uFillTx/>
                <a:latin typeface="Arial"/>
                <a:ea typeface="Aptos"/>
              </a:rPr>
              <a:t>vlan-list </a:t>
            </a:r>
            <a:r>
              <a:rPr lang="en-US" sz="1800" b="0" u="none" strike="noStrike">
                <a:solidFill>
                  <a:srgbClr val="2A6099"/>
                </a:solidFill>
                <a:effectLst/>
                <a:uFillTx/>
                <a:latin typeface="Arial"/>
                <a:ea typeface="Aptos"/>
              </a:rPr>
              <a:t>vlan</a:t>
            </a:r>
            <a:r>
              <a:rPr lang="en-US" sz="1800" b="0" u="none" strike="noStrike">
                <a:solidFill>
                  <a:schemeClr val="dk1"/>
                </a:solidFill>
                <a:effectLst/>
                <a:uFillTx/>
                <a:latin typeface="Arial"/>
                <a:ea typeface="Aptos"/>
              </a:rPr>
              <a:t>. Vlan-list vlan can be a single VLAN, a range of VLANs (such as 5–30), or a comma-separated list of multiple VLANs (such as 1,2–4,6).</a:t>
            </a:r>
            <a:endParaRPr lang="en-US" sz="1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
        <p:nvSpPr>
          <p:cNvPr id="83" name="Rectangle 82"/>
          <p:cNvSpPr/>
          <p:nvPr/>
        </p:nvSpPr>
        <p:spPr>
          <a:xfrm>
            <a:off x="180000" y="2340000"/>
            <a:ext cx="4137840" cy="5140080"/>
          </a:xfrm>
          <a:prstGeom prst="rect">
            <a:avLst/>
          </a:prstGeom>
          <a:noFill/>
          <a:ln w="0">
            <a:noFill/>
          </a:ln>
        </p:spPr>
        <p:style>
          <a:lnRef idx="0"/>
          <a:fillRef idx="0"/>
          <a:effectRef idx="0"/>
          <a:fontRef idx="minor"/>
        </p:style>
        <p:txBody>
          <a:bodyPr lIns="90000" tIns="45000" rIns="90000" bIns="45000" anchor="t">
            <a:spAutoFit/>
          </a:bodyPr>
          <a:p>
            <a:pPr marL="343080" indent="-343080" defTabSz="914400">
              <a:lnSpc>
                <a:spcPct val="90000"/>
              </a:lnSpc>
              <a:spcBef>
                <a:spcPts val="1001"/>
              </a:spcBef>
              <a:buClr>
                <a:srgbClr val="000000"/>
              </a:buClr>
              <a:buFont typeface="Arial"/>
              <a:buChar char="•"/>
            </a:pPr>
            <a:r>
              <a:rPr lang="en-AU" sz="1800" b="1" u="none" strike="noStrike">
                <a:solidFill>
                  <a:srgbClr val="000000"/>
                </a:solidFill>
                <a:effectLst/>
                <a:uFillTx/>
                <a:latin typeface="Arial"/>
              </a:rPr>
              <a:t>Example  VACL:</a:t>
            </a:r>
            <a:endParaRPr lang="en-AU" sz="1800" b="0" u="none" strike="noStrike">
              <a:solidFill>
                <a:srgbClr val="000000"/>
              </a:solidFill>
              <a:effectLst/>
              <a:uFillTx/>
              <a:latin typeface="Arial"/>
            </a:endParaRPr>
          </a:p>
          <a:p>
            <a:pPr marL="360000" defTabSz="914400">
              <a:lnSpc>
                <a:spcPct val="100000"/>
              </a:lnSpc>
              <a:spcBef>
                <a:spcPts val="434"/>
              </a:spcBef>
            </a:pPr>
            <a:r>
              <a:rPr lang="en-AU" sz="1600" b="0" u="none" strike="noStrike">
                <a:solidFill>
                  <a:srgbClr val="000000"/>
                </a:solidFill>
                <a:effectLst/>
                <a:uFillTx/>
                <a:latin typeface="Arial"/>
              </a:rPr>
              <a:t>SW1(config)# </a:t>
            </a:r>
            <a:r>
              <a:rPr lang="en-AU" sz="1600" b="0" u="none" strike="noStrike">
                <a:solidFill>
                  <a:srgbClr val="BF0041"/>
                </a:solidFill>
                <a:effectLst/>
                <a:uFillTx/>
                <a:latin typeface="Arial"/>
              </a:rPr>
              <a:t>ip access-list extended</a:t>
            </a:r>
            <a:r>
              <a:rPr lang="en-AU" sz="1600" b="0" u="none" strike="noStrike">
                <a:solidFill>
                  <a:srgbClr val="000000"/>
                </a:solidFill>
                <a:effectLst/>
                <a:uFillTx/>
                <a:latin typeface="Arial"/>
              </a:rPr>
              <a:t> </a:t>
            </a:r>
            <a:r>
              <a:rPr lang="en-AU" sz="1600" b="0" u="none" strike="noStrike">
                <a:solidFill>
                  <a:srgbClr val="2A6099"/>
                </a:solidFill>
                <a:effectLst/>
                <a:uFillTx/>
                <a:latin typeface="Arial"/>
              </a:rPr>
              <a:t>BLOCK-TELNET</a:t>
            </a:r>
            <a:endParaRPr lang="en-AU" sz="1600" b="0" u="none" strike="noStrike">
              <a:solidFill>
                <a:srgbClr val="000000"/>
              </a:solidFill>
              <a:effectLst/>
              <a:uFillTx/>
              <a:latin typeface="Arial"/>
            </a:endParaRPr>
          </a:p>
          <a:p>
            <a:pPr marL="360000" defTabSz="914400">
              <a:lnSpc>
                <a:spcPct val="100000"/>
              </a:lnSpc>
              <a:spcBef>
                <a:spcPts val="434"/>
              </a:spcBef>
            </a:pPr>
            <a:r>
              <a:rPr lang="en-AU" sz="1600" b="0" u="none" strike="noStrike">
                <a:solidFill>
                  <a:srgbClr val="000000"/>
                </a:solidFill>
                <a:effectLst/>
                <a:uFillTx/>
                <a:latin typeface="Arial"/>
              </a:rPr>
              <a:t>SW1(config-ext-nacl)# </a:t>
            </a:r>
            <a:r>
              <a:rPr lang="en-AU" sz="1600" b="0" u="none" strike="noStrike">
                <a:solidFill>
                  <a:srgbClr val="BF0041"/>
                </a:solidFill>
                <a:effectLst/>
                <a:uFillTx/>
                <a:latin typeface="Arial"/>
              </a:rPr>
              <a:t>permit</a:t>
            </a:r>
            <a:r>
              <a:rPr lang="en-AU" sz="1600" b="0" u="none" strike="noStrike">
                <a:solidFill>
                  <a:srgbClr val="000000"/>
                </a:solidFill>
                <a:effectLst/>
                <a:uFillTx/>
                <a:latin typeface="Arial"/>
              </a:rPr>
              <a:t> </a:t>
            </a:r>
            <a:r>
              <a:rPr lang="en-AU" sz="1600" b="0" u="none" strike="noStrike">
                <a:solidFill>
                  <a:srgbClr val="2A6099"/>
                </a:solidFill>
                <a:effectLst/>
                <a:uFillTx/>
                <a:latin typeface="Arial"/>
              </a:rPr>
              <a:t>tcp any any</a:t>
            </a:r>
            <a:r>
              <a:rPr lang="en-AU" sz="1600" b="0" u="none" strike="noStrike">
                <a:solidFill>
                  <a:srgbClr val="000000"/>
                </a:solidFill>
                <a:effectLst/>
                <a:uFillTx/>
                <a:latin typeface="Arial"/>
              </a:rPr>
              <a:t> </a:t>
            </a:r>
            <a:r>
              <a:rPr lang="en-AU" sz="1600" b="0" u="none" strike="noStrike">
                <a:solidFill>
                  <a:srgbClr val="BF0041"/>
                </a:solidFill>
                <a:effectLst/>
                <a:uFillTx/>
                <a:latin typeface="Arial"/>
              </a:rPr>
              <a:t>eq</a:t>
            </a:r>
            <a:r>
              <a:rPr lang="en-AU" sz="1600" b="0" u="none" strike="noStrike">
                <a:solidFill>
                  <a:srgbClr val="000000"/>
                </a:solidFill>
                <a:effectLst/>
                <a:uFillTx/>
                <a:latin typeface="Arial"/>
              </a:rPr>
              <a:t> </a:t>
            </a:r>
            <a:r>
              <a:rPr lang="en-AU" sz="1600" b="0" u="none" strike="noStrike">
                <a:solidFill>
                  <a:srgbClr val="2A6099"/>
                </a:solidFill>
                <a:effectLst/>
                <a:uFillTx/>
                <a:latin typeface="Arial"/>
              </a:rPr>
              <a:t>23</a:t>
            </a:r>
            <a:endParaRPr lang="en-AU" sz="1600" b="0" u="none" strike="noStrike">
              <a:solidFill>
                <a:srgbClr val="000000"/>
              </a:solidFill>
              <a:effectLst/>
              <a:uFillTx/>
              <a:latin typeface="Arial"/>
            </a:endParaRPr>
          </a:p>
          <a:p>
            <a:pPr marL="360000" defTabSz="914400">
              <a:lnSpc>
                <a:spcPct val="100000"/>
              </a:lnSpc>
              <a:spcBef>
                <a:spcPts val="434"/>
              </a:spcBef>
            </a:pPr>
            <a:r>
              <a:rPr lang="en-AU" sz="1600" b="0" u="none" strike="noStrike">
                <a:solidFill>
                  <a:srgbClr val="000000"/>
                </a:solidFill>
                <a:effectLst/>
                <a:uFillTx/>
                <a:latin typeface="Arial"/>
              </a:rPr>
              <a:t>SW1(config)# </a:t>
            </a:r>
            <a:r>
              <a:rPr lang="en-AU" sz="1600" b="0" u="none" strike="noStrike">
                <a:solidFill>
                  <a:srgbClr val="BF0041"/>
                </a:solidFill>
                <a:effectLst/>
                <a:uFillTx/>
                <a:latin typeface="Arial"/>
              </a:rPr>
              <a:t>vlan access-map</a:t>
            </a:r>
            <a:r>
              <a:rPr lang="en-AU" sz="1600" b="0" u="none" strike="noStrike">
                <a:solidFill>
                  <a:srgbClr val="000000"/>
                </a:solidFill>
                <a:effectLst/>
                <a:uFillTx/>
                <a:latin typeface="Arial"/>
              </a:rPr>
              <a:t> </a:t>
            </a:r>
            <a:r>
              <a:rPr lang="en-AU" sz="1600" b="0" u="none" strike="noStrike">
                <a:solidFill>
                  <a:srgbClr val="2A6099"/>
                </a:solidFill>
                <a:effectLst/>
                <a:uFillTx/>
                <a:latin typeface="Arial"/>
              </a:rPr>
              <a:t>TELNET-FILTER 10</a:t>
            </a:r>
            <a:endParaRPr lang="en-AU" sz="1600" b="0" u="none" strike="noStrike">
              <a:solidFill>
                <a:srgbClr val="000000"/>
              </a:solidFill>
              <a:effectLst/>
              <a:uFillTx/>
              <a:latin typeface="Arial"/>
            </a:endParaRPr>
          </a:p>
          <a:p>
            <a:pPr marL="360000" defTabSz="914400">
              <a:lnSpc>
                <a:spcPct val="100000"/>
              </a:lnSpc>
              <a:spcBef>
                <a:spcPts val="434"/>
              </a:spcBef>
            </a:pPr>
            <a:r>
              <a:rPr lang="en-AU" sz="1600" b="0" u="none" strike="noStrike">
                <a:solidFill>
                  <a:srgbClr val="000000"/>
                </a:solidFill>
                <a:effectLst/>
                <a:uFillTx/>
                <a:latin typeface="Arial"/>
              </a:rPr>
              <a:t>SW1(config-access-map)# </a:t>
            </a:r>
            <a:r>
              <a:rPr lang="en-AU" sz="1600" b="0" u="none" strike="noStrike">
                <a:solidFill>
                  <a:srgbClr val="BF0041"/>
                </a:solidFill>
                <a:effectLst/>
                <a:uFillTx/>
                <a:latin typeface="Arial"/>
              </a:rPr>
              <a:t>match ip address</a:t>
            </a:r>
            <a:r>
              <a:rPr lang="en-AU" sz="1600" b="0" u="none" strike="noStrike">
                <a:solidFill>
                  <a:srgbClr val="000000"/>
                </a:solidFill>
                <a:effectLst/>
                <a:uFillTx/>
                <a:latin typeface="Arial"/>
              </a:rPr>
              <a:t> </a:t>
            </a:r>
            <a:r>
              <a:rPr lang="en-AU" sz="1600" b="0" u="none" strike="noStrike">
                <a:solidFill>
                  <a:srgbClr val="2A6099"/>
                </a:solidFill>
                <a:effectLst/>
                <a:uFillTx/>
                <a:latin typeface="Arial"/>
              </a:rPr>
              <a:t>BLOCK-TELNET</a:t>
            </a:r>
            <a:endParaRPr lang="en-AU" sz="1600" b="0" u="none" strike="noStrike">
              <a:solidFill>
                <a:srgbClr val="000000"/>
              </a:solidFill>
              <a:effectLst/>
              <a:uFillTx/>
              <a:latin typeface="Arial"/>
            </a:endParaRPr>
          </a:p>
          <a:p>
            <a:pPr marL="360000" defTabSz="914400">
              <a:lnSpc>
                <a:spcPct val="100000"/>
              </a:lnSpc>
              <a:spcBef>
                <a:spcPts val="434"/>
              </a:spcBef>
            </a:pPr>
            <a:r>
              <a:rPr lang="en-AU" sz="1600" b="0" u="none" strike="noStrike">
                <a:solidFill>
                  <a:srgbClr val="000000"/>
                </a:solidFill>
                <a:effectLst/>
                <a:uFillTx/>
                <a:latin typeface="Arial"/>
              </a:rPr>
              <a:t>SW1(config-access-map)# </a:t>
            </a:r>
            <a:r>
              <a:rPr lang="en-AU" sz="1600" b="0" u="none" strike="noStrike">
                <a:solidFill>
                  <a:srgbClr val="BF0041"/>
                </a:solidFill>
                <a:effectLst/>
                <a:uFillTx/>
                <a:latin typeface="Arial"/>
              </a:rPr>
              <a:t>action drop</a:t>
            </a:r>
            <a:endParaRPr lang="en-AU" sz="1600" b="0" u="none" strike="noStrike">
              <a:solidFill>
                <a:srgbClr val="000000"/>
              </a:solidFill>
              <a:effectLst/>
              <a:uFillTx/>
              <a:latin typeface="Arial"/>
            </a:endParaRPr>
          </a:p>
          <a:p>
            <a:pPr marL="360000" defTabSz="914400">
              <a:lnSpc>
                <a:spcPct val="100000"/>
              </a:lnSpc>
              <a:spcBef>
                <a:spcPts val="434"/>
              </a:spcBef>
            </a:pPr>
            <a:endParaRPr lang="en-AU" sz="1600" b="0" u="none" strike="noStrike">
              <a:solidFill>
                <a:srgbClr val="000000"/>
              </a:solidFill>
              <a:effectLst/>
              <a:uFillTx/>
              <a:latin typeface="Arial"/>
            </a:endParaRPr>
          </a:p>
          <a:p>
            <a:pPr marL="360000" defTabSz="914400">
              <a:lnSpc>
                <a:spcPct val="100000"/>
              </a:lnSpc>
              <a:spcBef>
                <a:spcPts val="434"/>
              </a:spcBef>
            </a:pPr>
            <a:r>
              <a:rPr lang="en-AU" sz="1600" b="0" u="none" strike="noStrike">
                <a:solidFill>
                  <a:srgbClr val="000000"/>
                </a:solidFill>
                <a:effectLst/>
                <a:uFillTx/>
                <a:latin typeface="Arial"/>
              </a:rPr>
              <a:t>SW1(config-access-map)# </a:t>
            </a:r>
            <a:r>
              <a:rPr lang="en-AU" sz="1600" b="0" u="none" strike="noStrike">
                <a:solidFill>
                  <a:srgbClr val="BF0041"/>
                </a:solidFill>
                <a:effectLst/>
                <a:uFillTx/>
                <a:latin typeface="Arial"/>
              </a:rPr>
              <a:t>vlan access-map</a:t>
            </a:r>
            <a:r>
              <a:rPr lang="en-AU" sz="1600" b="0" u="none" strike="noStrike">
                <a:solidFill>
                  <a:srgbClr val="000000"/>
                </a:solidFill>
                <a:effectLst/>
                <a:uFillTx/>
                <a:latin typeface="Arial"/>
              </a:rPr>
              <a:t> </a:t>
            </a:r>
            <a:r>
              <a:rPr lang="en-AU" sz="1600" b="0" u="none" strike="noStrike">
                <a:solidFill>
                  <a:srgbClr val="2A6099"/>
                </a:solidFill>
                <a:effectLst/>
                <a:uFillTx/>
                <a:latin typeface="Arial"/>
              </a:rPr>
              <a:t>TELNET-FILTER 20</a:t>
            </a:r>
            <a:endParaRPr lang="en-AU" sz="1600" b="0" u="none" strike="noStrike">
              <a:solidFill>
                <a:srgbClr val="000000"/>
              </a:solidFill>
              <a:effectLst/>
              <a:uFillTx/>
              <a:latin typeface="Arial"/>
            </a:endParaRPr>
          </a:p>
          <a:p>
            <a:pPr marL="360000" defTabSz="914400">
              <a:lnSpc>
                <a:spcPct val="100000"/>
              </a:lnSpc>
              <a:spcBef>
                <a:spcPts val="434"/>
              </a:spcBef>
            </a:pPr>
            <a:r>
              <a:rPr lang="en-AU" sz="1600" b="0" u="none" strike="noStrike">
                <a:solidFill>
                  <a:srgbClr val="000000"/>
                </a:solidFill>
                <a:effectLst/>
                <a:uFillTx/>
                <a:latin typeface="Arial"/>
              </a:rPr>
              <a:t>SW1(config-access-map)# </a:t>
            </a:r>
            <a:r>
              <a:rPr lang="en-AU" sz="1600" b="0" u="none" strike="noStrike">
                <a:solidFill>
                  <a:srgbClr val="BF0041"/>
                </a:solidFill>
                <a:effectLst/>
                <a:uFillTx/>
                <a:latin typeface="Arial"/>
              </a:rPr>
              <a:t>action forward</a:t>
            </a:r>
            <a:endParaRPr lang="en-AU" sz="1600" b="0" u="none" strike="noStrike">
              <a:solidFill>
                <a:srgbClr val="000000"/>
              </a:solidFill>
              <a:effectLst/>
              <a:uFillTx/>
              <a:latin typeface="Arial"/>
            </a:endParaRPr>
          </a:p>
          <a:p>
            <a:pPr marL="360000" defTabSz="914400">
              <a:lnSpc>
                <a:spcPct val="100000"/>
              </a:lnSpc>
              <a:spcBef>
                <a:spcPts val="434"/>
              </a:spcBef>
            </a:pPr>
            <a:r>
              <a:rPr lang="en-AU" sz="1600" b="0" u="none" strike="noStrike">
                <a:solidFill>
                  <a:srgbClr val="000000"/>
                </a:solidFill>
                <a:effectLst/>
                <a:uFillTx/>
                <a:latin typeface="Arial"/>
              </a:rPr>
              <a:t>SW1(config)# </a:t>
            </a:r>
            <a:r>
              <a:rPr lang="en-AU" sz="1600" b="0" u="none" strike="noStrike">
                <a:solidFill>
                  <a:srgbClr val="BF0041"/>
                </a:solidFill>
                <a:effectLst/>
                <a:uFillTx/>
                <a:latin typeface="Arial"/>
              </a:rPr>
              <a:t>vlan filter </a:t>
            </a:r>
            <a:r>
              <a:rPr lang="en-AU" sz="1600" b="0" u="none" strike="noStrike">
                <a:solidFill>
                  <a:srgbClr val="2A6099"/>
                </a:solidFill>
                <a:effectLst/>
                <a:uFillTx/>
                <a:latin typeface="Arial"/>
              </a:rPr>
              <a:t>TELNET-FILTER</a:t>
            </a:r>
            <a:r>
              <a:rPr lang="en-AU" sz="1600" b="0" u="none" strike="noStrike">
                <a:solidFill>
                  <a:srgbClr val="000000"/>
                </a:solidFill>
                <a:effectLst/>
                <a:uFillTx/>
                <a:latin typeface="Arial"/>
              </a:rPr>
              <a:t> </a:t>
            </a:r>
            <a:r>
              <a:rPr lang="en-AU" sz="1600" b="0" u="none" strike="noStrike">
                <a:solidFill>
                  <a:srgbClr val="BF0041"/>
                </a:solidFill>
                <a:effectLst/>
                <a:uFillTx/>
                <a:latin typeface="Arial"/>
              </a:rPr>
              <a:t>vlan-list </a:t>
            </a:r>
            <a:r>
              <a:rPr lang="en-AU" sz="1600" b="0" u="none" strike="noStrike">
                <a:solidFill>
                  <a:srgbClr val="2A6099"/>
                </a:solidFill>
                <a:effectLst/>
                <a:uFillTx/>
                <a:latin typeface="Arial"/>
              </a:rPr>
              <a:t>10,20</a:t>
            </a:r>
            <a:endParaRPr lang="en-AU" sz="1600" b="0" u="none" strike="noStrike">
              <a:solidFill>
                <a:srgbClr val="000000"/>
              </a:solidFill>
              <a:effectLst/>
              <a:uFillTx/>
              <a:latin typeface="Arial"/>
            </a:endParaRPr>
          </a:p>
          <a:p>
            <a:pPr defTabSz="914400">
              <a:lnSpc>
                <a:spcPct val="90000"/>
              </a:lnSpc>
              <a:spcBef>
                <a:spcPts val="1001"/>
              </a:spcBef>
            </a:pPr>
            <a:endParaRPr lang="en-AU" sz="1800" b="0" u="none" strike="noStrike">
              <a:solidFill>
                <a:srgbClr val="000000"/>
              </a:solidFill>
              <a:effectLst/>
              <a:uFillTx/>
              <a:latin typeface="Arial"/>
            </a:endParaRPr>
          </a:p>
          <a:p>
            <a:pPr defTabSz="914400">
              <a:lnSpc>
                <a:spcPct val="90000"/>
              </a:lnSpc>
              <a:spcBef>
                <a:spcPts val="1001"/>
              </a:spcBef>
            </a:pP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0" y="0"/>
            <a:ext cx="4326480" cy="683784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chemeClr val="lt1"/>
                </a:solidFill>
                <a:effectLst/>
                <a:uFillTx/>
                <a:latin typeface="Aptos Display"/>
              </a:rPr>
              <a:t>1. Access Control Lists (ACLs)</a:t>
            </a:r>
            <a:endParaRPr lang="en-US" sz="4400" b="0" u="none" strike="noStrike">
              <a:solidFill>
                <a:schemeClr val="dk1"/>
              </a:solidFill>
              <a:effectLst/>
              <a:uFillTx/>
              <a:latin typeface="Aptos Display"/>
            </a:endParaRPr>
          </a:p>
        </p:txBody>
      </p:sp>
      <p:sp>
        <p:nvSpPr>
          <p:cNvPr id="85" name="PlaceHolder 2"/>
          <p:cNvSpPr>
            <a:spLocks noGrp="1"/>
          </p:cNvSpPr>
          <p:nvPr>
            <p:ph/>
          </p:nvPr>
        </p:nvSpPr>
        <p:spPr>
          <a:xfrm>
            <a:off x="4500000" y="360000"/>
            <a:ext cx="7557840" cy="6297840"/>
          </a:xfrm>
          <a:prstGeom prst="rect">
            <a:avLst/>
          </a:prstGeom>
          <a:noFill/>
          <a:ln w="0">
            <a:noFill/>
          </a:ln>
        </p:spPr>
        <p:txBody>
          <a:bodyPr lIns="91440" tIns="45720" rIns="91440" bIns="45720" anchor="t">
            <a:normAutofit fontScale="70000" lnSpcReduction="19999"/>
          </a:bodyPr>
          <a:p>
            <a:pPr marL="457200" indent="-457200" algn="l" defTabSz="914400">
              <a:lnSpc>
                <a:spcPct val="90000"/>
              </a:lnSpc>
              <a:spcBef>
                <a:spcPts val="1001"/>
              </a:spcBef>
              <a:buClr>
                <a:srgbClr val="000000"/>
              </a:buClr>
              <a:buFont typeface="Arial"/>
              <a:buChar char="•"/>
            </a:pPr>
            <a:r>
              <a:rPr lang="en-US" sz="3200" b="1" u="none" strike="noStrike">
                <a:solidFill>
                  <a:schemeClr val="dk1"/>
                </a:solidFill>
                <a:effectLst/>
                <a:uFillTx/>
                <a:latin typeface="Arial"/>
              </a:rPr>
              <a:t>Inter-operation of PACL, VACL and RACL:</a:t>
            </a:r>
            <a:endParaRPr lang="en-US" sz="32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3200" b="0" u="none" strike="noStrike">
                <a:solidFill>
                  <a:schemeClr val="dk1"/>
                </a:solidFill>
                <a:effectLst/>
                <a:uFillTx/>
                <a:latin typeface="Arial"/>
              </a:rPr>
              <a:t>Bridged traffic processing order (within the same VLAN):</a:t>
            </a:r>
            <a:endParaRPr lang="en-US" sz="3200" b="0" u="none" strike="noStrike">
              <a:solidFill>
                <a:schemeClr val="dk1"/>
              </a:solidFill>
              <a:effectLst/>
              <a:uFillTx/>
              <a:latin typeface="Aptos"/>
            </a:endParaRPr>
          </a:p>
          <a:p>
            <a:pPr marL="720000" indent="-457200" algn="l" defTabSz="914400">
              <a:lnSpc>
                <a:spcPct val="90000"/>
              </a:lnSpc>
              <a:spcBef>
                <a:spcPts val="1001"/>
              </a:spcBef>
              <a:buClr>
                <a:srgbClr val="000000"/>
              </a:buClr>
              <a:buFont typeface="Arial"/>
              <a:buAutoNum type="arabicPeriod"/>
            </a:pPr>
            <a:r>
              <a:rPr lang="en-US" sz="3200" b="0" u="none" strike="noStrike">
                <a:solidFill>
                  <a:schemeClr val="dk1"/>
                </a:solidFill>
                <a:effectLst/>
                <a:uFillTx/>
                <a:latin typeface="Arial"/>
              </a:rPr>
              <a:t>Inbound PACL on the switchport (for example, VLAN 10)</a:t>
            </a:r>
            <a:endParaRPr lang="en-US" sz="3200" b="0" u="none" strike="noStrike">
              <a:solidFill>
                <a:schemeClr val="dk1"/>
              </a:solidFill>
              <a:effectLst/>
              <a:uFillTx/>
              <a:latin typeface="Aptos"/>
            </a:endParaRPr>
          </a:p>
          <a:p>
            <a:pPr marL="720000" indent="-457200" algn="l" defTabSz="914400">
              <a:lnSpc>
                <a:spcPct val="90000"/>
              </a:lnSpc>
              <a:spcBef>
                <a:spcPts val="1001"/>
              </a:spcBef>
              <a:buClr>
                <a:srgbClr val="000000"/>
              </a:buClr>
              <a:buFont typeface="Arial"/>
              <a:buAutoNum type="arabicPeriod"/>
            </a:pPr>
            <a:r>
              <a:rPr lang="en-US" sz="3200" b="0" u="none" strike="noStrike">
                <a:solidFill>
                  <a:schemeClr val="dk1"/>
                </a:solidFill>
                <a:effectLst/>
                <a:uFillTx/>
                <a:latin typeface="Arial"/>
              </a:rPr>
              <a:t>Inbound VACL on the VLAN (for example, VLAN 10)</a:t>
            </a:r>
            <a:endParaRPr lang="en-US" sz="3200" b="0" u="none" strike="noStrike">
              <a:solidFill>
                <a:schemeClr val="dk1"/>
              </a:solidFill>
              <a:effectLst/>
              <a:uFillTx/>
              <a:latin typeface="Aptos"/>
            </a:endParaRPr>
          </a:p>
          <a:p>
            <a:pPr marL="720000" indent="-457200" algn="l" defTabSz="914400">
              <a:lnSpc>
                <a:spcPct val="90000"/>
              </a:lnSpc>
              <a:spcBef>
                <a:spcPts val="1001"/>
              </a:spcBef>
              <a:buClr>
                <a:srgbClr val="000000"/>
              </a:buClr>
              <a:buFont typeface="Arial"/>
              <a:buAutoNum type="arabicPeriod"/>
            </a:pPr>
            <a:r>
              <a:rPr lang="en-US" sz="3200" b="0" u="none" strike="noStrike">
                <a:solidFill>
                  <a:schemeClr val="dk1"/>
                </a:solidFill>
                <a:effectLst/>
                <a:uFillTx/>
                <a:latin typeface="Arial"/>
              </a:rPr>
              <a:t>Outbound VACL on the VLAN (for example, VLAN 10)</a:t>
            </a:r>
            <a:endParaRPr lang="en-US" sz="3200" b="0" u="none" strike="noStrike">
              <a:solidFill>
                <a:schemeClr val="dk1"/>
              </a:solidFill>
              <a:effectLst/>
              <a:uFillTx/>
              <a:latin typeface="Aptos"/>
            </a:endParaRPr>
          </a:p>
          <a:p>
            <a:pPr marL="457200" indent="-457200" algn="l" defTabSz="914400">
              <a:lnSpc>
                <a:spcPct val="90000"/>
              </a:lnSpc>
              <a:spcBef>
                <a:spcPts val="1001"/>
              </a:spcBef>
              <a:buClr>
                <a:srgbClr val="000000"/>
              </a:buClr>
              <a:buFont typeface="Arial"/>
              <a:buChar char="•"/>
            </a:pPr>
            <a:r>
              <a:rPr lang="en-US" sz="3200" b="0" u="none" strike="noStrike">
                <a:solidFill>
                  <a:schemeClr val="dk1"/>
                </a:solidFill>
                <a:effectLst/>
                <a:uFillTx/>
                <a:latin typeface="Arial"/>
              </a:rPr>
              <a:t>Routed traffic processing order (across VLANs):</a:t>
            </a:r>
            <a:endParaRPr lang="en-US" sz="3200" b="0" u="none" strike="noStrike">
              <a:solidFill>
                <a:schemeClr val="dk1"/>
              </a:solidFill>
              <a:effectLst/>
              <a:uFillTx/>
              <a:latin typeface="Aptos"/>
            </a:endParaRPr>
          </a:p>
          <a:p>
            <a:pPr marL="720000" indent="-457200" algn="l" defTabSz="914400">
              <a:lnSpc>
                <a:spcPct val="90000"/>
              </a:lnSpc>
              <a:spcBef>
                <a:spcPts val="1001"/>
              </a:spcBef>
              <a:buClr>
                <a:srgbClr val="000000"/>
              </a:buClr>
              <a:buFont typeface="Arial"/>
              <a:buAutoNum type="arabicPeriod"/>
            </a:pPr>
            <a:r>
              <a:rPr lang="en-US" sz="3200" b="0" u="none" strike="noStrike">
                <a:solidFill>
                  <a:schemeClr val="dk1"/>
                </a:solidFill>
                <a:effectLst/>
                <a:uFillTx/>
                <a:latin typeface="Arial"/>
              </a:rPr>
              <a:t>Inbound PACL on the switchport (for example, VLAN 10)</a:t>
            </a:r>
            <a:endParaRPr lang="en-US" sz="3200" b="0" u="none" strike="noStrike">
              <a:solidFill>
                <a:schemeClr val="dk1"/>
              </a:solidFill>
              <a:effectLst/>
              <a:uFillTx/>
              <a:latin typeface="Aptos"/>
            </a:endParaRPr>
          </a:p>
          <a:p>
            <a:pPr marL="720000" indent="-457200" algn="l" defTabSz="914400">
              <a:lnSpc>
                <a:spcPct val="90000"/>
              </a:lnSpc>
              <a:spcBef>
                <a:spcPts val="1001"/>
              </a:spcBef>
              <a:buClr>
                <a:srgbClr val="000000"/>
              </a:buClr>
              <a:buFont typeface="Arial"/>
              <a:buAutoNum type="arabicPeriod"/>
            </a:pPr>
            <a:r>
              <a:rPr lang="en-US" sz="3200" b="0" u="none" strike="noStrike">
                <a:solidFill>
                  <a:schemeClr val="dk1"/>
                </a:solidFill>
                <a:effectLst/>
                <a:uFillTx/>
                <a:latin typeface="Arial"/>
              </a:rPr>
              <a:t>Inbound VACL on the VLAN (for example, VLAN 10)</a:t>
            </a:r>
            <a:endParaRPr lang="en-US" sz="3200" b="0" u="none" strike="noStrike">
              <a:solidFill>
                <a:schemeClr val="dk1"/>
              </a:solidFill>
              <a:effectLst/>
              <a:uFillTx/>
              <a:latin typeface="Aptos"/>
            </a:endParaRPr>
          </a:p>
          <a:p>
            <a:pPr marL="720000" indent="-457200" algn="l" defTabSz="914400">
              <a:lnSpc>
                <a:spcPct val="90000"/>
              </a:lnSpc>
              <a:spcBef>
                <a:spcPts val="1001"/>
              </a:spcBef>
              <a:buClr>
                <a:srgbClr val="000000"/>
              </a:buClr>
              <a:buFont typeface="Arial"/>
              <a:buAutoNum type="arabicPeriod"/>
            </a:pPr>
            <a:r>
              <a:rPr lang="en-US" sz="3200" b="0" u="none" strike="noStrike">
                <a:solidFill>
                  <a:schemeClr val="dk1"/>
                </a:solidFill>
                <a:effectLst/>
                <a:uFillTx/>
                <a:latin typeface="Arial"/>
              </a:rPr>
              <a:t>Inbound ACL on the SVI (for example, SVI 10)</a:t>
            </a:r>
            <a:endParaRPr lang="en-US" sz="3200" b="0" u="none" strike="noStrike">
              <a:solidFill>
                <a:schemeClr val="dk1"/>
              </a:solidFill>
              <a:effectLst/>
              <a:uFillTx/>
              <a:latin typeface="Aptos"/>
            </a:endParaRPr>
          </a:p>
          <a:p>
            <a:pPr marL="720000" indent="-457200" algn="l" defTabSz="914400">
              <a:lnSpc>
                <a:spcPct val="90000"/>
              </a:lnSpc>
              <a:spcBef>
                <a:spcPts val="1001"/>
              </a:spcBef>
              <a:buClr>
                <a:srgbClr val="000000"/>
              </a:buClr>
              <a:buFont typeface="Arial"/>
              <a:buAutoNum type="arabicPeriod"/>
            </a:pPr>
            <a:r>
              <a:rPr lang="en-US" sz="3200" b="0" u="none" strike="noStrike">
                <a:solidFill>
                  <a:schemeClr val="dk1"/>
                </a:solidFill>
                <a:effectLst/>
                <a:uFillTx/>
                <a:latin typeface="Arial"/>
              </a:rPr>
              <a:t>Outbound ACL on the SVI (for example, SVI 30)</a:t>
            </a:r>
            <a:endParaRPr lang="en-US" sz="3200" b="0" u="none" strike="noStrike">
              <a:solidFill>
                <a:schemeClr val="dk1"/>
              </a:solidFill>
              <a:effectLst/>
              <a:uFillTx/>
              <a:latin typeface="Aptos"/>
            </a:endParaRPr>
          </a:p>
          <a:p>
            <a:pPr marL="720000" indent="-457200" algn="l" defTabSz="914400">
              <a:lnSpc>
                <a:spcPct val="90000"/>
              </a:lnSpc>
              <a:spcBef>
                <a:spcPts val="1001"/>
              </a:spcBef>
              <a:buClr>
                <a:srgbClr val="000000"/>
              </a:buClr>
              <a:buFont typeface="Arial"/>
              <a:buAutoNum type="arabicPeriod"/>
            </a:pPr>
            <a:r>
              <a:rPr lang="en-US" sz="3200" b="0" u="none" strike="noStrike">
                <a:solidFill>
                  <a:schemeClr val="dk1"/>
                </a:solidFill>
                <a:effectLst/>
                <a:uFillTx/>
                <a:latin typeface="Arial"/>
              </a:rPr>
              <a:t>Outbound VACL on the VLAN (for example, VLAN 30)</a:t>
            </a:r>
            <a:endParaRPr lang="en-US" sz="32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0" y="0"/>
            <a:ext cx="4326480" cy="2225520"/>
          </a:xfrm>
          <a:prstGeom prst="rect">
            <a:avLst/>
          </a:prstGeom>
          <a:solidFill>
            <a:schemeClr val="accent2"/>
          </a:solidFill>
          <a:ln w="0">
            <a:noFill/>
          </a:ln>
        </p:spPr>
        <p:txBody>
          <a:bodyPr lIns="91440" tIns="45720" rIns="91440" bIns="45720" anchor="ctr">
            <a:normAutofit fontScale="92500" lnSpcReduction="9999"/>
          </a:bodyPr>
          <a:p>
            <a:pPr indent="0" algn="ctr" defTabSz="914400">
              <a:lnSpc>
                <a:spcPct val="90000"/>
              </a:lnSpc>
              <a:buNone/>
              <a:tabLst>
                <a:tab pos="0" algn="l"/>
              </a:tabLst>
            </a:pPr>
            <a:r>
              <a:rPr lang="en-US" sz="4400" b="1" u="none" strike="noStrike">
                <a:solidFill>
                  <a:schemeClr val="lt1"/>
                </a:solidFill>
                <a:effectLst/>
                <a:uFillTx/>
                <a:latin typeface="Aptos Display"/>
              </a:rPr>
              <a:t>2. Terminal Lines and Password Protection</a:t>
            </a:r>
            <a:endParaRPr lang="en-US" sz="4400" b="0" u="none" strike="noStrike">
              <a:solidFill>
                <a:schemeClr val="dk1"/>
              </a:solidFill>
              <a:effectLst/>
              <a:uFillTx/>
              <a:latin typeface="Aptos Display"/>
            </a:endParaRPr>
          </a:p>
        </p:txBody>
      </p:sp>
      <p:sp>
        <p:nvSpPr>
          <p:cNvPr id="87" name="PlaceHolder 2"/>
          <p:cNvSpPr>
            <a:spLocks noGrp="1"/>
          </p:cNvSpPr>
          <p:nvPr>
            <p:ph/>
          </p:nvPr>
        </p:nvSpPr>
        <p:spPr>
          <a:xfrm>
            <a:off x="4500000" y="360000"/>
            <a:ext cx="7557840" cy="3057840"/>
          </a:xfrm>
          <a:prstGeom prst="rect">
            <a:avLst/>
          </a:prstGeom>
          <a:noFill/>
          <a:ln w="0">
            <a:noFill/>
          </a:ln>
        </p:spPr>
        <p:txBody>
          <a:bodyPr lIns="91440" tIns="45720" rIns="91440" bIns="45720" anchor="t">
            <a:normAutofit fontScale="85000" lnSpcReduction="9999"/>
          </a:bodyPr>
          <a:p>
            <a:pPr marL="228600" indent="-228600" algn="l" defTabSz="914400">
              <a:lnSpc>
                <a:spcPct val="90000"/>
              </a:lnSpc>
              <a:spcBef>
                <a:spcPts val="1001"/>
              </a:spcBef>
              <a:buClr>
                <a:srgbClr val="000000"/>
              </a:buClr>
              <a:buFont typeface="Arial"/>
              <a:buChar char="•"/>
            </a:pPr>
            <a:r>
              <a:rPr lang="en-US" sz="2400" b="1" u="none" strike="noStrike">
                <a:solidFill>
                  <a:schemeClr val="dk1"/>
                </a:solidFill>
                <a:effectLst/>
                <a:uFillTx/>
                <a:latin typeface="Arial"/>
              </a:rPr>
              <a:t>IOS device CLI access types:</a:t>
            </a:r>
            <a:endParaRPr lang="en-US" sz="2400" b="0" u="none" strike="noStrike">
              <a:solidFill>
                <a:schemeClr val="dk1"/>
              </a:solidFill>
              <a:effectLst/>
              <a:uFillTx/>
              <a:latin typeface="Aptos"/>
            </a:endParaRPr>
          </a:p>
          <a:p>
            <a:pPr marL="360000" indent="-228600" algn="l" defTabSz="914400">
              <a:lnSpc>
                <a:spcPct val="90000"/>
              </a:lnSpc>
              <a:spcBef>
                <a:spcPts val="1001"/>
              </a:spcBef>
              <a:buClr>
                <a:srgbClr val="000000"/>
              </a:buClr>
              <a:buFont typeface="Arial"/>
              <a:buAutoNum type="arabicPeriod"/>
            </a:pPr>
            <a:r>
              <a:rPr lang="en-US" sz="2400" b="0" u="none" strike="noStrike">
                <a:solidFill>
                  <a:schemeClr val="dk1"/>
                </a:solidFill>
                <a:effectLst/>
                <a:uFillTx/>
                <a:latin typeface="Arial"/>
              </a:rPr>
              <a:t>Console port (cty) line : Appears in IOS configurations as </a:t>
            </a:r>
            <a:r>
              <a:rPr lang="en-US" sz="2400" b="1" u="none" strike="noStrike">
                <a:solidFill>
                  <a:schemeClr val="dk1"/>
                </a:solidFill>
                <a:effectLst/>
                <a:uFillTx/>
                <a:latin typeface="Arial"/>
              </a:rPr>
              <a:t>line con 0</a:t>
            </a:r>
            <a:r>
              <a:rPr lang="en-US" sz="2400" b="0" u="none" strike="noStrike">
                <a:solidFill>
                  <a:schemeClr val="dk1"/>
                </a:solidFill>
                <a:effectLst/>
                <a:uFillTx/>
                <a:latin typeface="Arial"/>
              </a:rPr>
              <a:t>. Used to access the device locally through console terminal.</a:t>
            </a:r>
            <a:endParaRPr lang="en-US" sz="2400" b="0" u="none" strike="noStrike">
              <a:solidFill>
                <a:schemeClr val="dk1"/>
              </a:solidFill>
              <a:effectLst/>
              <a:uFillTx/>
              <a:latin typeface="Aptos"/>
            </a:endParaRPr>
          </a:p>
          <a:p>
            <a:pPr marL="360000" indent="-228600" algn="l" defTabSz="914400">
              <a:lnSpc>
                <a:spcPct val="90000"/>
              </a:lnSpc>
              <a:spcBef>
                <a:spcPts val="1001"/>
              </a:spcBef>
              <a:buClr>
                <a:srgbClr val="000000"/>
              </a:buClr>
              <a:buFont typeface="Arial"/>
              <a:buAutoNum type="arabicPeriod"/>
            </a:pPr>
            <a:r>
              <a:rPr lang="en-US" sz="2400" b="0" u="none" strike="noStrike">
                <a:solidFill>
                  <a:schemeClr val="dk1"/>
                </a:solidFill>
                <a:effectLst/>
                <a:uFillTx/>
                <a:latin typeface="Arial"/>
                <a:ea typeface="Microsoft YaHei"/>
              </a:rPr>
              <a:t>Auxiliary port (Aux) line: Appears in IOS configurations as </a:t>
            </a:r>
            <a:r>
              <a:rPr lang="en-US" sz="2400" b="1" u="none" strike="noStrike">
                <a:solidFill>
                  <a:schemeClr val="dk1"/>
                </a:solidFill>
                <a:effectLst/>
                <a:uFillTx/>
                <a:latin typeface="Arial"/>
                <a:ea typeface="Microsoft YaHei"/>
              </a:rPr>
              <a:t>line aux 0</a:t>
            </a:r>
            <a:r>
              <a:rPr lang="en-US" sz="2400" b="0" u="none" strike="noStrike">
                <a:solidFill>
                  <a:schemeClr val="dk1"/>
                </a:solidFill>
                <a:effectLst/>
                <a:uFillTx/>
                <a:latin typeface="Arial"/>
                <a:ea typeface="Microsoft YaHei"/>
              </a:rPr>
              <a:t>. Used to access device remotely through a modem.</a:t>
            </a:r>
            <a:endParaRPr lang="en-US" sz="2400" b="0" u="none" strike="noStrike">
              <a:solidFill>
                <a:schemeClr val="dk1"/>
              </a:solidFill>
              <a:effectLst/>
              <a:uFillTx/>
              <a:latin typeface="Aptos"/>
            </a:endParaRPr>
          </a:p>
          <a:p>
            <a:pPr marL="360000" indent="-228600" algn="l" defTabSz="914400">
              <a:lnSpc>
                <a:spcPct val="90000"/>
              </a:lnSpc>
              <a:spcBef>
                <a:spcPts val="1001"/>
              </a:spcBef>
              <a:buClr>
                <a:srgbClr val="000000"/>
              </a:buClr>
              <a:buFont typeface="Arial"/>
              <a:buAutoNum type="arabicPeriod"/>
            </a:pPr>
            <a:r>
              <a:rPr lang="en-US" sz="2400" b="0" u="none" strike="noStrike">
                <a:solidFill>
                  <a:schemeClr val="dk1"/>
                </a:solidFill>
                <a:effectLst/>
                <a:uFillTx/>
                <a:latin typeface="Arial"/>
                <a:ea typeface="Microsoft YaHei"/>
              </a:rPr>
              <a:t>Virtual Terminal (vty) lines : Appears in IOS configurations as </a:t>
            </a:r>
            <a:r>
              <a:rPr lang="en-US" sz="2400" b="1" u="none" strike="noStrike">
                <a:solidFill>
                  <a:schemeClr val="dk1"/>
                </a:solidFill>
                <a:effectLst/>
                <a:uFillTx/>
                <a:latin typeface="Arial"/>
                <a:ea typeface="Microsoft YaHei"/>
              </a:rPr>
              <a:t>line vty 0 4</a:t>
            </a:r>
            <a:r>
              <a:rPr lang="en-US" sz="2400" b="0" u="none" strike="noStrike">
                <a:solidFill>
                  <a:schemeClr val="dk1"/>
                </a:solidFill>
                <a:effectLst/>
                <a:uFillTx/>
                <a:latin typeface="Arial"/>
                <a:ea typeface="Microsoft YaHei"/>
              </a:rPr>
              <a:t>.They are used to remotely access device through Telnet or SSH.</a:t>
            </a:r>
            <a:endParaRPr lang="en-US" sz="24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Arial"/>
                <a:ea typeface="Microsoft YaHei"/>
              </a:rPr>
              <a:t>Below picture shows line types on IOS.</a:t>
            </a:r>
            <a:endParaRPr lang="en-US" sz="2400" b="0" u="none" strike="noStrike">
              <a:solidFill>
                <a:schemeClr val="dk1"/>
              </a:solidFill>
              <a:effectLst/>
              <a:uFillTx/>
              <a:latin typeface="Aptos"/>
            </a:endParaRPr>
          </a:p>
          <a:p>
            <a:pPr marL="457200" indent="0" algn="l" defTabSz="914400">
              <a:lnSpc>
                <a:spcPct val="90000"/>
              </a:lnSpc>
              <a:spcBef>
                <a:spcPts val="1001"/>
              </a:spcBef>
              <a:buNone/>
              <a:tabLst>
                <a:tab pos="0" algn="l"/>
              </a:tabLst>
            </a:pPr>
            <a:endParaRPr lang="en-US" sz="32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pic>
        <p:nvPicPr>
          <p:cNvPr id="88" name="Picture 87"/>
          <p:cNvPicPr/>
          <p:nvPr/>
        </p:nvPicPr>
        <p:blipFill>
          <a:blip r:embed="rId1"/>
          <a:stretch/>
        </p:blipFill>
        <p:spPr>
          <a:xfrm>
            <a:off x="5040000" y="3403440"/>
            <a:ext cx="6141960" cy="3074400"/>
          </a:xfrm>
          <a:prstGeom prst="rect">
            <a:avLst/>
          </a:prstGeom>
          <a:noFill/>
          <a:ln w="0">
            <a:noFill/>
          </a:ln>
        </p:spPr>
      </p:pic>
      <p:sp>
        <p:nvSpPr>
          <p:cNvPr id="89" name="Rectangle 88"/>
          <p:cNvSpPr/>
          <p:nvPr/>
        </p:nvSpPr>
        <p:spPr>
          <a:xfrm>
            <a:off x="180000" y="2340000"/>
            <a:ext cx="4137840" cy="45378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1800" b="1" u="none" strike="noStrike">
                <a:solidFill>
                  <a:srgbClr val="000000"/>
                </a:solidFill>
                <a:effectLst/>
                <a:uFillTx/>
                <a:latin typeface="Arial"/>
              </a:rPr>
              <a:t>Ways to password protect lines:</a:t>
            </a:r>
            <a:endParaRPr lang="en-AU" sz="1800" b="0" u="none" strike="noStrike">
              <a:solidFill>
                <a:srgbClr val="000000"/>
              </a:solidFill>
              <a:effectLst/>
              <a:uFillTx/>
              <a:latin typeface="Arial"/>
            </a:endParaRPr>
          </a:p>
          <a:p>
            <a:pPr marL="359280" indent="-216000" defTabSz="914400">
              <a:lnSpc>
                <a:spcPct val="100000"/>
              </a:lnSpc>
              <a:buClr>
                <a:srgbClr val="000000"/>
              </a:buClr>
              <a:buFont typeface="OpenSymbol"/>
              <a:buAutoNum type="arabicPeriod"/>
            </a:pPr>
            <a:r>
              <a:rPr lang="en-AU" sz="1600" b="0" u="none" strike="noStrike">
                <a:solidFill>
                  <a:srgbClr val="000000"/>
                </a:solidFill>
                <a:effectLst/>
                <a:uFillTx/>
                <a:latin typeface="Arial"/>
              </a:rPr>
              <a:t>Password configured directly on the line. (Not Recommended)</a:t>
            </a:r>
            <a:endParaRPr lang="en-AU" sz="1600" b="0" u="none" strike="noStrike">
              <a:solidFill>
                <a:srgbClr val="000000"/>
              </a:solidFill>
              <a:effectLst/>
              <a:uFillTx/>
              <a:latin typeface="Arial"/>
            </a:endParaRPr>
          </a:p>
          <a:p>
            <a:pPr marL="503640" defTabSz="914400">
              <a:lnSpc>
                <a:spcPct val="100000"/>
              </a:lnSpc>
            </a:pPr>
            <a:r>
              <a:rPr lang="en-AU" sz="1600" b="0" u="none" strike="noStrike">
                <a:solidFill>
                  <a:srgbClr val="000000"/>
                </a:solidFill>
                <a:effectLst/>
                <a:uFillTx/>
                <a:latin typeface="Arial"/>
              </a:rPr>
              <a:t>Example: Provide password while accessing console</a:t>
            </a:r>
            <a:endParaRPr lang="en-AU" sz="1600" b="0" u="none" strike="noStrike">
              <a:solidFill>
                <a:srgbClr val="000000"/>
              </a:solidFill>
              <a:effectLst/>
              <a:uFillTx/>
              <a:latin typeface="Arial"/>
            </a:endParaRPr>
          </a:p>
          <a:p>
            <a:pPr marL="503640" defTabSz="914400">
              <a:lnSpc>
                <a:spcPct val="100000"/>
              </a:lnSpc>
            </a:pPr>
            <a:r>
              <a:rPr lang="en-AU" sz="1600" b="0" u="none" strike="noStrike">
                <a:solidFill>
                  <a:srgbClr val="BF0041"/>
                </a:solidFill>
                <a:effectLst/>
                <a:uFillTx/>
                <a:latin typeface="Arial"/>
              </a:rPr>
              <a:t>line console 0</a:t>
            </a:r>
            <a:endParaRPr lang="en-AU" sz="1600" b="0" u="none" strike="noStrike">
              <a:solidFill>
                <a:srgbClr val="000000"/>
              </a:solidFill>
              <a:effectLst/>
              <a:uFillTx/>
              <a:latin typeface="Arial"/>
            </a:endParaRPr>
          </a:p>
          <a:p>
            <a:pPr marL="503640" defTabSz="914400">
              <a:lnSpc>
                <a:spcPct val="100000"/>
              </a:lnSpc>
            </a:pPr>
            <a:r>
              <a:rPr lang="en-AU" sz="1600" b="0" u="none" strike="noStrike">
                <a:solidFill>
                  <a:srgbClr val="BF0041"/>
                </a:solidFill>
                <a:effectLst/>
                <a:uFillTx/>
                <a:latin typeface="Arial"/>
              </a:rPr>
              <a:t>login</a:t>
            </a:r>
            <a:endParaRPr lang="en-AU" sz="1600" b="0" u="none" strike="noStrike">
              <a:solidFill>
                <a:srgbClr val="000000"/>
              </a:solidFill>
              <a:effectLst/>
              <a:uFillTx/>
              <a:latin typeface="Arial"/>
            </a:endParaRPr>
          </a:p>
          <a:p>
            <a:pPr marL="503640" defTabSz="914400">
              <a:lnSpc>
                <a:spcPct val="100000"/>
              </a:lnSpc>
            </a:pPr>
            <a:r>
              <a:rPr lang="en-AU" sz="1600" b="0" u="none" strike="noStrike">
                <a:solidFill>
                  <a:srgbClr val="BF0041"/>
                </a:solidFill>
                <a:effectLst/>
                <a:uFillTx/>
                <a:latin typeface="Arial"/>
              </a:rPr>
              <a:t>password</a:t>
            </a:r>
            <a:r>
              <a:rPr lang="en-AU" sz="1600" b="0" u="none" strike="noStrike">
                <a:solidFill>
                  <a:srgbClr val="000000"/>
                </a:solidFill>
                <a:effectLst/>
                <a:uFillTx/>
                <a:latin typeface="Arial"/>
              </a:rPr>
              <a:t> </a:t>
            </a:r>
            <a:r>
              <a:rPr lang="en-AU" sz="1600" b="0" u="none" strike="noStrike">
                <a:solidFill>
                  <a:srgbClr val="2A6099"/>
                </a:solidFill>
                <a:effectLst/>
                <a:uFillTx/>
                <a:latin typeface="Arial"/>
              </a:rPr>
              <a:t>c1sc0</a:t>
            </a:r>
            <a:endParaRPr lang="en-AU" sz="1600" b="0" u="none" strike="noStrike">
              <a:solidFill>
                <a:srgbClr val="000000"/>
              </a:solidFill>
              <a:effectLst/>
              <a:uFillTx/>
              <a:latin typeface="Arial"/>
            </a:endParaRPr>
          </a:p>
          <a:p>
            <a:pPr marL="359280" indent="-216000" defTabSz="914400">
              <a:lnSpc>
                <a:spcPct val="100000"/>
              </a:lnSpc>
              <a:buClr>
                <a:srgbClr val="000000"/>
              </a:buClr>
              <a:buFont typeface="OpenSymbol"/>
              <a:buAutoNum type="arabicPeriod" startAt="2"/>
            </a:pPr>
            <a:r>
              <a:rPr lang="en-AU" sz="1600" b="0" u="none" strike="noStrike">
                <a:solidFill>
                  <a:srgbClr val="000000"/>
                </a:solidFill>
                <a:effectLst/>
                <a:uFillTx/>
                <a:latin typeface="Arial"/>
              </a:rPr>
              <a:t>Username based authentication (Recommended as fallback)</a:t>
            </a:r>
            <a:endParaRPr lang="en-AU" sz="1600" b="0" u="none" strike="noStrike">
              <a:solidFill>
                <a:srgbClr val="000000"/>
              </a:solidFill>
              <a:effectLst/>
              <a:uFillTx/>
              <a:latin typeface="Arial"/>
            </a:endParaRPr>
          </a:p>
          <a:p>
            <a:pPr marL="503640" defTabSz="914400">
              <a:lnSpc>
                <a:spcPct val="100000"/>
              </a:lnSpc>
            </a:pPr>
            <a:r>
              <a:rPr lang="en-AU" sz="1600" b="0" u="none" strike="noStrike">
                <a:solidFill>
                  <a:srgbClr val="000000"/>
                </a:solidFill>
                <a:effectLst/>
                <a:uFillTx/>
                <a:latin typeface="Arial"/>
              </a:rPr>
              <a:t>Configure username and password in global config mode first.</a:t>
            </a:r>
            <a:endParaRPr lang="en-AU" sz="1600" b="0" u="none" strike="noStrike">
              <a:solidFill>
                <a:srgbClr val="000000"/>
              </a:solidFill>
              <a:effectLst/>
              <a:uFillTx/>
              <a:latin typeface="Arial"/>
            </a:endParaRPr>
          </a:p>
          <a:p>
            <a:pPr marL="503640" defTabSz="914400">
              <a:lnSpc>
                <a:spcPct val="100000"/>
              </a:lnSpc>
            </a:pPr>
            <a:r>
              <a:rPr lang="en-AU" sz="1600" b="0" u="none" strike="noStrike">
                <a:solidFill>
                  <a:srgbClr val="000000"/>
                </a:solidFill>
                <a:effectLst/>
                <a:uFillTx/>
                <a:latin typeface="Arial"/>
              </a:rPr>
              <a:t>Example: </a:t>
            </a:r>
            <a:r>
              <a:rPr lang="en-AU" sz="1600" b="0" u="none" strike="noStrike">
                <a:solidFill>
                  <a:srgbClr val="BF0041"/>
                </a:solidFill>
                <a:effectLst/>
                <a:uFillTx/>
                <a:latin typeface="Arial"/>
              </a:rPr>
              <a:t>username</a:t>
            </a:r>
            <a:r>
              <a:rPr lang="en-AU" sz="1600" b="0" u="none" strike="noStrike">
                <a:solidFill>
                  <a:srgbClr val="000000"/>
                </a:solidFill>
                <a:effectLst/>
                <a:uFillTx/>
                <a:latin typeface="Arial"/>
              </a:rPr>
              <a:t> </a:t>
            </a:r>
            <a:r>
              <a:rPr lang="en-AU" sz="1600" b="0" u="none" strike="noStrike">
                <a:solidFill>
                  <a:srgbClr val="2A6099"/>
                </a:solidFill>
                <a:effectLst/>
                <a:uFillTx/>
                <a:latin typeface="Arial"/>
              </a:rPr>
              <a:t>User</a:t>
            </a:r>
            <a:r>
              <a:rPr lang="en-AU" sz="1600" b="0" u="none" strike="noStrike">
                <a:solidFill>
                  <a:srgbClr val="000000"/>
                </a:solidFill>
                <a:effectLst/>
                <a:uFillTx/>
                <a:latin typeface="Arial"/>
              </a:rPr>
              <a:t> </a:t>
            </a:r>
            <a:r>
              <a:rPr lang="en-AU" sz="1600" b="0" u="none" strike="noStrike">
                <a:solidFill>
                  <a:srgbClr val="BF0041"/>
                </a:solidFill>
                <a:effectLst/>
                <a:uFillTx/>
                <a:latin typeface="Arial"/>
              </a:rPr>
              <a:t>password</a:t>
            </a:r>
            <a:r>
              <a:rPr lang="en-AU" sz="1600" b="0" u="none" strike="noStrike">
                <a:solidFill>
                  <a:srgbClr val="000000"/>
                </a:solidFill>
                <a:effectLst/>
                <a:uFillTx/>
                <a:latin typeface="Arial"/>
              </a:rPr>
              <a:t> </a:t>
            </a:r>
            <a:r>
              <a:rPr lang="en-AU" sz="1600" b="0" u="none" strike="noStrike">
                <a:solidFill>
                  <a:srgbClr val="2A6099"/>
                </a:solidFill>
                <a:effectLst/>
                <a:uFillTx/>
                <a:latin typeface="Arial"/>
              </a:rPr>
              <a:t>c1sc0</a:t>
            </a:r>
            <a:endParaRPr lang="en-AU" sz="1600" b="0" u="none" strike="noStrike">
              <a:solidFill>
                <a:srgbClr val="000000"/>
              </a:solidFill>
              <a:effectLst/>
              <a:uFillTx/>
              <a:latin typeface="Arial"/>
            </a:endParaRPr>
          </a:p>
          <a:p>
            <a:pPr marL="503640" defTabSz="914400">
              <a:lnSpc>
                <a:spcPct val="100000"/>
              </a:lnSpc>
            </a:pPr>
            <a:r>
              <a:rPr lang="en-AU" sz="1600" b="0" u="none" strike="noStrike">
                <a:solidFill>
                  <a:srgbClr val="BF0041"/>
                </a:solidFill>
                <a:effectLst/>
                <a:uFillTx/>
                <a:latin typeface="Arial"/>
              </a:rPr>
              <a:t>line console 0</a:t>
            </a:r>
            <a:endParaRPr lang="en-AU" sz="1600" b="0" u="none" strike="noStrike">
              <a:solidFill>
                <a:srgbClr val="000000"/>
              </a:solidFill>
              <a:effectLst/>
              <a:uFillTx/>
              <a:latin typeface="Arial"/>
            </a:endParaRPr>
          </a:p>
          <a:p>
            <a:pPr marL="503640" defTabSz="914400">
              <a:lnSpc>
                <a:spcPct val="100000"/>
              </a:lnSpc>
            </a:pPr>
            <a:r>
              <a:rPr lang="en-AU" sz="1600" b="0" u="none" strike="noStrike">
                <a:solidFill>
                  <a:srgbClr val="BF0041"/>
                </a:solidFill>
                <a:effectLst/>
                <a:uFillTx/>
                <a:latin typeface="Arial"/>
              </a:rPr>
              <a:t>login local</a:t>
            </a:r>
            <a:endParaRPr lang="en-AU" sz="1600" b="0" u="none" strike="noStrike">
              <a:solidFill>
                <a:srgbClr val="000000"/>
              </a:solidFill>
              <a:effectLst/>
              <a:uFillTx/>
              <a:latin typeface="Arial"/>
            </a:endParaRPr>
          </a:p>
          <a:p>
            <a:pPr marL="359280" indent="-216000" defTabSz="914400">
              <a:lnSpc>
                <a:spcPct val="100000"/>
              </a:lnSpc>
              <a:buClr>
                <a:srgbClr val="000000"/>
              </a:buClr>
              <a:buFont typeface="OpenSymbol"/>
              <a:buAutoNum type="arabicPeriod" startAt="3"/>
            </a:pPr>
            <a:r>
              <a:rPr lang="en-AU" sz="1600" b="0" u="none" strike="noStrike">
                <a:solidFill>
                  <a:srgbClr val="000000"/>
                </a:solidFill>
                <a:effectLst/>
                <a:uFillTx/>
                <a:latin typeface="Arial"/>
              </a:rPr>
              <a:t>Using AAA Server (Recommended)</a:t>
            </a:r>
            <a:endParaRPr lang="en-AU" sz="1600" b="0" u="none" strike="noStrike">
              <a:solidFill>
                <a:srgbClr val="000000"/>
              </a:solidFill>
              <a:effectLst/>
              <a:uFillTx/>
              <a:latin typeface="Arial"/>
            </a:endParaRPr>
          </a:p>
          <a:p>
            <a:pPr defTabSz="914400">
              <a:lnSpc>
                <a:spcPct val="100000"/>
              </a:lnSpc>
            </a:pP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0" y="0"/>
            <a:ext cx="4326480" cy="2225520"/>
          </a:xfrm>
          <a:prstGeom prst="rect">
            <a:avLst/>
          </a:prstGeom>
          <a:solidFill>
            <a:schemeClr val="accent2"/>
          </a:solidFill>
          <a:ln w="0">
            <a:noFill/>
          </a:ln>
        </p:spPr>
        <p:txBody>
          <a:bodyPr lIns="91440" tIns="45720" rIns="91440" bIns="45720" anchor="ctr">
            <a:normAutofit fontScale="92500" lnSpcReduction="9999"/>
          </a:bodyPr>
          <a:p>
            <a:pPr indent="0" algn="ctr" defTabSz="914400">
              <a:lnSpc>
                <a:spcPct val="90000"/>
              </a:lnSpc>
              <a:buNone/>
              <a:tabLst>
                <a:tab pos="0" algn="l"/>
              </a:tabLst>
            </a:pPr>
            <a:r>
              <a:rPr lang="en-US" sz="4400" b="1" u="none" strike="noStrike">
                <a:solidFill>
                  <a:schemeClr val="lt1"/>
                </a:solidFill>
                <a:effectLst/>
                <a:uFillTx/>
                <a:latin typeface="Aptos Display"/>
              </a:rPr>
              <a:t>2. Terminal Lines and Password Protection</a:t>
            </a:r>
            <a:endParaRPr lang="en-US" sz="4400" b="0" u="none" strike="noStrike">
              <a:solidFill>
                <a:schemeClr val="dk1"/>
              </a:solidFill>
              <a:effectLst/>
              <a:uFillTx/>
              <a:latin typeface="Aptos Display"/>
            </a:endParaRPr>
          </a:p>
        </p:txBody>
      </p:sp>
      <p:sp>
        <p:nvSpPr>
          <p:cNvPr id="91" name="PlaceHolder 2"/>
          <p:cNvSpPr>
            <a:spLocks noGrp="1"/>
          </p:cNvSpPr>
          <p:nvPr>
            <p:ph/>
          </p:nvPr>
        </p:nvSpPr>
        <p:spPr>
          <a:xfrm>
            <a:off x="4500000" y="180000"/>
            <a:ext cx="7557840" cy="357840"/>
          </a:xfrm>
          <a:prstGeom prst="rect">
            <a:avLst/>
          </a:prstGeom>
          <a:noFill/>
          <a:ln w="0">
            <a:noFill/>
          </a:ln>
        </p:spPr>
        <p:txBody>
          <a:bodyPr lIns="91440" tIns="45720" rIns="91440" bIns="45720" anchor="t">
            <a:normAutofit fontScale="85000" lnSpcReduction="9999"/>
          </a:bodyPr>
          <a:p>
            <a:pPr marL="228600" indent="-228600" algn="l" defTabSz="914400">
              <a:lnSpc>
                <a:spcPct val="90000"/>
              </a:lnSpc>
              <a:spcBef>
                <a:spcPts val="1001"/>
              </a:spcBef>
              <a:buClr>
                <a:srgbClr val="000000"/>
              </a:buClr>
              <a:buFont typeface="Arial"/>
              <a:buChar char="•"/>
            </a:pPr>
            <a:r>
              <a:rPr lang="en-US" sz="2400" b="1" u="none" strike="noStrike">
                <a:solidFill>
                  <a:schemeClr val="dk1"/>
                </a:solidFill>
                <a:effectLst/>
                <a:uFillTx/>
                <a:latin typeface="Arial"/>
              </a:rPr>
              <a:t>Password Types:</a:t>
            </a:r>
            <a:endParaRPr lang="en-US" sz="2400" b="0" u="none" strike="noStrike">
              <a:solidFill>
                <a:schemeClr val="dk1"/>
              </a:solidFill>
              <a:effectLst/>
              <a:uFillTx/>
              <a:latin typeface="Aptos"/>
            </a:endParaRPr>
          </a:p>
          <a:p>
            <a:pPr marL="228600" indent="0" algn="l" defTabSz="914400">
              <a:lnSpc>
                <a:spcPct val="90000"/>
              </a:lnSpc>
              <a:spcBef>
                <a:spcPts val="1001"/>
              </a:spcBef>
              <a:buNone/>
              <a:tabLst>
                <a:tab pos="0" algn="l"/>
              </a:tabLst>
            </a:pPr>
            <a:endParaRPr lang="en-US" sz="2400" b="0" u="none" strike="noStrike">
              <a:solidFill>
                <a:schemeClr val="dk1"/>
              </a:solidFill>
              <a:effectLst/>
              <a:uFillTx/>
              <a:latin typeface="Aptos"/>
            </a:endParaRPr>
          </a:p>
          <a:p>
            <a:pPr marL="457200" indent="0" algn="l" defTabSz="914400">
              <a:lnSpc>
                <a:spcPct val="90000"/>
              </a:lnSpc>
              <a:spcBef>
                <a:spcPts val="1001"/>
              </a:spcBef>
              <a:buNone/>
              <a:tabLst>
                <a:tab pos="0" algn="l"/>
              </a:tabLst>
            </a:pPr>
            <a:endParaRPr lang="en-US" sz="32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graphicFrame>
        <p:nvGraphicFramePr>
          <p:cNvPr id="92" name="Table 91"/>
          <p:cNvGraphicFramePr/>
          <p:nvPr/>
        </p:nvGraphicFramePr>
        <p:xfrm>
          <a:off x="4680000" y="567000"/>
          <a:ext cx="7186680" cy="2436480"/>
        </p:xfrm>
        <a:graphic>
          <a:graphicData uri="http://schemas.openxmlformats.org/drawingml/2006/table">
            <a:tbl>
              <a:tblPr/>
              <a:tblGrid>
                <a:gridCol w="992880"/>
                <a:gridCol w="2118240"/>
                <a:gridCol w="2205000"/>
                <a:gridCol w="1870920"/>
              </a:tblGrid>
              <a:tr h="298080">
                <a:tc>
                  <a:txBody>
                    <a:bodyPr lIns="36000" tIns="36000" rIns="36000" bIns="36000" anchor="t">
                      <a:noAutofit/>
                    </a:bodyPr>
                    <a:p>
                      <a:pPr defTabSz="914400">
                        <a:lnSpc>
                          <a:spcPct val="100000"/>
                        </a:lnSpc>
                      </a:pPr>
                      <a:r>
                        <a:rPr lang="en-AU" sz="1600" b="1" u="none" strike="noStrike">
                          <a:solidFill>
                            <a:srgbClr val="000000"/>
                          </a:solidFill>
                          <a:effectLst/>
                          <a:uFillTx/>
                          <a:latin typeface="Arial"/>
                        </a:rPr>
                        <a:t>Types</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729FCF"/>
                    </a:solidFill>
                  </a:tcPr>
                </a:tc>
                <a:tc>
                  <a:txBody>
                    <a:bodyPr lIns="36000" tIns="36000" rIns="36000" bIns="36000" anchor="t">
                      <a:noAutofit/>
                    </a:bodyPr>
                    <a:p>
                      <a:pPr defTabSz="914400">
                        <a:lnSpc>
                          <a:spcPct val="100000"/>
                        </a:lnSpc>
                      </a:pPr>
                      <a:r>
                        <a:rPr lang="en-AU" sz="1600" b="1" u="none" strike="noStrike">
                          <a:solidFill>
                            <a:srgbClr val="000000"/>
                          </a:solidFill>
                          <a:effectLst/>
                          <a:uFillTx/>
                          <a:latin typeface="Arial"/>
                        </a:rPr>
                        <a:t>Encryption</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729FCF"/>
                    </a:solidFill>
                  </a:tcPr>
                </a:tc>
                <a:tc>
                  <a:txBody>
                    <a:bodyPr lIns="36000" tIns="36000" rIns="36000" bIns="36000" anchor="t">
                      <a:noAutofit/>
                    </a:bodyPr>
                    <a:p>
                      <a:pPr defTabSz="914400">
                        <a:lnSpc>
                          <a:spcPct val="100000"/>
                        </a:lnSpc>
                      </a:pPr>
                      <a:r>
                        <a:rPr lang="en-AU" sz="1600" b="1" u="none" strike="noStrike">
                          <a:solidFill>
                            <a:srgbClr val="000000"/>
                          </a:solidFill>
                          <a:effectLst/>
                          <a:uFillTx/>
                          <a:latin typeface="Arial"/>
                        </a:rPr>
                        <a:t>Command</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729FCF"/>
                    </a:solidFill>
                  </a:tcPr>
                </a:tc>
                <a:tc>
                  <a:txBody>
                    <a:bodyPr lIns="36000" tIns="36000" rIns="36000" bIns="36000" anchor="t">
                      <a:noAutofit/>
                    </a:bodyPr>
                    <a:p>
                      <a:pPr defTabSz="914400">
                        <a:lnSpc>
                          <a:spcPct val="100000"/>
                        </a:lnSpc>
                      </a:pPr>
                      <a:r>
                        <a:rPr lang="en-AU" sz="1600" b="1" u="none" strike="noStrike">
                          <a:solidFill>
                            <a:srgbClr val="000000"/>
                          </a:solidFill>
                          <a:effectLst/>
                          <a:uFillTx/>
                          <a:latin typeface="Arial"/>
                        </a:rPr>
                        <a:t>Recommended ?</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729FCF"/>
                    </a:solidFill>
                  </a:tcPr>
                </a:tc>
              </a:tr>
              <a:tr h="298080">
                <a:tc>
                  <a:txBody>
                    <a:bodyPr lIns="36000" tIns="36000" rIns="36000" bIns="36000" anchor="t">
                      <a:noAutofit/>
                    </a:bodyPr>
                    <a:p>
                      <a:pPr defTabSz="914400">
                        <a:lnSpc>
                          <a:spcPct val="100000"/>
                        </a:lnSpc>
                      </a:pPr>
                      <a:r>
                        <a:rPr lang="en-AU" sz="1600" b="1" u="none" strike="noStrike">
                          <a:solidFill>
                            <a:srgbClr val="000000"/>
                          </a:solidFill>
                          <a:effectLst/>
                          <a:uFillTx/>
                          <a:latin typeface="Arial"/>
                        </a:rPr>
                        <a:t>Type 0</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77BC65"/>
                    </a:solidFill>
                  </a:tcPr>
                </a:tc>
                <a:tc>
                  <a:txBody>
                    <a:bodyPr lIns="36000" tIns="36000" rIns="36000" bIns="36000" anchor="t">
                      <a:noAutofit/>
                    </a:bodyPr>
                    <a:p>
                      <a:pPr defTabSz="914400">
                        <a:lnSpc>
                          <a:spcPct val="100000"/>
                        </a:lnSpc>
                      </a:pPr>
                      <a:r>
                        <a:rPr lang="en-AU" sz="1600" b="0" u="none" strike="noStrike">
                          <a:solidFill>
                            <a:srgbClr val="000000"/>
                          </a:solidFill>
                          <a:effectLst/>
                          <a:uFillTx/>
                          <a:latin typeface="Arial"/>
                        </a:rPr>
                        <a:t>Clear text</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defTabSz="914400">
                        <a:lnSpc>
                          <a:spcPct val="100000"/>
                        </a:lnSpc>
                      </a:pPr>
                      <a:r>
                        <a:rPr lang="en-AU" sz="1600" b="0" u="none" strike="noStrike">
                          <a:solidFill>
                            <a:srgbClr val="BF0041"/>
                          </a:solidFill>
                          <a:effectLst/>
                          <a:uFillTx/>
                          <a:latin typeface="Arial"/>
                        </a:rPr>
                        <a:t>enable password</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defTabSz="914400">
                        <a:lnSpc>
                          <a:spcPct val="100000"/>
                        </a:lnSpc>
                      </a:pPr>
                      <a:r>
                        <a:rPr lang="en-AU" sz="1600" b="0" u="none" strike="noStrike">
                          <a:solidFill>
                            <a:srgbClr val="000000"/>
                          </a:solidFill>
                          <a:effectLst/>
                          <a:uFillTx/>
                          <a:latin typeface="Arial"/>
                        </a:rPr>
                        <a:t>No</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523800">
                <a:tc>
                  <a:txBody>
                    <a:bodyPr lIns="36000" tIns="36000" rIns="36000" bIns="36000" anchor="t">
                      <a:noAutofit/>
                    </a:bodyPr>
                    <a:p>
                      <a:pPr defTabSz="914400">
                        <a:lnSpc>
                          <a:spcPct val="100000"/>
                        </a:lnSpc>
                      </a:pPr>
                      <a:r>
                        <a:rPr lang="en-AU" sz="1600" b="1" u="none" strike="noStrike">
                          <a:solidFill>
                            <a:srgbClr val="000000"/>
                          </a:solidFill>
                          <a:effectLst/>
                          <a:uFillTx/>
                          <a:latin typeface="Arial"/>
                        </a:rPr>
                        <a:t>Type 5</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77BC65"/>
                    </a:solidFill>
                  </a:tcPr>
                </a:tc>
                <a:tc>
                  <a:txBody>
                    <a:bodyPr lIns="36000" tIns="36000" rIns="36000" bIns="36000" anchor="t">
                      <a:noAutofit/>
                    </a:bodyPr>
                    <a:p>
                      <a:pPr defTabSz="914400">
                        <a:lnSpc>
                          <a:spcPct val="100000"/>
                        </a:lnSpc>
                      </a:pPr>
                      <a:r>
                        <a:rPr lang="en-AU" sz="1600" b="0" u="none" strike="noStrike">
                          <a:solidFill>
                            <a:srgbClr val="000000"/>
                          </a:solidFill>
                          <a:effectLst/>
                          <a:uFillTx/>
                          <a:latin typeface="Arial"/>
                        </a:rPr>
                        <a:t>MD5 Hashing</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defTabSz="914400">
                        <a:lnSpc>
                          <a:spcPct val="100000"/>
                        </a:lnSpc>
                      </a:pPr>
                      <a:r>
                        <a:rPr lang="en-AU" sz="1600" b="0" u="none" strike="noStrike">
                          <a:solidFill>
                            <a:srgbClr val="BF0041"/>
                          </a:solidFill>
                          <a:effectLst/>
                          <a:uFillTx/>
                          <a:latin typeface="Arial"/>
                        </a:rPr>
                        <a:t>enable secret,</a:t>
                      </a:r>
                      <a:endParaRPr lang="en-AU" sz="1600" b="0" u="none" strike="noStrike">
                        <a:solidFill>
                          <a:srgbClr val="000000"/>
                        </a:solidFill>
                        <a:effectLst/>
                        <a:uFillTx/>
                        <a:latin typeface="Arial"/>
                      </a:endParaRPr>
                    </a:p>
                    <a:p>
                      <a:pPr defTabSz="914400">
                        <a:lnSpc>
                          <a:spcPct val="100000"/>
                        </a:lnSpc>
                      </a:pPr>
                      <a:r>
                        <a:rPr lang="en-AU" sz="1600" b="0" u="none" strike="noStrike">
                          <a:solidFill>
                            <a:srgbClr val="000000"/>
                          </a:solidFill>
                          <a:effectLst/>
                          <a:uFillTx/>
                          <a:latin typeface="Arial"/>
                        </a:rPr>
                        <a:t>See below option 2 &amp; 3</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defTabSz="914400">
                        <a:lnSpc>
                          <a:spcPct val="100000"/>
                        </a:lnSpc>
                      </a:pPr>
                      <a:r>
                        <a:rPr lang="en-AU" sz="1600" b="0" u="none" strike="noStrike">
                          <a:solidFill>
                            <a:srgbClr val="000000"/>
                          </a:solidFill>
                          <a:effectLst/>
                          <a:uFillTx/>
                          <a:latin typeface="Arial"/>
                        </a:rPr>
                        <a:t>Yes. Over Type 0 and Type 7</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523800">
                <a:tc>
                  <a:txBody>
                    <a:bodyPr lIns="36000" tIns="36000" rIns="36000" bIns="36000" anchor="t">
                      <a:noAutofit/>
                    </a:bodyPr>
                    <a:p>
                      <a:pPr defTabSz="914400">
                        <a:lnSpc>
                          <a:spcPct val="100000"/>
                        </a:lnSpc>
                      </a:pPr>
                      <a:r>
                        <a:rPr lang="en-AU" sz="1600" b="1" u="none" strike="noStrike">
                          <a:solidFill>
                            <a:srgbClr val="000000"/>
                          </a:solidFill>
                          <a:effectLst/>
                          <a:uFillTx/>
                          <a:latin typeface="Arial"/>
                        </a:rPr>
                        <a:t>Type 7</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77BC65"/>
                    </a:solidFill>
                  </a:tcPr>
                </a:tc>
                <a:tc>
                  <a:txBody>
                    <a:bodyPr lIns="36000" tIns="36000" rIns="36000" bIns="36000" anchor="t">
                      <a:noAutofit/>
                    </a:bodyPr>
                    <a:p>
                      <a:pPr defTabSz="914400">
                        <a:lnSpc>
                          <a:spcPct val="100000"/>
                        </a:lnSpc>
                      </a:pPr>
                      <a:r>
                        <a:rPr lang="en-AU" sz="1600" b="0" u="none" strike="noStrike">
                          <a:solidFill>
                            <a:srgbClr val="000000"/>
                          </a:solidFill>
                          <a:effectLst/>
                          <a:uFillTx/>
                          <a:latin typeface="Arial"/>
                        </a:rPr>
                        <a:t>Cisco Vigenere cypher </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defTabSz="914400">
                        <a:lnSpc>
                          <a:spcPct val="100000"/>
                        </a:lnSpc>
                      </a:pPr>
                      <a:r>
                        <a:rPr lang="en-AU" sz="1600" b="0" u="none" strike="noStrike">
                          <a:solidFill>
                            <a:srgbClr val="BF0041"/>
                          </a:solidFill>
                          <a:effectLst/>
                          <a:uFillTx/>
                          <a:latin typeface="Arial"/>
                        </a:rPr>
                        <a:t>Service password encryption</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defTabSz="914400">
                        <a:lnSpc>
                          <a:spcPct val="100000"/>
                        </a:lnSpc>
                      </a:pPr>
                      <a:r>
                        <a:rPr lang="en-AU" sz="1600" b="0" u="none" strike="noStrike">
                          <a:solidFill>
                            <a:srgbClr val="000000"/>
                          </a:solidFill>
                          <a:effectLst/>
                          <a:uFillTx/>
                          <a:latin typeface="Arial"/>
                        </a:rPr>
                        <a:t>Over Type 0 </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51360">
                <a:tc>
                  <a:txBody>
                    <a:bodyPr lIns="36000" tIns="36000" rIns="36000" bIns="36000" anchor="t">
                      <a:noAutofit/>
                    </a:bodyPr>
                    <a:p>
                      <a:pPr defTabSz="914400">
                        <a:lnSpc>
                          <a:spcPct val="100000"/>
                        </a:lnSpc>
                      </a:pPr>
                      <a:r>
                        <a:rPr lang="en-AU" sz="1600" b="1" u="none" strike="noStrike">
                          <a:solidFill>
                            <a:srgbClr val="000000"/>
                          </a:solidFill>
                          <a:effectLst/>
                          <a:uFillTx/>
                          <a:latin typeface="Arial"/>
                        </a:rPr>
                        <a:t>Type 8</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77BC65"/>
                    </a:solidFill>
                  </a:tcPr>
                </a:tc>
                <a:tc>
                  <a:txBody>
                    <a:bodyPr lIns="36000" tIns="36000" rIns="36000" bIns="36000" anchor="t">
                      <a:noAutofit/>
                    </a:bodyPr>
                    <a:p>
                      <a:pPr defTabSz="914400">
                        <a:lnSpc>
                          <a:spcPct val="100000"/>
                        </a:lnSpc>
                      </a:pPr>
                      <a:r>
                        <a:rPr lang="en-AU" sz="1600" b="0" u="none" strike="noStrike">
                          <a:solidFill>
                            <a:srgbClr val="000000"/>
                          </a:solidFill>
                          <a:effectLst/>
                          <a:uFillTx/>
                          <a:latin typeface="Arial"/>
                        </a:rPr>
                        <a:t>PBKDF2 with SHA256</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defTabSz="914400">
                        <a:lnSpc>
                          <a:spcPct val="100000"/>
                        </a:lnSpc>
                      </a:pPr>
                      <a:r>
                        <a:rPr lang="en-AU" sz="1600" b="0" u="none" strike="noStrike">
                          <a:solidFill>
                            <a:srgbClr val="000000"/>
                          </a:solidFill>
                          <a:effectLst/>
                          <a:uFillTx/>
                          <a:latin typeface="Arial"/>
                        </a:rPr>
                        <a:t>See below third option</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defTabSz="914400">
                        <a:lnSpc>
                          <a:spcPct val="100000"/>
                        </a:lnSpc>
                      </a:pPr>
                      <a:r>
                        <a:rPr lang="en-AU" sz="1600" b="0" u="none" strike="noStrike">
                          <a:solidFill>
                            <a:srgbClr val="000000"/>
                          </a:solidFill>
                          <a:effectLst/>
                          <a:uFillTx/>
                          <a:latin typeface="Arial"/>
                        </a:rPr>
                        <a:t>Yes, Always</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33360">
                <a:tc>
                  <a:txBody>
                    <a:bodyPr lIns="36000" tIns="36000" rIns="36000" bIns="36000" anchor="t">
                      <a:noAutofit/>
                    </a:bodyPr>
                    <a:p>
                      <a:pPr defTabSz="914400">
                        <a:lnSpc>
                          <a:spcPct val="100000"/>
                        </a:lnSpc>
                      </a:pPr>
                      <a:r>
                        <a:rPr lang="en-AU" sz="1600" b="1" u="none" strike="noStrike">
                          <a:solidFill>
                            <a:srgbClr val="000000"/>
                          </a:solidFill>
                          <a:effectLst/>
                          <a:uFillTx/>
                          <a:latin typeface="Arial"/>
                        </a:rPr>
                        <a:t>Type 9</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77BC65"/>
                    </a:solidFill>
                  </a:tcPr>
                </a:tc>
                <a:tc>
                  <a:txBody>
                    <a:bodyPr lIns="36000" tIns="36000" rIns="36000" bIns="36000" anchor="t">
                      <a:noAutofit/>
                    </a:bodyPr>
                    <a:p>
                      <a:pPr defTabSz="914400">
                        <a:lnSpc>
                          <a:spcPct val="100000"/>
                        </a:lnSpc>
                      </a:pPr>
                      <a:r>
                        <a:rPr lang="en-AU" sz="1600" b="0" u="none" strike="noStrike">
                          <a:solidFill>
                            <a:srgbClr val="000000"/>
                          </a:solidFill>
                          <a:effectLst/>
                          <a:uFillTx/>
                          <a:latin typeface="Arial"/>
                        </a:rPr>
                        <a:t>SCRYPT Hashing</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defTabSz="914400">
                        <a:lnSpc>
                          <a:spcPct val="100000"/>
                        </a:lnSpc>
                      </a:pPr>
                      <a:r>
                        <a:rPr lang="en-AU" sz="1600" b="0" u="none" strike="noStrike">
                          <a:solidFill>
                            <a:srgbClr val="000000"/>
                          </a:solidFill>
                          <a:effectLst/>
                          <a:uFillTx/>
                          <a:latin typeface="Arial"/>
                        </a:rPr>
                        <a:t>See below third option</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defTabSz="914400">
                        <a:lnSpc>
                          <a:spcPct val="100000"/>
                        </a:lnSpc>
                      </a:pPr>
                      <a:r>
                        <a:rPr lang="en-AU" sz="1600" b="0" u="none" strike="noStrike">
                          <a:solidFill>
                            <a:srgbClr val="000000"/>
                          </a:solidFill>
                          <a:effectLst/>
                          <a:uFillTx/>
                          <a:latin typeface="Arial"/>
                        </a:rPr>
                        <a:t>Yes, Over 0,5 &amp; 7</a:t>
                      </a:r>
                      <a:endParaRPr lang="en-AU" sz="16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93" name="Rectangle 92"/>
          <p:cNvSpPr/>
          <p:nvPr/>
        </p:nvSpPr>
        <p:spPr>
          <a:xfrm>
            <a:off x="4519080" y="3229560"/>
            <a:ext cx="7377840" cy="3057840"/>
          </a:xfrm>
          <a:prstGeom prst="rect">
            <a:avLst/>
          </a:prstGeom>
          <a:noFill/>
          <a:ln w="0">
            <a:noFill/>
          </a:ln>
        </p:spPr>
        <p:style>
          <a:lnRef idx="0"/>
          <a:fillRef idx="0"/>
          <a:effectRef idx="0"/>
          <a:fontRef idx="minor"/>
        </p:style>
        <p:txBody>
          <a:bodyPr lIns="90000" tIns="45000" rIns="90000" bIns="45000" anchor="t">
            <a:spAutoFit/>
          </a:bodyPr>
          <a:p>
            <a:pPr marL="216000" indent="-216000" defTabSz="914400">
              <a:lnSpc>
                <a:spcPct val="100000"/>
              </a:lnSpc>
              <a:buClr>
                <a:srgbClr val="000000"/>
              </a:buClr>
              <a:buSzPct val="45000"/>
              <a:buFont typeface="Wingdings" charset="2"/>
              <a:buChar char=""/>
            </a:pPr>
            <a:r>
              <a:rPr lang="en-AU" sz="2000" b="0" u="none" strike="noStrike">
                <a:solidFill>
                  <a:srgbClr val="000000"/>
                </a:solidFill>
                <a:effectLst/>
                <a:uFillTx/>
                <a:latin typeface="Arial"/>
              </a:rPr>
              <a:t>Three different ways of configuring username and password for username based authentication:</a:t>
            </a:r>
            <a:endParaRPr lang="en-AU" sz="2000" b="0" u="none" strike="noStrike">
              <a:solidFill>
                <a:srgbClr val="000000"/>
              </a:solidFill>
              <a:effectLst/>
              <a:uFillTx/>
              <a:latin typeface="Arial"/>
            </a:endParaRPr>
          </a:p>
          <a:p>
            <a:pPr marL="360000" indent="-216000" defTabSz="914400">
              <a:lnSpc>
                <a:spcPct val="100000"/>
              </a:lnSpc>
              <a:spcBef>
                <a:spcPts val="283"/>
              </a:spcBef>
              <a:spcAft>
                <a:spcPts val="283"/>
              </a:spcAft>
              <a:buClr>
                <a:srgbClr val="000000"/>
              </a:buClr>
              <a:buFont typeface="OpenSymbol"/>
              <a:buAutoNum type="arabicPeriod"/>
            </a:pPr>
            <a:r>
              <a:rPr lang="en-AU" sz="2000" b="0" u="none" strike="noStrike">
                <a:solidFill>
                  <a:srgbClr val="000000"/>
                </a:solidFill>
                <a:effectLst/>
                <a:uFillTx/>
                <a:latin typeface="Arial"/>
              </a:rPr>
              <a:t>Using the command </a:t>
            </a:r>
            <a:r>
              <a:rPr lang="en-AU" sz="2000" b="0" u="none" strike="noStrike">
                <a:solidFill>
                  <a:srgbClr val="BF0041"/>
                </a:solidFill>
                <a:effectLst/>
                <a:uFillTx/>
                <a:latin typeface="Arial"/>
              </a:rPr>
              <a:t>username</a:t>
            </a:r>
            <a:r>
              <a:rPr lang="en-AU" sz="2000" b="0" u="none" strike="noStrike">
                <a:solidFill>
                  <a:srgbClr val="00A933"/>
                </a:solidFill>
                <a:effectLst/>
                <a:uFillTx/>
                <a:latin typeface="Arial"/>
              </a:rPr>
              <a:t> {</a:t>
            </a:r>
            <a:r>
              <a:rPr lang="en-AU" sz="2000" b="0" u="none" strike="noStrike">
                <a:solidFill>
                  <a:srgbClr val="2A6099"/>
                </a:solidFill>
                <a:effectLst/>
                <a:uFillTx/>
                <a:latin typeface="Arial"/>
              </a:rPr>
              <a:t>username</a:t>
            </a:r>
            <a:r>
              <a:rPr lang="en-AU" sz="2000" b="0" u="none" strike="noStrike">
                <a:solidFill>
                  <a:srgbClr val="00A933"/>
                </a:solidFill>
                <a:effectLst/>
                <a:uFillTx/>
                <a:latin typeface="Arial"/>
              </a:rPr>
              <a:t>} </a:t>
            </a:r>
            <a:r>
              <a:rPr lang="en-AU" sz="2000" b="0" u="none" strike="noStrike">
                <a:solidFill>
                  <a:srgbClr val="BF0041"/>
                </a:solidFill>
                <a:effectLst/>
                <a:uFillTx/>
                <a:latin typeface="Arial"/>
              </a:rPr>
              <a:t>password</a:t>
            </a:r>
            <a:r>
              <a:rPr lang="en-AU" sz="2000" b="0" u="none" strike="noStrike">
                <a:solidFill>
                  <a:srgbClr val="00A933"/>
                </a:solidFill>
                <a:effectLst/>
                <a:uFillTx/>
                <a:latin typeface="Arial"/>
              </a:rPr>
              <a:t> {</a:t>
            </a:r>
            <a:r>
              <a:rPr lang="en-AU" sz="2000" b="0" u="none" strike="noStrike">
                <a:solidFill>
                  <a:srgbClr val="2A6099"/>
                </a:solidFill>
                <a:effectLst/>
                <a:uFillTx/>
                <a:latin typeface="Arial"/>
              </a:rPr>
              <a:t>password</a:t>
            </a:r>
            <a:r>
              <a:rPr lang="en-AU" sz="2000" b="0" u="none" strike="noStrike">
                <a:solidFill>
                  <a:srgbClr val="00A933"/>
                </a:solidFill>
                <a:effectLst/>
                <a:uFillTx/>
                <a:latin typeface="Arial"/>
              </a:rPr>
              <a:t>}</a:t>
            </a:r>
            <a:r>
              <a:rPr lang="en-AU" sz="2000" b="0" u="none" strike="noStrike">
                <a:solidFill>
                  <a:srgbClr val="000000"/>
                </a:solidFill>
                <a:effectLst/>
                <a:uFillTx/>
                <a:latin typeface="Arial"/>
              </a:rPr>
              <a:t> configures a plain text password (type 0).</a:t>
            </a:r>
            <a:endParaRPr lang="en-AU" sz="2000" b="0" u="none" strike="noStrike">
              <a:solidFill>
                <a:srgbClr val="000000"/>
              </a:solidFill>
              <a:effectLst/>
              <a:uFillTx/>
              <a:latin typeface="Arial"/>
            </a:endParaRPr>
          </a:p>
          <a:p>
            <a:pPr marL="360000" indent="-216000" defTabSz="914400">
              <a:lnSpc>
                <a:spcPct val="100000"/>
              </a:lnSpc>
              <a:spcBef>
                <a:spcPts val="283"/>
              </a:spcBef>
              <a:spcAft>
                <a:spcPts val="283"/>
              </a:spcAft>
              <a:buClr>
                <a:srgbClr val="000000"/>
              </a:buClr>
              <a:buFont typeface="OpenSymbol"/>
              <a:buAutoNum type="arabicPeriod"/>
            </a:pPr>
            <a:r>
              <a:rPr lang="en-AU" sz="2000" b="0" u="none" strike="noStrike">
                <a:solidFill>
                  <a:srgbClr val="000000"/>
                </a:solidFill>
                <a:effectLst/>
                <a:uFillTx/>
                <a:latin typeface="Arial"/>
                <a:ea typeface="Microsoft YaHei"/>
              </a:rPr>
              <a:t>Using the command </a:t>
            </a:r>
            <a:r>
              <a:rPr lang="en-AU" sz="2000" b="0" u="none" strike="noStrike">
                <a:solidFill>
                  <a:srgbClr val="BF0041"/>
                </a:solidFill>
                <a:effectLst/>
                <a:uFillTx/>
                <a:latin typeface="Arial"/>
                <a:ea typeface="Microsoft YaHei"/>
              </a:rPr>
              <a:t>username</a:t>
            </a:r>
            <a:r>
              <a:rPr lang="en-AU" sz="2000" b="0" u="none" strike="noStrike">
                <a:solidFill>
                  <a:srgbClr val="000000"/>
                </a:solidFill>
                <a:effectLst/>
                <a:uFillTx/>
                <a:latin typeface="Arial"/>
                <a:ea typeface="Microsoft YaHei"/>
              </a:rPr>
              <a:t> </a:t>
            </a:r>
            <a:r>
              <a:rPr lang="en-AU" sz="2000" b="0" u="none" strike="noStrike">
                <a:solidFill>
                  <a:srgbClr val="00A933"/>
                </a:solidFill>
                <a:effectLst/>
                <a:uFillTx/>
                <a:latin typeface="Arial"/>
                <a:ea typeface="Microsoft YaHei"/>
              </a:rPr>
              <a:t>{</a:t>
            </a:r>
            <a:r>
              <a:rPr lang="en-AU" sz="2000" b="0" u="none" strike="noStrike">
                <a:solidFill>
                  <a:srgbClr val="2A6099"/>
                </a:solidFill>
                <a:effectLst/>
                <a:uFillTx/>
                <a:latin typeface="Arial"/>
                <a:ea typeface="Microsoft YaHei"/>
              </a:rPr>
              <a:t>username</a:t>
            </a:r>
            <a:r>
              <a:rPr lang="en-AU" sz="2000" b="0" u="none" strike="noStrike">
                <a:solidFill>
                  <a:srgbClr val="00A933"/>
                </a:solidFill>
                <a:effectLst/>
                <a:uFillTx/>
                <a:latin typeface="Arial"/>
                <a:ea typeface="Microsoft YaHei"/>
              </a:rPr>
              <a:t>}</a:t>
            </a:r>
            <a:r>
              <a:rPr lang="en-AU" sz="2000" b="0" u="none" strike="noStrike">
                <a:solidFill>
                  <a:srgbClr val="000000"/>
                </a:solidFill>
                <a:effectLst/>
                <a:uFillTx/>
                <a:latin typeface="Arial"/>
                <a:ea typeface="Microsoft YaHei"/>
              </a:rPr>
              <a:t> </a:t>
            </a:r>
            <a:r>
              <a:rPr lang="en-AU" sz="2000" b="0" u="none" strike="noStrike">
                <a:solidFill>
                  <a:srgbClr val="BF0041"/>
                </a:solidFill>
                <a:effectLst/>
                <a:uFillTx/>
                <a:latin typeface="Arial"/>
                <a:ea typeface="Microsoft YaHei"/>
              </a:rPr>
              <a:t>secret</a:t>
            </a:r>
            <a:r>
              <a:rPr lang="en-AU" sz="2000" b="0" u="none" strike="noStrike">
                <a:solidFill>
                  <a:srgbClr val="000000"/>
                </a:solidFill>
                <a:effectLst/>
                <a:uFillTx/>
                <a:latin typeface="Arial"/>
                <a:ea typeface="Microsoft YaHei"/>
              </a:rPr>
              <a:t> </a:t>
            </a:r>
            <a:r>
              <a:rPr lang="en-AU" sz="2000" b="0" u="none" strike="noStrike">
                <a:solidFill>
                  <a:srgbClr val="00A933"/>
                </a:solidFill>
                <a:effectLst/>
                <a:uFillTx/>
                <a:latin typeface="Arial"/>
                <a:ea typeface="Microsoft YaHei"/>
              </a:rPr>
              <a:t>{</a:t>
            </a:r>
            <a:r>
              <a:rPr lang="en-AU" sz="2000" b="0" u="none" strike="noStrike">
                <a:solidFill>
                  <a:srgbClr val="2A6099"/>
                </a:solidFill>
                <a:effectLst/>
                <a:uFillTx/>
                <a:latin typeface="Arial"/>
                <a:ea typeface="Microsoft YaHei"/>
              </a:rPr>
              <a:t>password</a:t>
            </a:r>
            <a:r>
              <a:rPr lang="en-AU" sz="2000" b="0" u="none" strike="noStrike">
                <a:solidFill>
                  <a:srgbClr val="00A933"/>
                </a:solidFill>
                <a:effectLst/>
                <a:uFillTx/>
                <a:latin typeface="Arial"/>
                <a:ea typeface="Microsoft YaHei"/>
              </a:rPr>
              <a:t>}</a:t>
            </a:r>
            <a:r>
              <a:rPr lang="en-AU" sz="2000" b="0" u="none" strike="noStrike">
                <a:solidFill>
                  <a:srgbClr val="000000"/>
                </a:solidFill>
                <a:effectLst/>
                <a:uFillTx/>
                <a:latin typeface="Arial"/>
                <a:ea typeface="Microsoft YaHei"/>
              </a:rPr>
              <a:t> provides type 5 encryption.</a:t>
            </a:r>
            <a:endParaRPr lang="en-AU" sz="2000" b="0" u="none" strike="noStrike">
              <a:solidFill>
                <a:srgbClr val="000000"/>
              </a:solidFill>
              <a:effectLst/>
              <a:uFillTx/>
              <a:latin typeface="Arial"/>
            </a:endParaRPr>
          </a:p>
          <a:p>
            <a:pPr marL="360000" indent="-216000" defTabSz="914400">
              <a:lnSpc>
                <a:spcPct val="100000"/>
              </a:lnSpc>
              <a:spcBef>
                <a:spcPts val="283"/>
              </a:spcBef>
              <a:spcAft>
                <a:spcPts val="283"/>
              </a:spcAft>
              <a:buClr>
                <a:srgbClr val="000000"/>
              </a:buClr>
              <a:buFont typeface="OpenSymbol"/>
              <a:buAutoNum type="arabicPeriod"/>
            </a:pPr>
            <a:r>
              <a:rPr lang="en-AU" sz="2000" b="0" u="none" strike="noStrike">
                <a:solidFill>
                  <a:srgbClr val="000000"/>
                </a:solidFill>
                <a:effectLst/>
                <a:uFillTx/>
                <a:latin typeface="Arial"/>
                <a:ea typeface="Microsoft YaHei"/>
              </a:rPr>
              <a:t>Using the command </a:t>
            </a:r>
            <a:r>
              <a:rPr lang="en-AU" sz="2000" b="0" u="none" strike="noStrike">
                <a:solidFill>
                  <a:srgbClr val="BF0041"/>
                </a:solidFill>
                <a:effectLst/>
                <a:uFillTx/>
                <a:latin typeface="Arial"/>
                <a:ea typeface="Microsoft YaHei"/>
              </a:rPr>
              <a:t>username</a:t>
            </a:r>
            <a:r>
              <a:rPr lang="en-AU" sz="2000" b="0" u="none" strike="noStrike">
                <a:solidFill>
                  <a:srgbClr val="000000"/>
                </a:solidFill>
                <a:effectLst/>
                <a:uFillTx/>
                <a:latin typeface="Arial"/>
                <a:ea typeface="Microsoft YaHei"/>
              </a:rPr>
              <a:t> </a:t>
            </a:r>
            <a:r>
              <a:rPr lang="en-AU" sz="2000" b="0" u="none" strike="noStrike">
                <a:solidFill>
                  <a:srgbClr val="00A933"/>
                </a:solidFill>
                <a:effectLst/>
                <a:uFillTx/>
                <a:latin typeface="Arial"/>
                <a:ea typeface="Microsoft YaHei"/>
              </a:rPr>
              <a:t>{</a:t>
            </a:r>
            <a:r>
              <a:rPr lang="en-AU" sz="2000" b="0" u="none" strike="noStrike">
                <a:solidFill>
                  <a:srgbClr val="2A6099"/>
                </a:solidFill>
                <a:effectLst/>
                <a:uFillTx/>
                <a:latin typeface="Arial"/>
                <a:ea typeface="Microsoft YaHei"/>
              </a:rPr>
              <a:t>username</a:t>
            </a:r>
            <a:r>
              <a:rPr lang="en-AU" sz="2000" b="0" u="none" strike="noStrike">
                <a:solidFill>
                  <a:srgbClr val="00A933"/>
                </a:solidFill>
                <a:effectLst/>
                <a:uFillTx/>
                <a:latin typeface="Arial"/>
                <a:ea typeface="Microsoft YaHei"/>
              </a:rPr>
              <a:t>} </a:t>
            </a:r>
            <a:r>
              <a:rPr lang="en-AU" sz="2000" b="0" u="none" strike="noStrike">
                <a:solidFill>
                  <a:srgbClr val="BF0041"/>
                </a:solidFill>
                <a:effectLst/>
                <a:uFillTx/>
                <a:latin typeface="Arial"/>
                <a:ea typeface="Microsoft YaHei"/>
              </a:rPr>
              <a:t>algorithm-type</a:t>
            </a:r>
            <a:r>
              <a:rPr lang="en-AU" sz="2000" b="0" u="none" strike="noStrike">
                <a:solidFill>
                  <a:srgbClr val="00A933"/>
                </a:solidFill>
                <a:effectLst/>
                <a:uFillTx/>
                <a:latin typeface="Arial"/>
                <a:ea typeface="Microsoft YaHei"/>
              </a:rPr>
              <a:t> {</a:t>
            </a:r>
            <a:r>
              <a:rPr lang="en-AU" sz="2000" b="0" u="none" strike="noStrike">
                <a:solidFill>
                  <a:srgbClr val="BF0041"/>
                </a:solidFill>
                <a:effectLst/>
                <a:uFillTx/>
                <a:latin typeface="Arial"/>
                <a:ea typeface="Microsoft YaHei"/>
              </a:rPr>
              <a:t>md5</a:t>
            </a:r>
            <a:r>
              <a:rPr lang="en-AU" sz="2000" b="0" u="none" strike="noStrike">
                <a:solidFill>
                  <a:srgbClr val="00A933"/>
                </a:solidFill>
                <a:effectLst/>
                <a:uFillTx/>
                <a:latin typeface="Arial"/>
                <a:ea typeface="Microsoft YaHei"/>
              </a:rPr>
              <a:t> | </a:t>
            </a:r>
            <a:r>
              <a:rPr lang="en-AU" sz="2000" b="0" u="none" strike="noStrike">
                <a:solidFill>
                  <a:srgbClr val="BF0041"/>
                </a:solidFill>
                <a:effectLst/>
                <a:uFillTx/>
                <a:latin typeface="Arial"/>
                <a:ea typeface="Microsoft YaHei"/>
              </a:rPr>
              <a:t>sha256</a:t>
            </a:r>
            <a:r>
              <a:rPr lang="en-AU" sz="2000" b="0" u="none" strike="noStrike">
                <a:solidFill>
                  <a:srgbClr val="00A933"/>
                </a:solidFill>
                <a:effectLst/>
                <a:uFillTx/>
                <a:latin typeface="Arial"/>
                <a:ea typeface="Microsoft YaHei"/>
              </a:rPr>
              <a:t> | </a:t>
            </a:r>
            <a:r>
              <a:rPr lang="en-AU" sz="2000" b="0" u="none" strike="noStrike">
                <a:solidFill>
                  <a:srgbClr val="BF0041"/>
                </a:solidFill>
                <a:effectLst/>
                <a:uFillTx/>
                <a:latin typeface="Arial"/>
                <a:ea typeface="Microsoft YaHei"/>
              </a:rPr>
              <a:t>scrypt</a:t>
            </a:r>
            <a:r>
              <a:rPr lang="en-AU" sz="2000" b="0" u="none" strike="noStrike">
                <a:solidFill>
                  <a:srgbClr val="00A933"/>
                </a:solidFill>
                <a:effectLst/>
                <a:uFillTx/>
                <a:latin typeface="Arial"/>
                <a:ea typeface="Microsoft YaHei"/>
              </a:rPr>
              <a:t>}</a:t>
            </a:r>
            <a:r>
              <a:rPr lang="en-AU" sz="2000" b="0" u="none" strike="noStrike">
                <a:solidFill>
                  <a:srgbClr val="BF0041"/>
                </a:solidFill>
                <a:effectLst/>
                <a:uFillTx/>
                <a:latin typeface="Arial"/>
                <a:ea typeface="Microsoft YaHei"/>
              </a:rPr>
              <a:t>secret</a:t>
            </a:r>
            <a:r>
              <a:rPr lang="en-AU" sz="2000" b="0" u="none" strike="noStrike">
                <a:solidFill>
                  <a:srgbClr val="00A933"/>
                </a:solidFill>
                <a:effectLst/>
                <a:uFillTx/>
                <a:latin typeface="Arial"/>
                <a:ea typeface="Microsoft YaHei"/>
              </a:rPr>
              <a:t> {</a:t>
            </a:r>
            <a:r>
              <a:rPr lang="en-AU" sz="2000" b="0" u="none" strike="noStrike">
                <a:solidFill>
                  <a:srgbClr val="2A6099"/>
                </a:solidFill>
                <a:effectLst/>
                <a:uFillTx/>
                <a:latin typeface="Arial"/>
                <a:ea typeface="Microsoft YaHei"/>
              </a:rPr>
              <a:t>password</a:t>
            </a:r>
            <a:r>
              <a:rPr lang="en-AU" sz="2000" b="0" u="none" strike="noStrike">
                <a:solidFill>
                  <a:srgbClr val="00A933"/>
                </a:solidFill>
                <a:effectLst/>
                <a:uFillTx/>
                <a:latin typeface="Arial"/>
                <a:ea typeface="Microsoft YaHei"/>
              </a:rPr>
              <a:t>}</a:t>
            </a:r>
            <a:r>
              <a:rPr lang="en-AU" sz="2000" b="0" u="none" strike="noStrike">
                <a:solidFill>
                  <a:srgbClr val="000000"/>
                </a:solidFill>
                <a:effectLst/>
                <a:uFillTx/>
                <a:latin typeface="Arial"/>
                <a:ea typeface="Microsoft YaHei"/>
              </a:rPr>
              <a:t> provides type 5, type 8, or type 9 encryption, respectively.</a:t>
            </a:r>
            <a:endParaRPr lang="en-AU" sz="2000" b="0" u="none" strike="noStrike">
              <a:solidFill>
                <a:srgbClr val="000000"/>
              </a:solidFill>
              <a:effectLst/>
              <a:uFillTx/>
              <a:latin typeface="Arial"/>
            </a:endParaRPr>
          </a:p>
        </p:txBody>
      </p:sp>
      <p:pic>
        <p:nvPicPr>
          <p:cNvPr id="94" name="Picture 93"/>
          <p:cNvPicPr/>
          <p:nvPr/>
        </p:nvPicPr>
        <p:blipFill>
          <a:blip r:embed="rId1"/>
          <a:stretch/>
        </p:blipFill>
        <p:spPr>
          <a:xfrm>
            <a:off x="96840" y="2340000"/>
            <a:ext cx="4401000" cy="2697840"/>
          </a:xfrm>
          <a:prstGeom prst="rect">
            <a:avLst/>
          </a:prstGeom>
          <a:noFill/>
          <a:ln w="0">
            <a:noFill/>
          </a:ln>
        </p:spPr>
      </p:pic>
      <p:sp>
        <p:nvSpPr>
          <p:cNvPr id="95" name="Rectangle 94"/>
          <p:cNvSpPr/>
          <p:nvPr/>
        </p:nvSpPr>
        <p:spPr>
          <a:xfrm>
            <a:off x="189360" y="5442480"/>
            <a:ext cx="4317840" cy="89784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graphicFrame>
        <p:nvGraphicFramePr>
          <p:cNvPr id="96" name="Table 95"/>
          <p:cNvGraphicFramePr/>
          <p:nvPr/>
        </p:nvGraphicFramePr>
        <p:xfrm>
          <a:off x="79560" y="5261040"/>
          <a:ext cx="4361400" cy="1321560"/>
        </p:xfrm>
        <a:graphic>
          <a:graphicData uri="http://schemas.openxmlformats.org/drawingml/2006/table">
            <a:tbl>
              <a:tblPr/>
              <a:tblGrid>
                <a:gridCol w="4361760"/>
              </a:tblGrid>
              <a:tr h="346320">
                <a:tc>
                  <a:txBody>
                    <a:bodyPr lIns="36000" tIns="36000" rIns="36000" bIns="36000" anchor="t">
                      <a:noAutofit/>
                    </a:bodyPr>
                    <a:p>
                      <a:pPr defTabSz="914400">
                        <a:lnSpc>
                          <a:spcPct val="100000"/>
                        </a:lnSpc>
                      </a:pPr>
                      <a:r>
                        <a:rPr lang="en-AU" sz="1800" b="1" u="none" strike="noStrike">
                          <a:solidFill>
                            <a:srgbClr val="000000"/>
                          </a:solidFill>
                          <a:effectLst/>
                          <a:uFillTx/>
                          <a:latin typeface="Arial"/>
                        </a:rPr>
                        <a:t>NOTE:</a:t>
                      </a:r>
                      <a:r>
                        <a:rPr lang="en-AU" sz="1800" b="0" u="none" strike="noStrike">
                          <a:solidFill>
                            <a:srgbClr val="000000"/>
                          </a:solidFill>
                          <a:effectLst/>
                          <a:uFillTx/>
                          <a:latin typeface="Arial"/>
                        </a:rPr>
                        <a:t> </a:t>
                      </a:r>
                      <a:r>
                        <a:rPr lang="en-AU" sz="1600" b="0" u="none" strike="noStrike">
                          <a:solidFill>
                            <a:srgbClr val="000000"/>
                          </a:solidFill>
                          <a:effectLst/>
                          <a:uFillTx/>
                          <a:latin typeface="Arial"/>
                        </a:rPr>
                        <a:t>Username-based authentication for the aux and cty lines is only supported in combination with AAA for some IOS releases.</a:t>
                      </a:r>
                      <a:endParaRPr lang="en-AU" sz="1600" b="0" u="none" strike="noStrike">
                        <a:solidFill>
                          <a:srgbClr val="000000"/>
                        </a:solidFill>
                        <a:effectLst/>
                        <a:uFillTx/>
                        <a:latin typeface="Arial"/>
                      </a:endParaRPr>
                    </a:p>
                    <a:p>
                      <a:pPr defTabSz="914400">
                        <a:lnSpc>
                          <a:spcPct val="100000"/>
                        </a:lnSpc>
                      </a:pPr>
                      <a:r>
                        <a:rPr lang="en-AU" sz="1600" b="0" u="none" strike="noStrike">
                          <a:solidFill>
                            <a:srgbClr val="000000"/>
                          </a:solidFill>
                          <a:effectLst/>
                          <a:uFillTx/>
                          <a:latin typeface="Arial"/>
                        </a:rPr>
                        <a:t>Type 8 and 9 enable secret only work on software release after 17.x.x</a:t>
                      </a:r>
                      <a:endParaRPr lang="en-AU" sz="1600" b="0" u="none" strike="noStrike">
                        <a:solidFill>
                          <a:srgbClr val="000000"/>
                        </a:solidFill>
                        <a:effectLst/>
                        <a:uFillTx/>
                        <a:latin typeface="Arial"/>
                      </a:endParaRPr>
                    </a:p>
                  </a:txBody>
                  <a:tcPr anchor="t" marL="36000" marR="36000" marT="36000" marB="36000">
                    <a:lnL w="10800">
                      <a:solidFill>
                        <a:srgbClr val="81ACA6"/>
                      </a:solidFill>
                      <a:prstDash val="solid"/>
                    </a:lnL>
                    <a:lnR w="10800">
                      <a:solidFill>
                        <a:srgbClr val="81ACA6"/>
                      </a:solidFill>
                      <a:prstDash val="solid"/>
                    </a:lnR>
                    <a:lnT w="10800">
                      <a:solidFill>
                        <a:srgbClr val="81ACA6"/>
                      </a:solidFill>
                      <a:prstDash val="solid"/>
                    </a:lnT>
                    <a:lnB w="10800">
                      <a:solidFill>
                        <a:srgbClr val="81ACA6"/>
                      </a:solidFill>
                      <a:prstDash val="solid"/>
                    </a:lnB>
                    <a:solidFill>
                      <a:srgbClr val="AFD095"/>
                    </a:solidFill>
                  </a:tcPr>
                </a:tc>
              </a:tr>
            </a:tbl>
          </a:graphicData>
        </a:graphic>
      </p:graphicFrame>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0" y="0"/>
            <a:ext cx="4326480" cy="2225520"/>
          </a:xfrm>
          <a:prstGeom prst="rect">
            <a:avLst/>
          </a:prstGeom>
          <a:solidFill>
            <a:schemeClr val="accent2"/>
          </a:solidFill>
          <a:ln w="0">
            <a:noFill/>
          </a:ln>
        </p:spPr>
        <p:txBody>
          <a:bodyPr lIns="91440" tIns="45720" rIns="91440" bIns="45720" anchor="ctr">
            <a:normAutofit fontScale="92500" lnSpcReduction="9999"/>
          </a:bodyPr>
          <a:p>
            <a:pPr indent="0" algn="ctr" defTabSz="914400">
              <a:lnSpc>
                <a:spcPct val="90000"/>
              </a:lnSpc>
              <a:buNone/>
              <a:tabLst>
                <a:tab pos="0" algn="l"/>
              </a:tabLst>
            </a:pPr>
            <a:r>
              <a:rPr lang="en-US" sz="4400" b="1" u="none" strike="noStrike">
                <a:solidFill>
                  <a:schemeClr val="lt1"/>
                </a:solidFill>
                <a:effectLst/>
                <a:uFillTx/>
                <a:latin typeface="Aptos Display"/>
              </a:rPr>
              <a:t>2. Terminal Lines and Password Protection</a:t>
            </a:r>
            <a:endParaRPr lang="en-US" sz="4400" b="0" u="none" strike="noStrike">
              <a:solidFill>
                <a:schemeClr val="dk1"/>
              </a:solidFill>
              <a:effectLst/>
              <a:uFillTx/>
              <a:latin typeface="Aptos Display"/>
            </a:endParaRPr>
          </a:p>
        </p:txBody>
      </p:sp>
      <p:sp>
        <p:nvSpPr>
          <p:cNvPr id="98" name="PlaceHolder 2"/>
          <p:cNvSpPr>
            <a:spLocks noGrp="1"/>
          </p:cNvSpPr>
          <p:nvPr>
            <p:ph/>
          </p:nvPr>
        </p:nvSpPr>
        <p:spPr>
          <a:xfrm>
            <a:off x="4500000" y="180000"/>
            <a:ext cx="7557840" cy="6235560"/>
          </a:xfrm>
          <a:prstGeom prst="rect">
            <a:avLst/>
          </a:prstGeom>
          <a:noFill/>
          <a:ln w="0">
            <a:noFill/>
          </a:ln>
        </p:spPr>
        <p:txBody>
          <a:bodyPr lIns="0" tIns="0" rIns="0" bIns="0" anchor="t">
            <a:spAutoFit/>
          </a:bodyPr>
          <a:p>
            <a:pPr marL="228600" indent="-228600" algn="l" defTabSz="914400">
              <a:lnSpc>
                <a:spcPct val="90000"/>
              </a:lnSpc>
              <a:spcBef>
                <a:spcPts val="1001"/>
              </a:spcBef>
              <a:buClr>
                <a:srgbClr val="000000"/>
              </a:buClr>
              <a:buSzPct val="60000"/>
              <a:buFont typeface="Symbol" charset="2"/>
              <a:buChar char=""/>
            </a:pPr>
            <a:r>
              <a:rPr lang="en-US" sz="2200" b="0" u="none" strike="noStrike">
                <a:solidFill>
                  <a:schemeClr val="dk1"/>
                </a:solidFill>
                <a:effectLst/>
                <a:uFillTx/>
                <a:latin typeface="Arial"/>
              </a:rPr>
              <a:t>Privilege levels and Role Based Access Control </a:t>
            </a:r>
            <a:r>
              <a:rPr lang="en-US" sz="2200" b="1" u="none" strike="noStrike">
                <a:solidFill>
                  <a:schemeClr val="dk1"/>
                </a:solidFill>
                <a:effectLst/>
                <a:uFillTx/>
                <a:latin typeface="Arial"/>
              </a:rPr>
              <a:t>(RBAC)</a:t>
            </a:r>
            <a:r>
              <a:rPr lang="en-US" sz="2200" b="0" u="none" strike="noStrike">
                <a:solidFill>
                  <a:schemeClr val="dk1"/>
                </a:solidFill>
                <a:effectLst/>
                <a:uFillTx/>
                <a:latin typeface="Arial"/>
              </a:rPr>
              <a:t>: Privilege levels define which commands are available to a user.</a:t>
            </a:r>
            <a:endParaRPr lang="en-US" sz="2200" b="0" u="none" strike="noStrike">
              <a:solidFill>
                <a:schemeClr val="dk1"/>
              </a:solidFill>
              <a:effectLst/>
              <a:uFillTx/>
              <a:latin typeface="Aptos"/>
            </a:endParaRPr>
          </a:p>
          <a:p>
            <a:pPr marL="228600" indent="-228600" algn="l" defTabSz="914400">
              <a:lnSpc>
                <a:spcPct val="90000"/>
              </a:lnSpc>
              <a:spcBef>
                <a:spcPts val="1001"/>
              </a:spcBef>
              <a:buClr>
                <a:srgbClr val="000000"/>
              </a:buClr>
              <a:buSzPct val="60000"/>
              <a:buFont typeface="Symbol" charset="2"/>
              <a:buChar char=""/>
            </a:pPr>
            <a:r>
              <a:rPr lang="en-US" sz="2200" b="0" u="none" strike="noStrike">
                <a:solidFill>
                  <a:schemeClr val="dk1"/>
                </a:solidFill>
                <a:effectLst/>
                <a:uFillTx/>
                <a:latin typeface="Arial"/>
              </a:rPr>
              <a:t>Cisco IOS CLI by default has 3 privilege levels:</a:t>
            </a:r>
            <a:endParaRPr lang="en-US" sz="2200" b="0" u="none" strike="noStrike">
              <a:solidFill>
                <a:schemeClr val="dk1"/>
              </a:solidFill>
              <a:effectLst/>
              <a:uFillTx/>
              <a:latin typeface="Aptos"/>
            </a:endParaRPr>
          </a:p>
          <a:p>
            <a:pPr marL="360000" indent="-228600" algn="l" defTabSz="914400">
              <a:lnSpc>
                <a:spcPct val="90000"/>
              </a:lnSpc>
              <a:spcBef>
                <a:spcPts val="1001"/>
              </a:spcBef>
              <a:buClr>
                <a:srgbClr val="000000"/>
              </a:buClr>
              <a:buFont typeface="Arial"/>
              <a:buChar char="•"/>
            </a:pPr>
            <a:r>
              <a:rPr lang="en-US" sz="2200" b="1" u="none" strike="noStrike">
                <a:solidFill>
                  <a:schemeClr val="dk1"/>
                </a:solidFill>
                <a:effectLst/>
                <a:uFillTx/>
                <a:latin typeface="Arial"/>
              </a:rPr>
              <a:t>Privilege level 0</a:t>
            </a:r>
            <a:r>
              <a:rPr lang="en-US" sz="2200" b="0" u="none" strike="noStrike">
                <a:solidFill>
                  <a:schemeClr val="dk1"/>
                </a:solidFill>
                <a:effectLst/>
                <a:uFillTx/>
                <a:latin typeface="Arial"/>
              </a:rPr>
              <a:t> :  Includes disable, enable, exit, help, and logout commands.</a:t>
            </a:r>
            <a:endParaRPr lang="en-US" sz="2200" b="0" u="none" strike="noStrike">
              <a:solidFill>
                <a:schemeClr val="dk1"/>
              </a:solidFill>
              <a:effectLst/>
              <a:uFillTx/>
              <a:latin typeface="Aptos"/>
            </a:endParaRPr>
          </a:p>
          <a:p>
            <a:pPr marL="360000" indent="-228600" algn="l" defTabSz="914400">
              <a:lnSpc>
                <a:spcPct val="90000"/>
              </a:lnSpc>
              <a:spcBef>
                <a:spcPts val="1001"/>
              </a:spcBef>
              <a:buClr>
                <a:srgbClr val="000000"/>
              </a:buClr>
              <a:buFont typeface="Arial"/>
              <a:buChar char="•"/>
            </a:pPr>
            <a:r>
              <a:rPr lang="en-US" sz="2200" b="1" u="none" strike="noStrike">
                <a:solidFill>
                  <a:schemeClr val="dk1"/>
                </a:solidFill>
                <a:effectLst/>
                <a:uFillTx/>
                <a:latin typeface="Arial"/>
              </a:rPr>
              <a:t>Privilege level 1</a:t>
            </a:r>
            <a:r>
              <a:rPr lang="en-US" sz="2200" b="0" u="none" strike="noStrike">
                <a:solidFill>
                  <a:schemeClr val="dk1"/>
                </a:solidFill>
                <a:effectLst/>
                <a:uFillTx/>
                <a:latin typeface="Arial"/>
              </a:rPr>
              <a:t> : Known as User EXEC mode. Available with (Router&gt;) sign and not possible to make configuration changes. </a:t>
            </a:r>
            <a:endParaRPr lang="en-US" sz="2200" b="0" u="none" strike="noStrike">
              <a:solidFill>
                <a:schemeClr val="dk1"/>
              </a:solidFill>
              <a:effectLst/>
              <a:uFillTx/>
              <a:latin typeface="Aptos"/>
            </a:endParaRPr>
          </a:p>
          <a:p>
            <a:pPr marL="360000" indent="-228600" algn="l" defTabSz="914400">
              <a:lnSpc>
                <a:spcPct val="90000"/>
              </a:lnSpc>
              <a:spcBef>
                <a:spcPts val="1001"/>
              </a:spcBef>
              <a:buClr>
                <a:srgbClr val="000000"/>
              </a:buClr>
              <a:buFont typeface="Arial"/>
              <a:buChar char="•"/>
            </a:pPr>
            <a:r>
              <a:rPr lang="en-US" sz="2200" b="1" u="none" strike="noStrike">
                <a:solidFill>
                  <a:schemeClr val="dk1"/>
                </a:solidFill>
                <a:effectLst/>
                <a:uFillTx/>
                <a:latin typeface="Arial"/>
              </a:rPr>
              <a:t>Privilege level 15</a:t>
            </a:r>
            <a:r>
              <a:rPr lang="en-US" sz="2200" b="0" u="none" strike="noStrike">
                <a:solidFill>
                  <a:schemeClr val="dk1"/>
                </a:solidFill>
                <a:effectLst/>
                <a:uFillTx/>
                <a:latin typeface="Arial"/>
              </a:rPr>
              <a:t> : Known as Privileged EXEC mode. Available with (Router#) sign and is highest privilege level. Configure terminal available from this level.</a:t>
            </a:r>
            <a:endParaRPr lang="en-US" sz="2200" b="0" u="none" strike="noStrike">
              <a:solidFill>
                <a:schemeClr val="dk1"/>
              </a:solidFill>
              <a:effectLst/>
              <a:uFillTx/>
              <a:latin typeface="Aptos"/>
            </a:endParaRPr>
          </a:p>
          <a:p>
            <a:pPr marL="360000" indent="-228600" algn="l" defTabSz="914400">
              <a:lnSpc>
                <a:spcPct val="90000"/>
              </a:lnSpc>
              <a:spcBef>
                <a:spcPts val="1001"/>
              </a:spcBef>
              <a:buClr>
                <a:srgbClr val="000000"/>
              </a:buClr>
              <a:buSzPct val="45000"/>
              <a:buFont typeface="Wingdings" charset="2"/>
              <a:buChar char=""/>
              <a:tabLst>
                <a:tab pos="0" algn="l"/>
              </a:tabLst>
            </a:pPr>
            <a:r>
              <a:rPr lang="en-US" sz="2200" b="0" u="none" strike="noStrike">
                <a:solidFill>
                  <a:schemeClr val="dk1"/>
                </a:solidFill>
                <a:effectLst/>
                <a:uFillTx/>
                <a:latin typeface="Arial"/>
              </a:rPr>
              <a:t>Command </a:t>
            </a:r>
            <a:r>
              <a:rPr lang="en-US" sz="2200" b="0" u="none" strike="noStrike">
                <a:solidFill>
                  <a:srgbClr val="BF0041"/>
                </a:solidFill>
                <a:effectLst/>
                <a:uFillTx/>
                <a:latin typeface="Arial"/>
              </a:rPr>
              <a:t>privilege</a:t>
            </a:r>
            <a:r>
              <a:rPr lang="en-US" sz="2200" b="0" u="none" strike="noStrike">
                <a:solidFill>
                  <a:schemeClr val="dk1"/>
                </a:solidFill>
                <a:effectLst/>
                <a:uFillTx/>
                <a:latin typeface="Arial"/>
              </a:rPr>
              <a:t> {</a:t>
            </a:r>
            <a:r>
              <a:rPr lang="en-US" sz="2200" b="0" u="none" strike="noStrike">
                <a:solidFill>
                  <a:srgbClr val="2A6099"/>
                </a:solidFill>
                <a:effectLst/>
                <a:uFillTx/>
                <a:latin typeface="Arial"/>
              </a:rPr>
              <a:t>mode</a:t>
            </a:r>
            <a:r>
              <a:rPr lang="en-US" sz="2200" b="0" u="none" strike="noStrike">
                <a:solidFill>
                  <a:schemeClr val="dk1"/>
                </a:solidFill>
                <a:effectLst/>
                <a:uFillTx/>
                <a:latin typeface="Arial"/>
              </a:rPr>
              <a:t>} </a:t>
            </a:r>
            <a:r>
              <a:rPr lang="en-US" sz="2200" b="0" u="none" strike="noStrike">
                <a:solidFill>
                  <a:srgbClr val="BF0041"/>
                </a:solidFill>
                <a:effectLst/>
                <a:uFillTx/>
                <a:latin typeface="Arial"/>
              </a:rPr>
              <a:t>level</a:t>
            </a:r>
            <a:r>
              <a:rPr lang="en-US" sz="2200" b="0" u="none" strike="noStrike">
                <a:solidFill>
                  <a:schemeClr val="dk1"/>
                </a:solidFill>
                <a:effectLst/>
                <a:uFillTx/>
                <a:latin typeface="Arial"/>
              </a:rPr>
              <a:t> {</a:t>
            </a:r>
            <a:r>
              <a:rPr lang="en-US" sz="2200" b="0" u="none" strike="noStrike">
                <a:solidFill>
                  <a:srgbClr val="2A6099"/>
                </a:solidFill>
                <a:effectLst/>
                <a:uFillTx/>
                <a:latin typeface="Arial"/>
              </a:rPr>
              <a:t>level</a:t>
            </a:r>
            <a:r>
              <a:rPr lang="en-US" sz="2200" b="0" u="none" strike="noStrike">
                <a:solidFill>
                  <a:schemeClr val="dk1"/>
                </a:solidFill>
                <a:effectLst/>
                <a:uFillTx/>
                <a:latin typeface="Arial"/>
              </a:rPr>
              <a:t>} {</a:t>
            </a:r>
            <a:r>
              <a:rPr lang="en-US" sz="2200" b="0" u="none" strike="noStrike">
                <a:solidFill>
                  <a:srgbClr val="2A6099"/>
                </a:solidFill>
                <a:effectLst/>
                <a:uFillTx/>
                <a:latin typeface="Arial"/>
              </a:rPr>
              <a:t>command string</a:t>
            </a:r>
            <a:r>
              <a:rPr lang="en-US" sz="2200" b="0" u="none" strike="noStrike">
                <a:solidFill>
                  <a:schemeClr val="dk1"/>
                </a:solidFill>
                <a:effectLst/>
                <a:uFillTx/>
                <a:latin typeface="Arial"/>
              </a:rPr>
              <a:t>} can be used to set additional privilege levels  from 2 to 14.</a:t>
            </a:r>
            <a:endParaRPr lang="en-US" sz="2200" b="0" u="none" strike="noStrike">
              <a:solidFill>
                <a:schemeClr val="dk1"/>
              </a:solidFill>
              <a:effectLst/>
              <a:uFillTx/>
              <a:latin typeface="Aptos"/>
            </a:endParaRPr>
          </a:p>
          <a:p>
            <a:pPr marL="360000" indent="-228600" algn="l" defTabSz="914400">
              <a:lnSpc>
                <a:spcPct val="90000"/>
              </a:lnSpc>
              <a:spcBef>
                <a:spcPts val="1001"/>
              </a:spcBef>
              <a:buClr>
                <a:srgbClr val="000000"/>
              </a:buClr>
              <a:buSzPct val="45000"/>
              <a:buFont typeface="Wingdings" charset="2"/>
              <a:buChar char=""/>
              <a:tabLst>
                <a:tab pos="0" algn="l"/>
              </a:tabLst>
            </a:pPr>
            <a:r>
              <a:rPr lang="en-US" sz="2200" b="0" u="none" strike="noStrike">
                <a:solidFill>
                  <a:schemeClr val="dk1"/>
                </a:solidFill>
                <a:effectLst/>
                <a:uFillTx/>
                <a:latin typeface="Arial"/>
              </a:rPr>
              <a:t>Use case: Allow only group of users to access certain interface configuration commands only but not other commands can be set.</a:t>
            </a:r>
            <a:endParaRPr lang="en-US" sz="2200" b="0" u="none" strike="noStrike">
              <a:solidFill>
                <a:schemeClr val="dk1"/>
              </a:solidFill>
              <a:effectLst/>
              <a:uFillTx/>
              <a:latin typeface="Aptos"/>
            </a:endParaRPr>
          </a:p>
        </p:txBody>
      </p:sp>
      <p:sp>
        <p:nvSpPr>
          <p:cNvPr id="99" name="Rectangle 98"/>
          <p:cNvSpPr/>
          <p:nvPr/>
        </p:nvSpPr>
        <p:spPr>
          <a:xfrm>
            <a:off x="189360" y="5442480"/>
            <a:ext cx="4317840" cy="89784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00" name="Rectangle 99"/>
          <p:cNvSpPr/>
          <p:nvPr/>
        </p:nvSpPr>
        <p:spPr>
          <a:xfrm>
            <a:off x="180000" y="2268000"/>
            <a:ext cx="4138200" cy="41839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1800" b="1" u="none" strike="noStrike">
                <a:solidFill>
                  <a:srgbClr val="000000"/>
                </a:solidFill>
                <a:effectLst/>
                <a:uFillTx/>
                <a:latin typeface="Arial"/>
              </a:rPr>
              <a:t>Verify current privilege level with:</a:t>
            </a:r>
            <a:endParaRPr lang="en-AU" sz="1800" b="0" u="none" strike="noStrike">
              <a:solidFill>
                <a:srgbClr val="000000"/>
              </a:solidFill>
              <a:effectLst/>
              <a:uFillTx/>
              <a:latin typeface="Arial"/>
            </a:endParaRPr>
          </a:p>
          <a:p>
            <a:pPr marL="360000" defTabSz="914400">
              <a:lnSpc>
                <a:spcPct val="100000"/>
              </a:lnSpc>
            </a:pPr>
            <a:r>
              <a:rPr lang="en-AU" sz="1800" b="0" u="none" strike="noStrike">
                <a:solidFill>
                  <a:srgbClr val="BF0041"/>
                </a:solidFill>
                <a:effectLst/>
                <a:uFillTx/>
                <a:latin typeface="Arial"/>
              </a:rPr>
              <a:t>Show privilege</a:t>
            </a:r>
            <a:endParaRPr lang="en-AU" sz="1800" b="0" u="none" strike="noStrike">
              <a:solidFill>
                <a:srgbClr val="000000"/>
              </a:solidFill>
              <a:effectLst/>
              <a:uFillTx/>
              <a:latin typeface="Arial"/>
            </a:endParaRPr>
          </a:p>
          <a:p>
            <a:pPr defTabSz="914400">
              <a:lnSpc>
                <a:spcPct val="100000"/>
              </a:lnSpc>
            </a:pPr>
            <a:r>
              <a:rPr lang="en-AU" sz="1800" b="1" u="none" strike="noStrike">
                <a:solidFill>
                  <a:srgbClr val="000000"/>
                </a:solidFill>
                <a:effectLst/>
                <a:uFillTx/>
                <a:latin typeface="Arial"/>
              </a:rPr>
              <a:t>Set user noc to only configure interfaces:</a:t>
            </a:r>
            <a:endParaRPr lang="en-AU" sz="1800" b="0" u="none" strike="noStrike">
              <a:solidFill>
                <a:srgbClr val="000000"/>
              </a:solidFill>
              <a:effectLst/>
              <a:uFillTx/>
              <a:latin typeface="Arial"/>
            </a:endParaRPr>
          </a:p>
          <a:p>
            <a:pPr defTabSz="914400">
              <a:lnSpc>
                <a:spcPct val="100000"/>
              </a:lnSpc>
            </a:pPr>
            <a:r>
              <a:rPr lang="en-AU" sz="1800" b="0" u="none" strike="noStrike">
                <a:solidFill>
                  <a:srgbClr val="000000"/>
                </a:solidFill>
                <a:effectLst/>
                <a:uFillTx/>
                <a:latin typeface="Arial"/>
              </a:rPr>
              <a:t>R1(config)# </a:t>
            </a:r>
            <a:r>
              <a:rPr lang="en-AU" sz="1800" b="0" u="none" strike="noStrike">
                <a:solidFill>
                  <a:srgbClr val="BF0041"/>
                </a:solidFill>
                <a:effectLst/>
                <a:uFillTx/>
                <a:latin typeface="Arial"/>
              </a:rPr>
              <a:t>username</a:t>
            </a:r>
            <a:r>
              <a:rPr lang="en-AU" sz="1800" b="0" u="none" strike="noStrike">
                <a:solidFill>
                  <a:srgbClr val="000000"/>
                </a:solidFill>
                <a:effectLst/>
                <a:uFillTx/>
                <a:latin typeface="Arial"/>
              </a:rPr>
              <a:t> </a:t>
            </a:r>
            <a:r>
              <a:rPr lang="en-AU" sz="1800" b="0" u="none" strike="noStrike">
                <a:solidFill>
                  <a:srgbClr val="2A6099"/>
                </a:solidFill>
                <a:effectLst/>
                <a:uFillTx/>
                <a:latin typeface="Arial"/>
              </a:rPr>
              <a:t>noc</a:t>
            </a:r>
            <a:r>
              <a:rPr lang="en-AU" sz="1800" b="0" u="none" strike="noStrike">
                <a:solidFill>
                  <a:srgbClr val="000000"/>
                </a:solidFill>
                <a:effectLst/>
                <a:uFillTx/>
                <a:latin typeface="Arial"/>
              </a:rPr>
              <a:t> </a:t>
            </a:r>
            <a:r>
              <a:rPr lang="en-AU" sz="1800" b="0" u="none" strike="noStrike">
                <a:solidFill>
                  <a:srgbClr val="BF0041"/>
                </a:solidFill>
                <a:effectLst/>
                <a:uFillTx/>
                <a:latin typeface="Arial"/>
              </a:rPr>
              <a:t>privilege</a:t>
            </a:r>
            <a:r>
              <a:rPr lang="en-AU" sz="1800" b="0" u="none" strike="noStrike">
                <a:solidFill>
                  <a:srgbClr val="000000"/>
                </a:solidFill>
                <a:effectLst/>
                <a:uFillTx/>
                <a:latin typeface="Arial"/>
              </a:rPr>
              <a:t> </a:t>
            </a:r>
            <a:r>
              <a:rPr lang="en-AU" sz="1800" b="0" u="none" strike="noStrike">
                <a:solidFill>
                  <a:srgbClr val="2A6099"/>
                </a:solidFill>
                <a:effectLst/>
                <a:uFillTx/>
                <a:latin typeface="Arial"/>
              </a:rPr>
              <a:t>5</a:t>
            </a:r>
            <a:r>
              <a:rPr lang="en-AU" sz="1800" b="0" u="none" strike="noStrike">
                <a:solidFill>
                  <a:srgbClr val="000000"/>
                </a:solidFill>
                <a:effectLst/>
                <a:uFillTx/>
                <a:latin typeface="Arial"/>
              </a:rPr>
              <a:t> </a:t>
            </a:r>
            <a:r>
              <a:rPr lang="en-AU" sz="1800" b="0" u="none" strike="noStrike">
                <a:solidFill>
                  <a:srgbClr val="BF0041"/>
                </a:solidFill>
                <a:effectLst/>
                <a:uFillTx/>
                <a:latin typeface="Arial"/>
              </a:rPr>
              <a:t>algorithm-type</a:t>
            </a:r>
            <a:r>
              <a:rPr lang="en-AU" sz="1800" b="0" u="none" strike="noStrike">
                <a:solidFill>
                  <a:srgbClr val="000000"/>
                </a:solidFill>
                <a:effectLst/>
                <a:uFillTx/>
                <a:latin typeface="Arial"/>
              </a:rPr>
              <a:t> </a:t>
            </a:r>
            <a:r>
              <a:rPr lang="en-AU" sz="1800" b="0" u="none" strike="noStrike">
                <a:solidFill>
                  <a:srgbClr val="BF0041"/>
                </a:solidFill>
                <a:effectLst/>
                <a:uFillTx/>
                <a:latin typeface="Arial"/>
              </a:rPr>
              <a:t>sha256</a:t>
            </a:r>
            <a:r>
              <a:rPr lang="en-AU" sz="1800" b="0" u="none" strike="noStrike">
                <a:solidFill>
                  <a:srgbClr val="000000"/>
                </a:solidFill>
                <a:effectLst/>
                <a:uFillTx/>
                <a:latin typeface="Arial"/>
              </a:rPr>
              <a:t> </a:t>
            </a:r>
            <a:r>
              <a:rPr lang="en-AU" sz="1800" b="0" u="none" strike="noStrike">
                <a:solidFill>
                  <a:srgbClr val="BF0041"/>
                </a:solidFill>
                <a:effectLst/>
                <a:uFillTx/>
                <a:latin typeface="Arial"/>
              </a:rPr>
              <a:t>secret</a:t>
            </a:r>
            <a:r>
              <a:rPr lang="en-AU" sz="1800" b="0" u="none" strike="noStrike">
                <a:solidFill>
                  <a:srgbClr val="000000"/>
                </a:solidFill>
                <a:effectLst/>
                <a:uFillTx/>
                <a:latin typeface="Arial"/>
              </a:rPr>
              <a:t> </a:t>
            </a:r>
            <a:r>
              <a:rPr lang="en-AU" sz="1800" b="0" u="none" strike="noStrike">
                <a:solidFill>
                  <a:srgbClr val="2A6099"/>
                </a:solidFill>
                <a:effectLst/>
                <a:uFillTx/>
                <a:latin typeface="Arial"/>
              </a:rPr>
              <a:t>c1sc0</a:t>
            </a:r>
            <a:endParaRPr lang="en-AU" sz="1800" b="0" u="none" strike="noStrike">
              <a:solidFill>
                <a:srgbClr val="000000"/>
              </a:solidFill>
              <a:effectLst/>
              <a:uFillTx/>
              <a:latin typeface="Arial"/>
            </a:endParaRPr>
          </a:p>
          <a:p>
            <a:pPr defTabSz="914400">
              <a:lnSpc>
                <a:spcPct val="100000"/>
              </a:lnSpc>
            </a:pPr>
            <a:r>
              <a:rPr lang="en-AU" sz="1800" b="0" u="none" strike="noStrike">
                <a:solidFill>
                  <a:srgbClr val="000000"/>
                </a:solidFill>
                <a:effectLst/>
                <a:uFillTx/>
                <a:latin typeface="Arial"/>
              </a:rPr>
              <a:t>R1(config)# </a:t>
            </a:r>
            <a:r>
              <a:rPr lang="en-AU" sz="1800" b="0" u="none" strike="noStrike">
                <a:solidFill>
                  <a:srgbClr val="BF0041"/>
                </a:solidFill>
                <a:effectLst/>
                <a:uFillTx/>
                <a:latin typeface="Arial"/>
              </a:rPr>
              <a:t>privilege</a:t>
            </a:r>
            <a:r>
              <a:rPr lang="en-AU" sz="1800" b="0" u="none" strike="noStrike">
                <a:solidFill>
                  <a:srgbClr val="000000"/>
                </a:solidFill>
                <a:effectLst/>
                <a:uFillTx/>
                <a:latin typeface="Arial"/>
              </a:rPr>
              <a:t> </a:t>
            </a:r>
            <a:r>
              <a:rPr lang="en-AU" sz="1800" b="0" u="none" strike="noStrike">
                <a:solidFill>
                  <a:srgbClr val="BF0041"/>
                </a:solidFill>
                <a:effectLst/>
                <a:uFillTx/>
                <a:latin typeface="Arial"/>
              </a:rPr>
              <a:t>exec</a:t>
            </a:r>
            <a:r>
              <a:rPr lang="en-AU" sz="1800" b="0" u="none" strike="noStrike">
                <a:solidFill>
                  <a:srgbClr val="000000"/>
                </a:solidFill>
                <a:effectLst/>
                <a:uFillTx/>
                <a:latin typeface="Arial"/>
              </a:rPr>
              <a:t> </a:t>
            </a:r>
            <a:r>
              <a:rPr lang="en-AU" sz="1800" b="0" u="none" strike="noStrike">
                <a:solidFill>
                  <a:srgbClr val="BF0041"/>
                </a:solidFill>
                <a:effectLst/>
                <a:uFillTx/>
                <a:latin typeface="Arial"/>
              </a:rPr>
              <a:t>level</a:t>
            </a:r>
            <a:r>
              <a:rPr lang="en-AU" sz="1800" b="0" u="none" strike="noStrike">
                <a:solidFill>
                  <a:srgbClr val="000000"/>
                </a:solidFill>
                <a:effectLst/>
                <a:uFillTx/>
                <a:latin typeface="Arial"/>
              </a:rPr>
              <a:t> </a:t>
            </a:r>
            <a:r>
              <a:rPr lang="en-AU" sz="1800" b="0" u="none" strike="noStrike">
                <a:solidFill>
                  <a:srgbClr val="2A6099"/>
                </a:solidFill>
                <a:effectLst/>
                <a:uFillTx/>
                <a:latin typeface="Arial"/>
              </a:rPr>
              <a:t>5</a:t>
            </a:r>
            <a:r>
              <a:rPr lang="en-AU" sz="1800" b="0" u="none" strike="noStrike">
                <a:solidFill>
                  <a:srgbClr val="000000"/>
                </a:solidFill>
                <a:effectLst/>
                <a:uFillTx/>
                <a:latin typeface="Arial"/>
              </a:rPr>
              <a:t> </a:t>
            </a:r>
            <a:r>
              <a:rPr lang="en-AU" sz="1800" b="0" u="none" strike="noStrike">
                <a:solidFill>
                  <a:srgbClr val="2A6099"/>
                </a:solidFill>
                <a:effectLst/>
                <a:uFillTx/>
                <a:latin typeface="Arial"/>
              </a:rPr>
              <a:t>configure terminal</a:t>
            </a:r>
            <a:endParaRPr lang="en-AU" sz="1800" b="0" u="none" strike="noStrike">
              <a:solidFill>
                <a:srgbClr val="000000"/>
              </a:solidFill>
              <a:effectLst/>
              <a:uFillTx/>
              <a:latin typeface="Arial"/>
            </a:endParaRPr>
          </a:p>
          <a:p>
            <a:pPr defTabSz="914400">
              <a:lnSpc>
                <a:spcPct val="100000"/>
              </a:lnSpc>
            </a:pPr>
            <a:r>
              <a:rPr lang="en-AU" sz="1800" b="0" u="none" strike="noStrike">
                <a:solidFill>
                  <a:srgbClr val="000000"/>
                </a:solidFill>
                <a:effectLst/>
                <a:uFillTx/>
                <a:latin typeface="Arial"/>
              </a:rPr>
              <a:t>R1(config)# </a:t>
            </a:r>
            <a:r>
              <a:rPr lang="en-AU" sz="1800" b="0" u="none" strike="noStrike">
                <a:solidFill>
                  <a:srgbClr val="BF0041"/>
                </a:solidFill>
                <a:effectLst/>
                <a:uFillTx/>
                <a:latin typeface="Arial"/>
              </a:rPr>
              <a:t>privilege configure</a:t>
            </a:r>
            <a:r>
              <a:rPr lang="en-AU" sz="1800" b="0" u="none" strike="noStrike">
                <a:solidFill>
                  <a:srgbClr val="000000"/>
                </a:solidFill>
                <a:effectLst/>
                <a:uFillTx/>
                <a:latin typeface="Arial"/>
              </a:rPr>
              <a:t> </a:t>
            </a:r>
            <a:r>
              <a:rPr lang="en-AU" sz="1800" b="0" u="none" strike="noStrike">
                <a:solidFill>
                  <a:srgbClr val="BF0041"/>
                </a:solidFill>
                <a:effectLst/>
                <a:uFillTx/>
                <a:latin typeface="Arial"/>
              </a:rPr>
              <a:t>level</a:t>
            </a:r>
            <a:r>
              <a:rPr lang="en-AU" sz="1800" b="0" u="none" strike="noStrike">
                <a:solidFill>
                  <a:srgbClr val="000000"/>
                </a:solidFill>
                <a:effectLst/>
                <a:uFillTx/>
                <a:latin typeface="Arial"/>
              </a:rPr>
              <a:t> </a:t>
            </a:r>
            <a:r>
              <a:rPr lang="en-AU" sz="1800" b="0" u="none" strike="noStrike">
                <a:solidFill>
                  <a:srgbClr val="2A6099"/>
                </a:solidFill>
                <a:effectLst/>
                <a:uFillTx/>
                <a:latin typeface="Arial"/>
              </a:rPr>
              <a:t>5 interface</a:t>
            </a:r>
            <a:endParaRPr lang="en-AU" sz="1800" b="0" u="none" strike="noStrike">
              <a:solidFill>
                <a:srgbClr val="000000"/>
              </a:solidFill>
              <a:effectLst/>
              <a:uFillTx/>
              <a:latin typeface="Arial"/>
            </a:endParaRPr>
          </a:p>
          <a:p>
            <a:pPr defTabSz="914400">
              <a:lnSpc>
                <a:spcPct val="100000"/>
              </a:lnSpc>
            </a:pPr>
            <a:r>
              <a:rPr lang="en-AU" sz="1800" b="0" u="none" strike="noStrike">
                <a:solidFill>
                  <a:srgbClr val="000000"/>
                </a:solidFill>
                <a:effectLst/>
                <a:uFillTx/>
                <a:latin typeface="Arial"/>
              </a:rPr>
              <a:t>R1(config)# </a:t>
            </a:r>
            <a:r>
              <a:rPr lang="en-AU" sz="1800" b="0" u="none" strike="noStrike">
                <a:solidFill>
                  <a:srgbClr val="BF0041"/>
                </a:solidFill>
                <a:effectLst/>
                <a:uFillTx/>
                <a:latin typeface="Arial"/>
              </a:rPr>
              <a:t>privilege interface level</a:t>
            </a:r>
            <a:r>
              <a:rPr lang="en-AU" sz="1800" b="0" u="none" strike="noStrike">
                <a:solidFill>
                  <a:srgbClr val="000000"/>
                </a:solidFill>
                <a:effectLst/>
                <a:uFillTx/>
                <a:latin typeface="Arial"/>
              </a:rPr>
              <a:t> </a:t>
            </a:r>
            <a:r>
              <a:rPr lang="en-AU" sz="1800" b="0" u="none" strike="noStrike">
                <a:solidFill>
                  <a:srgbClr val="2A6099"/>
                </a:solidFill>
                <a:effectLst/>
                <a:uFillTx/>
                <a:latin typeface="Arial"/>
              </a:rPr>
              <a:t>5 shutdown</a:t>
            </a:r>
            <a:endParaRPr lang="en-AU" sz="1800" b="0" u="none" strike="noStrike">
              <a:solidFill>
                <a:srgbClr val="000000"/>
              </a:solidFill>
              <a:effectLst/>
              <a:uFillTx/>
              <a:latin typeface="Arial"/>
            </a:endParaRPr>
          </a:p>
          <a:p>
            <a:pPr defTabSz="914400">
              <a:lnSpc>
                <a:spcPct val="100000"/>
              </a:lnSpc>
            </a:pPr>
            <a:r>
              <a:rPr lang="en-AU" sz="1800" b="0" u="none" strike="noStrike">
                <a:solidFill>
                  <a:srgbClr val="000000"/>
                </a:solidFill>
                <a:effectLst/>
                <a:uFillTx/>
                <a:latin typeface="Arial"/>
              </a:rPr>
              <a:t>R1(config)# </a:t>
            </a:r>
            <a:r>
              <a:rPr lang="en-AU" sz="1800" b="0" u="none" strike="noStrike">
                <a:solidFill>
                  <a:srgbClr val="BF0041"/>
                </a:solidFill>
                <a:effectLst/>
                <a:uFillTx/>
                <a:latin typeface="Arial"/>
              </a:rPr>
              <a:t>privilege interface level</a:t>
            </a:r>
            <a:r>
              <a:rPr lang="en-AU" sz="1800" b="0" u="none" strike="noStrike">
                <a:solidFill>
                  <a:srgbClr val="000000"/>
                </a:solidFill>
                <a:effectLst/>
                <a:uFillTx/>
                <a:latin typeface="Arial"/>
              </a:rPr>
              <a:t> </a:t>
            </a:r>
            <a:r>
              <a:rPr lang="en-AU" sz="1800" b="0" u="none" strike="noStrike">
                <a:solidFill>
                  <a:srgbClr val="2A6099"/>
                </a:solidFill>
                <a:effectLst/>
                <a:uFillTx/>
                <a:latin typeface="Arial"/>
              </a:rPr>
              <a:t>5 no shutdown</a:t>
            </a:r>
            <a:endParaRPr lang="en-AU" sz="1800" b="0" u="none" strike="noStrike">
              <a:solidFill>
                <a:srgbClr val="000000"/>
              </a:solidFill>
              <a:effectLst/>
              <a:uFillTx/>
              <a:latin typeface="Arial"/>
            </a:endParaRPr>
          </a:p>
          <a:p>
            <a:pPr defTabSz="914400">
              <a:lnSpc>
                <a:spcPct val="100000"/>
              </a:lnSpc>
            </a:pPr>
            <a:r>
              <a:rPr lang="en-AU" sz="1800" b="0" u="none" strike="noStrike">
                <a:solidFill>
                  <a:srgbClr val="000000"/>
                </a:solidFill>
                <a:effectLst/>
                <a:uFillTx/>
                <a:latin typeface="Arial"/>
              </a:rPr>
              <a:t>R1(config)# </a:t>
            </a:r>
            <a:r>
              <a:rPr lang="en-AU" sz="1800" b="0" u="none" strike="noStrike">
                <a:solidFill>
                  <a:srgbClr val="BF0041"/>
                </a:solidFill>
                <a:effectLst/>
                <a:uFillTx/>
                <a:latin typeface="Arial"/>
              </a:rPr>
              <a:t>privilege interface level</a:t>
            </a:r>
            <a:r>
              <a:rPr lang="en-AU" sz="1800" b="0" u="none" strike="noStrike">
                <a:solidFill>
                  <a:srgbClr val="000000"/>
                </a:solidFill>
                <a:effectLst/>
                <a:uFillTx/>
                <a:latin typeface="Arial"/>
              </a:rPr>
              <a:t> </a:t>
            </a:r>
            <a:r>
              <a:rPr lang="en-AU" sz="1800" b="0" u="none" strike="noStrike">
                <a:solidFill>
                  <a:srgbClr val="2A6099"/>
                </a:solidFill>
                <a:effectLst/>
                <a:uFillTx/>
                <a:latin typeface="Arial"/>
              </a:rPr>
              <a:t>5 ip address</a:t>
            </a: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0" y="0"/>
            <a:ext cx="4326480" cy="2225520"/>
          </a:xfrm>
          <a:prstGeom prst="rect">
            <a:avLst/>
          </a:prstGeom>
          <a:solidFill>
            <a:schemeClr val="accent2"/>
          </a:solidFill>
          <a:ln w="0">
            <a:noFill/>
          </a:ln>
        </p:spPr>
        <p:txBody>
          <a:bodyPr lIns="91440" tIns="45720" rIns="91440" bIns="45720" anchor="ctr">
            <a:normAutofit fontScale="92500" lnSpcReduction="9999"/>
          </a:bodyPr>
          <a:p>
            <a:pPr indent="0" algn="ctr" defTabSz="914400">
              <a:lnSpc>
                <a:spcPct val="90000"/>
              </a:lnSpc>
              <a:buNone/>
              <a:tabLst>
                <a:tab pos="0" algn="l"/>
              </a:tabLst>
            </a:pPr>
            <a:r>
              <a:rPr lang="en-US" sz="4400" b="1" u="none" strike="noStrike">
                <a:solidFill>
                  <a:schemeClr val="lt1"/>
                </a:solidFill>
                <a:effectLst/>
                <a:uFillTx/>
                <a:latin typeface="Aptos Display"/>
              </a:rPr>
              <a:t>2. Terminal Lines and Password Protection</a:t>
            </a:r>
            <a:endParaRPr lang="en-US" sz="4400" b="0" u="none" strike="noStrike">
              <a:solidFill>
                <a:schemeClr val="dk1"/>
              </a:solidFill>
              <a:effectLst/>
              <a:uFillTx/>
              <a:latin typeface="Aptos Display"/>
            </a:endParaRPr>
          </a:p>
        </p:txBody>
      </p:sp>
      <p:sp>
        <p:nvSpPr>
          <p:cNvPr id="102" name="PlaceHolder 2"/>
          <p:cNvSpPr>
            <a:spLocks noGrp="1"/>
          </p:cNvSpPr>
          <p:nvPr>
            <p:ph/>
          </p:nvPr>
        </p:nvSpPr>
        <p:spPr>
          <a:xfrm>
            <a:off x="4500000" y="497160"/>
            <a:ext cx="7557840" cy="4812840"/>
          </a:xfrm>
          <a:prstGeom prst="rect">
            <a:avLst/>
          </a:prstGeom>
          <a:noFill/>
          <a:ln w="0">
            <a:noFill/>
          </a:ln>
        </p:spPr>
        <p:txBody>
          <a:bodyPr lIns="0" tIns="0" rIns="0" bIns="0" anchor="t">
            <a:spAutoFit/>
          </a:bodyPr>
          <a:p>
            <a:pPr marL="228600" indent="-228600" algn="l" defTabSz="914400">
              <a:lnSpc>
                <a:spcPct val="90000"/>
              </a:lnSpc>
              <a:spcBef>
                <a:spcPts val="1001"/>
              </a:spcBef>
              <a:buClr>
                <a:srgbClr val="000000"/>
              </a:buClr>
              <a:buSzPct val="60000"/>
              <a:buFont typeface="Symbol" charset="2"/>
              <a:buChar char=""/>
            </a:pPr>
            <a:r>
              <a:rPr lang="en-US" sz="2400" b="0" u="none" strike="noStrike">
                <a:solidFill>
                  <a:schemeClr val="dk1"/>
                </a:solidFill>
                <a:effectLst/>
                <a:uFillTx/>
                <a:latin typeface="Arial"/>
              </a:rPr>
              <a:t>Access to vty lines can further be controlled with applying ACLs.</a:t>
            </a:r>
            <a:endParaRPr lang="en-US" sz="2400" b="0" u="none" strike="noStrike">
              <a:solidFill>
                <a:schemeClr val="dk1"/>
              </a:solidFill>
              <a:effectLst/>
              <a:uFillTx/>
              <a:latin typeface="Aptos"/>
            </a:endParaRPr>
          </a:p>
          <a:p>
            <a:pPr marL="228600" indent="-228600" algn="l" defTabSz="914400">
              <a:lnSpc>
                <a:spcPct val="90000"/>
              </a:lnSpc>
              <a:spcBef>
                <a:spcPts val="1001"/>
              </a:spcBef>
              <a:buClr>
                <a:srgbClr val="000000"/>
              </a:buClr>
              <a:buSzPct val="60000"/>
              <a:buFont typeface="Symbol" charset="2"/>
              <a:buChar char=""/>
            </a:pPr>
            <a:r>
              <a:rPr lang="en-US" sz="2400" b="0" u="none" strike="noStrike">
                <a:solidFill>
                  <a:schemeClr val="dk1"/>
                </a:solidFill>
                <a:effectLst/>
                <a:uFillTx/>
                <a:latin typeface="Arial"/>
              </a:rPr>
              <a:t>Applying standard or extended ACLs on device lines is recommended as it is close to destination.</a:t>
            </a:r>
            <a:endParaRPr lang="en-US" sz="2400" b="0" u="none" strike="noStrike">
              <a:solidFill>
                <a:schemeClr val="dk1"/>
              </a:solidFill>
              <a:effectLst/>
              <a:uFillTx/>
              <a:latin typeface="Aptos"/>
            </a:endParaRPr>
          </a:p>
          <a:p>
            <a:pPr marL="228600" indent="-228600" algn="l" defTabSz="914400">
              <a:lnSpc>
                <a:spcPct val="90000"/>
              </a:lnSpc>
              <a:spcBef>
                <a:spcPts val="1001"/>
              </a:spcBef>
              <a:buClr>
                <a:srgbClr val="000000"/>
              </a:buClr>
              <a:buSzPct val="60000"/>
              <a:buFont typeface="Symbol" charset="2"/>
              <a:buChar char=""/>
            </a:pPr>
            <a:r>
              <a:rPr lang="en-US" sz="2400" b="0" u="none" strike="noStrike">
                <a:solidFill>
                  <a:schemeClr val="dk1"/>
                </a:solidFill>
                <a:effectLst/>
                <a:uFillTx/>
                <a:latin typeface="Arial"/>
              </a:rPr>
              <a:t>Command to apply ACLs use access-class instead of access group.</a:t>
            </a:r>
            <a:endParaRPr lang="en-US" sz="2400" b="0" u="none" strike="noStrike">
              <a:solidFill>
                <a:schemeClr val="dk1"/>
              </a:solidFill>
              <a:effectLst/>
              <a:uFillTx/>
              <a:latin typeface="Aptos"/>
            </a:endParaRPr>
          </a:p>
          <a:p>
            <a:pPr marL="720000" indent="0" algn="l" defTabSz="914400">
              <a:lnSpc>
                <a:spcPct val="90000"/>
              </a:lnSpc>
              <a:spcBef>
                <a:spcPts val="1001"/>
              </a:spcBef>
              <a:buNone/>
              <a:tabLst>
                <a:tab pos="0" algn="l"/>
              </a:tabLst>
            </a:pPr>
            <a:r>
              <a:rPr lang="en-US" sz="2400" b="0" u="none" strike="noStrike">
                <a:solidFill>
                  <a:srgbClr val="BF0041"/>
                </a:solidFill>
                <a:effectLst/>
                <a:uFillTx/>
                <a:latin typeface="Arial"/>
              </a:rPr>
              <a:t>access-class</a:t>
            </a:r>
            <a:r>
              <a:rPr lang="en-US" sz="2400" b="0" u="none" strike="noStrike">
                <a:solidFill>
                  <a:schemeClr val="dk1"/>
                </a:solidFill>
                <a:effectLst/>
                <a:uFillTx/>
                <a:latin typeface="Arial"/>
              </a:rPr>
              <a:t> </a:t>
            </a:r>
            <a:r>
              <a:rPr lang="en-US" sz="2400" b="0" u="none" strike="noStrike">
                <a:solidFill>
                  <a:srgbClr val="00A933"/>
                </a:solidFill>
                <a:effectLst/>
                <a:uFillTx/>
                <a:latin typeface="Arial"/>
              </a:rPr>
              <a:t>{</a:t>
            </a:r>
            <a:r>
              <a:rPr lang="en-US" sz="2400" b="0" u="none" strike="noStrike">
                <a:solidFill>
                  <a:srgbClr val="2A6099"/>
                </a:solidFill>
                <a:effectLst/>
                <a:uFillTx/>
                <a:latin typeface="Arial"/>
              </a:rPr>
              <a:t>access-list-number</a:t>
            </a:r>
            <a:r>
              <a:rPr lang="en-US" sz="2400" b="0" u="none" strike="noStrike">
                <a:solidFill>
                  <a:srgbClr val="00A933"/>
                </a:solidFill>
                <a:effectLst/>
                <a:uFillTx/>
                <a:latin typeface="Arial"/>
              </a:rPr>
              <a:t>|</a:t>
            </a:r>
            <a:r>
              <a:rPr lang="en-US" sz="2400" b="0" u="none" strike="noStrike">
                <a:solidFill>
                  <a:srgbClr val="2A6099"/>
                </a:solidFill>
                <a:effectLst/>
                <a:uFillTx/>
                <a:latin typeface="Arial"/>
              </a:rPr>
              <a:t>access-list-name</a:t>
            </a:r>
            <a:r>
              <a:rPr lang="en-US" sz="2400" b="0" u="none" strike="noStrike">
                <a:solidFill>
                  <a:srgbClr val="00A933"/>
                </a:solidFill>
                <a:effectLst/>
                <a:uFillTx/>
                <a:latin typeface="Arial"/>
              </a:rPr>
              <a:t>}</a:t>
            </a:r>
            <a:r>
              <a:rPr lang="en-US" sz="2400" b="0" u="none" strike="noStrike">
                <a:solidFill>
                  <a:schemeClr val="dk1"/>
                </a:solidFill>
                <a:effectLst/>
                <a:uFillTx/>
                <a:latin typeface="Arial"/>
              </a:rPr>
              <a:t> </a:t>
            </a:r>
            <a:r>
              <a:rPr lang="en-US" sz="2400" b="0" u="none" strike="noStrike">
                <a:solidFill>
                  <a:srgbClr val="00A933"/>
                </a:solidFill>
                <a:effectLst/>
                <a:uFillTx/>
                <a:latin typeface="Arial"/>
              </a:rPr>
              <a:t>{</a:t>
            </a:r>
            <a:r>
              <a:rPr lang="en-US" sz="2400" b="0" u="none" strike="noStrike">
                <a:solidFill>
                  <a:srgbClr val="BF0041"/>
                </a:solidFill>
                <a:effectLst/>
                <a:uFillTx/>
                <a:latin typeface="Arial"/>
              </a:rPr>
              <a:t>in</a:t>
            </a:r>
            <a:r>
              <a:rPr lang="en-US" sz="2400" b="0" u="none" strike="noStrike">
                <a:solidFill>
                  <a:srgbClr val="00A933"/>
                </a:solidFill>
                <a:effectLst/>
                <a:uFillTx/>
                <a:latin typeface="Arial"/>
              </a:rPr>
              <a:t>|</a:t>
            </a:r>
            <a:r>
              <a:rPr lang="en-US" sz="2400" b="0" u="none" strike="noStrike">
                <a:solidFill>
                  <a:srgbClr val="BF0041"/>
                </a:solidFill>
                <a:effectLst/>
                <a:uFillTx/>
                <a:latin typeface="Arial"/>
              </a:rPr>
              <a:t>out</a:t>
            </a:r>
            <a:r>
              <a:rPr lang="en-US" sz="2400" b="0" u="none" strike="noStrike">
                <a:solidFill>
                  <a:srgbClr val="00A933"/>
                </a:solidFill>
                <a:effectLst/>
                <a:uFillTx/>
                <a:latin typeface="Arial"/>
              </a:rPr>
              <a:t>}</a:t>
            </a:r>
            <a:endParaRPr lang="en-US" sz="2400" b="0" u="none" strike="noStrike">
              <a:solidFill>
                <a:schemeClr val="dk1"/>
              </a:solidFill>
              <a:effectLst/>
              <a:uFillTx/>
              <a:latin typeface="Aptos"/>
            </a:endParaRPr>
          </a:p>
          <a:p>
            <a:pPr marL="360000" indent="-228600" algn="l" defTabSz="914400">
              <a:lnSpc>
                <a:spcPct val="90000"/>
              </a:lnSpc>
              <a:spcBef>
                <a:spcPts val="1001"/>
              </a:spcBef>
              <a:buClr>
                <a:srgbClr val="000000"/>
              </a:buClr>
              <a:buFont typeface="Arial"/>
              <a:buChar char="•"/>
              <a:tabLst>
                <a:tab pos="0" algn="l"/>
              </a:tabLst>
            </a:pPr>
            <a:r>
              <a:rPr lang="en-US" sz="2400" b="0" u="none" strike="noStrike">
                <a:solidFill>
                  <a:srgbClr val="000000"/>
                </a:solidFill>
                <a:effectLst/>
                <a:uFillTx/>
                <a:latin typeface="Arial"/>
              </a:rPr>
              <a:t>Similarly, Access to vty lines can further be controlled with command </a:t>
            </a:r>
            <a:r>
              <a:rPr lang="en-US" sz="2400" b="0" u="none" strike="noStrike">
                <a:solidFill>
                  <a:srgbClr val="BF0041"/>
                </a:solidFill>
                <a:effectLst/>
                <a:uFillTx/>
                <a:latin typeface="Arial"/>
              </a:rPr>
              <a:t>transport input</a:t>
            </a:r>
            <a:r>
              <a:rPr lang="en-US" sz="2400" b="0" u="none" strike="noStrike">
                <a:solidFill>
                  <a:srgbClr val="000000"/>
                </a:solidFill>
                <a:effectLst/>
                <a:uFillTx/>
                <a:latin typeface="Arial"/>
              </a:rPr>
              <a:t> </a:t>
            </a:r>
            <a:r>
              <a:rPr lang="en-US" sz="2400" b="0" u="none" strike="noStrike">
                <a:solidFill>
                  <a:srgbClr val="00A933"/>
                </a:solidFill>
                <a:effectLst/>
                <a:uFillTx/>
                <a:latin typeface="Arial"/>
              </a:rPr>
              <a:t>{</a:t>
            </a:r>
            <a:r>
              <a:rPr lang="en-US" sz="2400" b="0" u="none" strike="noStrike">
                <a:solidFill>
                  <a:srgbClr val="BF0041"/>
                </a:solidFill>
                <a:effectLst/>
                <a:uFillTx/>
                <a:latin typeface="Arial"/>
              </a:rPr>
              <a:t>none</a:t>
            </a:r>
            <a:r>
              <a:rPr lang="en-US" sz="2400" b="0" u="none" strike="noStrike">
                <a:solidFill>
                  <a:srgbClr val="00A933"/>
                </a:solidFill>
                <a:effectLst/>
                <a:uFillTx/>
                <a:latin typeface="Arial"/>
              </a:rPr>
              <a:t>|</a:t>
            </a:r>
            <a:r>
              <a:rPr lang="en-US" sz="2400" b="0" u="none" strike="noStrike">
                <a:solidFill>
                  <a:srgbClr val="BF0041"/>
                </a:solidFill>
                <a:effectLst/>
                <a:uFillTx/>
                <a:latin typeface="Arial"/>
              </a:rPr>
              <a:t>all</a:t>
            </a:r>
            <a:r>
              <a:rPr lang="en-US" sz="2400" b="0" u="none" strike="noStrike">
                <a:solidFill>
                  <a:srgbClr val="00A933"/>
                </a:solidFill>
                <a:effectLst/>
                <a:uFillTx/>
                <a:latin typeface="Arial"/>
              </a:rPr>
              <a:t>|</a:t>
            </a:r>
            <a:r>
              <a:rPr lang="en-US" sz="2400" b="0" u="none" strike="noStrike">
                <a:solidFill>
                  <a:srgbClr val="BF0041"/>
                </a:solidFill>
                <a:effectLst/>
                <a:uFillTx/>
                <a:latin typeface="Arial"/>
              </a:rPr>
              <a:t>telnet</a:t>
            </a:r>
            <a:r>
              <a:rPr lang="en-US" sz="2400" b="0" u="none" strike="noStrike">
                <a:solidFill>
                  <a:srgbClr val="00A933"/>
                </a:solidFill>
                <a:effectLst/>
                <a:uFillTx/>
                <a:latin typeface="Arial"/>
              </a:rPr>
              <a:t>|</a:t>
            </a:r>
            <a:r>
              <a:rPr lang="en-US" sz="2400" b="0" u="none" strike="noStrike">
                <a:solidFill>
                  <a:srgbClr val="BF0041"/>
                </a:solidFill>
                <a:effectLst/>
                <a:uFillTx/>
                <a:latin typeface="Arial"/>
              </a:rPr>
              <a:t>ssh</a:t>
            </a:r>
            <a:r>
              <a:rPr lang="en-US" sz="2400" b="0" u="none" strike="noStrike">
                <a:solidFill>
                  <a:srgbClr val="00A933"/>
                </a:solidFill>
                <a:effectLst/>
                <a:uFillTx/>
                <a:latin typeface="Arial"/>
              </a:rPr>
              <a:t>}</a:t>
            </a:r>
            <a:endParaRPr lang="en-US" sz="2400" b="0" u="none" strike="noStrike">
              <a:solidFill>
                <a:schemeClr val="dk1"/>
              </a:solidFill>
              <a:effectLst/>
              <a:uFillTx/>
              <a:latin typeface="Aptos"/>
            </a:endParaRPr>
          </a:p>
          <a:p>
            <a:pPr marL="360000" indent="-228600" algn="l" defTabSz="914400">
              <a:lnSpc>
                <a:spcPct val="90000"/>
              </a:lnSpc>
              <a:spcBef>
                <a:spcPts val="1001"/>
              </a:spcBef>
              <a:buClr>
                <a:srgbClr val="000000"/>
              </a:buClr>
              <a:buFont typeface="Arial"/>
              <a:buChar char="•"/>
              <a:tabLst>
                <a:tab pos="0" algn="l"/>
              </a:tabLst>
            </a:pPr>
            <a:r>
              <a:rPr lang="en-US" sz="2400" b="0" u="none" strike="noStrike">
                <a:solidFill>
                  <a:srgbClr val="BF0041"/>
                </a:solidFill>
                <a:effectLst/>
                <a:uFillTx/>
                <a:latin typeface="Arial"/>
              </a:rPr>
              <a:t>Show lines</a:t>
            </a:r>
            <a:r>
              <a:rPr lang="en-US" sz="2400" b="0" u="none" strike="noStrike">
                <a:solidFill>
                  <a:srgbClr val="000000"/>
                </a:solidFill>
                <a:effectLst/>
                <a:uFillTx/>
                <a:latin typeface="Arial"/>
              </a:rPr>
              <a:t> shows which vty ports are being used.</a:t>
            </a:r>
            <a:endParaRPr lang="en-US" sz="2400" b="0" u="none" strike="noStrike">
              <a:solidFill>
                <a:schemeClr val="dk1"/>
              </a:solidFill>
              <a:effectLst/>
              <a:uFillTx/>
              <a:latin typeface="Aptos"/>
            </a:endParaRPr>
          </a:p>
          <a:p>
            <a:pPr marL="360000" indent="-228600" algn="l" defTabSz="914400">
              <a:lnSpc>
                <a:spcPct val="90000"/>
              </a:lnSpc>
              <a:spcBef>
                <a:spcPts val="1001"/>
              </a:spcBef>
              <a:buClr>
                <a:srgbClr val="000000"/>
              </a:buClr>
              <a:buFont typeface="Arial"/>
              <a:buChar char="•"/>
              <a:tabLst>
                <a:tab pos="0" algn="l"/>
              </a:tabLst>
            </a:pPr>
            <a:r>
              <a:rPr lang="en-US" sz="2400" b="0" u="none" strike="noStrike">
                <a:solidFill>
                  <a:srgbClr val="000000"/>
                </a:solidFill>
                <a:effectLst/>
                <a:uFillTx/>
                <a:latin typeface="Arial"/>
              </a:rPr>
              <a:t>Line console  should be configured with </a:t>
            </a:r>
            <a:r>
              <a:rPr lang="en-US" sz="2400" b="0" u="none" strike="noStrike">
                <a:solidFill>
                  <a:srgbClr val="BF0041"/>
                </a:solidFill>
                <a:effectLst/>
                <a:uFillTx/>
                <a:latin typeface="Arial"/>
              </a:rPr>
              <a:t>transport input none</a:t>
            </a:r>
            <a:r>
              <a:rPr lang="en-US" sz="2400" b="0" u="none" strike="noStrike">
                <a:solidFill>
                  <a:srgbClr val="000000"/>
                </a:solidFill>
                <a:effectLst/>
                <a:uFillTx/>
                <a:latin typeface="Arial"/>
              </a:rPr>
              <a:t> to prevent reverse telnet.</a:t>
            </a:r>
            <a:endParaRPr lang="en-US" sz="2400" b="0" u="none" strike="noStrike">
              <a:solidFill>
                <a:schemeClr val="dk1"/>
              </a:solidFill>
              <a:effectLst/>
              <a:uFillTx/>
              <a:latin typeface="Aptos"/>
            </a:endParaRPr>
          </a:p>
        </p:txBody>
      </p:sp>
      <p:sp>
        <p:nvSpPr>
          <p:cNvPr id="103" name="Rectangle 102"/>
          <p:cNvSpPr/>
          <p:nvPr/>
        </p:nvSpPr>
        <p:spPr>
          <a:xfrm>
            <a:off x="189360" y="5442480"/>
            <a:ext cx="4317840" cy="89784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pic>
        <p:nvPicPr>
          <p:cNvPr id="104" name="Picture 103"/>
          <p:cNvPicPr/>
          <p:nvPr/>
        </p:nvPicPr>
        <p:blipFill>
          <a:blip r:embed="rId1"/>
          <a:stretch/>
        </p:blipFill>
        <p:spPr>
          <a:xfrm>
            <a:off x="64800" y="2340000"/>
            <a:ext cx="4253400" cy="364068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0" y="0"/>
            <a:ext cx="4326480" cy="2225520"/>
          </a:xfrm>
          <a:prstGeom prst="rect">
            <a:avLst/>
          </a:prstGeom>
          <a:solidFill>
            <a:schemeClr val="accent2"/>
          </a:solidFill>
          <a:ln w="0">
            <a:noFill/>
          </a:ln>
        </p:spPr>
        <p:txBody>
          <a:bodyPr lIns="91440" tIns="45720" rIns="91440" bIns="45720" anchor="ctr">
            <a:normAutofit fontScale="92500" lnSpcReduction="9999"/>
          </a:bodyPr>
          <a:p>
            <a:pPr indent="0" algn="ctr" defTabSz="914400">
              <a:lnSpc>
                <a:spcPct val="90000"/>
              </a:lnSpc>
              <a:buNone/>
              <a:tabLst>
                <a:tab pos="0" algn="l"/>
              </a:tabLst>
            </a:pPr>
            <a:r>
              <a:rPr lang="en-US" sz="4400" b="1" u="none" strike="noStrike">
                <a:solidFill>
                  <a:schemeClr val="lt1"/>
                </a:solidFill>
                <a:effectLst/>
                <a:uFillTx/>
                <a:latin typeface="Aptos Display"/>
              </a:rPr>
              <a:t>2. Terminal Lines and Password Protection</a:t>
            </a:r>
            <a:endParaRPr lang="en-US" sz="4400" b="0" u="none" strike="noStrike">
              <a:solidFill>
                <a:schemeClr val="dk1"/>
              </a:solidFill>
              <a:effectLst/>
              <a:uFillTx/>
              <a:latin typeface="Aptos Display"/>
            </a:endParaRPr>
          </a:p>
        </p:txBody>
      </p:sp>
      <p:sp>
        <p:nvSpPr>
          <p:cNvPr id="106" name="PlaceHolder 2"/>
          <p:cNvSpPr>
            <a:spLocks noGrp="1"/>
          </p:cNvSpPr>
          <p:nvPr>
            <p:ph/>
          </p:nvPr>
        </p:nvSpPr>
        <p:spPr>
          <a:xfrm>
            <a:off x="4500000" y="180000"/>
            <a:ext cx="7557840" cy="3690000"/>
          </a:xfrm>
          <a:prstGeom prst="rect">
            <a:avLst/>
          </a:prstGeom>
          <a:noFill/>
          <a:ln w="0">
            <a:noFill/>
          </a:ln>
        </p:spPr>
        <p:txBody>
          <a:bodyPr lIns="0" tIns="0" rIns="0" bIns="0" anchor="t">
            <a:spAutoFit/>
          </a:bodyPr>
          <a:p>
            <a:pPr marL="228600" indent="-228600" algn="l" defTabSz="914400">
              <a:lnSpc>
                <a:spcPct val="90000"/>
              </a:lnSpc>
              <a:spcBef>
                <a:spcPts val="1001"/>
              </a:spcBef>
              <a:buClr>
                <a:srgbClr val="000000"/>
              </a:buClr>
              <a:buSzPct val="60000"/>
              <a:buFont typeface="Symbol" charset="2"/>
              <a:buChar char=""/>
            </a:pPr>
            <a:r>
              <a:rPr lang="en-US" sz="1800" b="1" u="none" strike="noStrike">
                <a:solidFill>
                  <a:schemeClr val="dk1"/>
                </a:solidFill>
                <a:effectLst/>
                <a:uFillTx/>
                <a:latin typeface="Arial"/>
              </a:rPr>
              <a:t>Enabling SSH vty Access</a:t>
            </a:r>
            <a:r>
              <a:rPr lang="en-US" sz="1800" b="0" u="none" strike="noStrike">
                <a:solidFill>
                  <a:schemeClr val="dk1"/>
                </a:solidFill>
                <a:effectLst/>
                <a:uFillTx/>
                <a:latin typeface="Arial"/>
              </a:rPr>
              <a:t>: Secure Shell (SSH) provides strong encryption and authentication.</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SzPct val="60000"/>
              <a:buFont typeface="Symbol" charset="2"/>
              <a:buChar char=""/>
            </a:pPr>
            <a:r>
              <a:rPr lang="en-US" sz="1800" b="0" u="none" strike="noStrike">
                <a:solidFill>
                  <a:schemeClr val="dk1"/>
                </a:solidFill>
                <a:effectLst/>
                <a:uFillTx/>
                <a:latin typeface="Arial"/>
              </a:rPr>
              <a:t>Steps to configure SSH on IOS devices are as follows:</a:t>
            </a:r>
            <a:endParaRPr lang="en-US" sz="1800" b="0" u="none" strike="noStrike">
              <a:solidFill>
                <a:schemeClr val="dk1"/>
              </a:solidFill>
              <a:effectLst/>
              <a:uFillTx/>
              <a:latin typeface="Aptos"/>
            </a:endParaRPr>
          </a:p>
          <a:p>
            <a:pPr marL="720000" indent="-228600" algn="l" defTabSz="914400">
              <a:lnSpc>
                <a:spcPct val="90000"/>
              </a:lnSpc>
              <a:spcBef>
                <a:spcPts val="1001"/>
              </a:spcBef>
              <a:buClr>
                <a:srgbClr val="000000"/>
              </a:buClr>
              <a:buFont typeface="Arial"/>
              <a:buAutoNum type="arabicPeriod"/>
            </a:pPr>
            <a:r>
              <a:rPr lang="en-US" sz="1800" b="0" u="none" strike="noStrike">
                <a:solidFill>
                  <a:schemeClr val="dk1"/>
                </a:solidFill>
                <a:effectLst/>
                <a:uFillTx/>
                <a:latin typeface="Arial"/>
              </a:rPr>
              <a:t>Configure a hostname other than Router by using the command </a:t>
            </a:r>
            <a:r>
              <a:rPr lang="en-US" sz="1800" b="0" u="none" strike="noStrike">
                <a:solidFill>
                  <a:srgbClr val="BF0041"/>
                </a:solidFill>
                <a:effectLst/>
                <a:uFillTx/>
                <a:latin typeface="Arial"/>
              </a:rPr>
              <a:t>hostname </a:t>
            </a:r>
            <a:r>
              <a:rPr lang="en-US" sz="1800" b="0" u="none" strike="noStrike">
                <a:solidFill>
                  <a:srgbClr val="00A933"/>
                </a:solidFill>
                <a:effectLst/>
                <a:uFillTx/>
                <a:latin typeface="Arial"/>
              </a:rPr>
              <a:t>{</a:t>
            </a:r>
            <a:r>
              <a:rPr lang="en-US" sz="1800" b="0" u="none" strike="noStrike">
                <a:solidFill>
                  <a:srgbClr val="2A6099"/>
                </a:solidFill>
                <a:effectLst/>
                <a:uFillTx/>
                <a:latin typeface="Arial"/>
              </a:rPr>
              <a:t>name</a:t>
            </a:r>
            <a:r>
              <a:rPr lang="en-US" sz="1800" b="0" u="none" strike="noStrike">
                <a:solidFill>
                  <a:srgbClr val="00A933"/>
                </a:solidFill>
                <a:effectLst/>
                <a:uFillTx/>
                <a:latin typeface="Arial"/>
              </a:rPr>
              <a:t>}</a:t>
            </a:r>
            <a:r>
              <a:rPr lang="en-US" sz="1800" b="0" u="none" strike="noStrike">
                <a:solidFill>
                  <a:schemeClr val="dk1"/>
                </a:solidFill>
                <a:effectLst/>
                <a:uFillTx/>
                <a:latin typeface="Arial"/>
              </a:rPr>
              <a:t>.  </a:t>
            </a:r>
            <a:endParaRPr lang="en-US" sz="1800" b="0" u="none" strike="noStrike">
              <a:solidFill>
                <a:schemeClr val="dk1"/>
              </a:solidFill>
              <a:effectLst/>
              <a:uFillTx/>
              <a:latin typeface="Aptos"/>
            </a:endParaRPr>
          </a:p>
          <a:p>
            <a:pPr marL="720000" indent="-228600" algn="l" defTabSz="914400">
              <a:lnSpc>
                <a:spcPct val="90000"/>
              </a:lnSpc>
              <a:spcBef>
                <a:spcPts val="1001"/>
              </a:spcBef>
              <a:buClr>
                <a:srgbClr val="000000"/>
              </a:buClr>
              <a:buFont typeface="Arial"/>
              <a:buAutoNum type="arabicPeriod"/>
            </a:pPr>
            <a:r>
              <a:rPr lang="en-US" sz="1800" b="0" u="none" strike="noStrike">
                <a:solidFill>
                  <a:schemeClr val="dk1"/>
                </a:solidFill>
                <a:effectLst/>
                <a:uFillTx/>
                <a:latin typeface="Arial"/>
              </a:rPr>
              <a:t>Configure a domain name by using the command </a:t>
            </a:r>
            <a:r>
              <a:rPr lang="en-US" sz="1800" b="0" u="none" strike="noStrike">
                <a:solidFill>
                  <a:srgbClr val="BF0041"/>
                </a:solidFill>
                <a:effectLst/>
                <a:uFillTx/>
                <a:latin typeface="Arial"/>
              </a:rPr>
              <a:t>ip domain-name</a:t>
            </a:r>
            <a:r>
              <a:rPr lang="en-US" sz="1800" b="0" u="none" strike="noStrike">
                <a:solidFill>
                  <a:schemeClr val="dk1"/>
                </a:solidFill>
                <a:effectLst/>
                <a:uFillTx/>
                <a:latin typeface="Arial"/>
              </a:rPr>
              <a:t> </a:t>
            </a:r>
            <a:r>
              <a:rPr lang="en-US" sz="1800" b="0" u="none" strike="noStrike">
                <a:solidFill>
                  <a:srgbClr val="00A933"/>
                </a:solidFill>
                <a:effectLst/>
                <a:uFillTx/>
                <a:latin typeface="Arial"/>
              </a:rPr>
              <a:t>{</a:t>
            </a:r>
            <a:r>
              <a:rPr lang="en-US" sz="1800" b="0" u="none" strike="noStrike">
                <a:solidFill>
                  <a:srgbClr val="2A6099"/>
                </a:solidFill>
                <a:effectLst/>
                <a:uFillTx/>
                <a:latin typeface="Arial"/>
              </a:rPr>
              <a:t>domain-name</a:t>
            </a:r>
            <a:r>
              <a:rPr lang="en-US" sz="1800" b="0" u="none" strike="noStrike">
                <a:solidFill>
                  <a:srgbClr val="00A933"/>
                </a:solidFill>
                <a:effectLst/>
                <a:uFillTx/>
                <a:latin typeface="Arial"/>
              </a:rPr>
              <a:t>}</a:t>
            </a:r>
            <a:endParaRPr lang="en-US" sz="1800" b="0" u="none" strike="noStrike">
              <a:solidFill>
                <a:schemeClr val="dk1"/>
              </a:solidFill>
              <a:effectLst/>
              <a:uFillTx/>
              <a:latin typeface="Aptos"/>
            </a:endParaRPr>
          </a:p>
          <a:p>
            <a:pPr marL="720000" indent="-228600" algn="l" defTabSz="914400">
              <a:lnSpc>
                <a:spcPct val="90000"/>
              </a:lnSpc>
              <a:spcBef>
                <a:spcPts val="1001"/>
              </a:spcBef>
              <a:buClr>
                <a:srgbClr val="000000"/>
              </a:buClr>
              <a:buFont typeface="Arial"/>
              <a:buAutoNum type="arabicPeriod"/>
            </a:pPr>
            <a:r>
              <a:rPr lang="en-US" sz="1800" b="0" u="none" strike="noStrike">
                <a:solidFill>
                  <a:schemeClr val="dk1"/>
                </a:solidFill>
                <a:effectLst/>
                <a:uFillTx/>
                <a:latin typeface="Arial"/>
              </a:rPr>
              <a:t>Generate crypto keys by using the command </a:t>
            </a:r>
            <a:r>
              <a:rPr lang="en-US" sz="1800" b="0" u="none" strike="noStrike">
                <a:solidFill>
                  <a:srgbClr val="BF0041"/>
                </a:solidFill>
                <a:effectLst/>
                <a:uFillTx/>
                <a:latin typeface="Arial"/>
              </a:rPr>
              <a:t>crypto key generate rsa</a:t>
            </a:r>
            <a:r>
              <a:rPr lang="en-US" sz="1800" b="0" u="none" strike="noStrike">
                <a:solidFill>
                  <a:schemeClr val="dk1"/>
                </a:solidFill>
                <a:effectLst/>
                <a:uFillTx/>
                <a:latin typeface="Arial"/>
              </a:rPr>
              <a:t>.</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SzPct val="60000"/>
              <a:buFont typeface="Symbol" charset="2"/>
              <a:buChar char=""/>
            </a:pPr>
            <a:r>
              <a:rPr lang="en-US" sz="1800" b="0" u="none" strike="noStrike">
                <a:solidFill>
                  <a:schemeClr val="dk1"/>
                </a:solidFill>
                <a:effectLst/>
                <a:uFillTx/>
                <a:latin typeface="Arial"/>
              </a:rPr>
              <a:t>Additionally, username and password authentication should be enabled on the device.</a:t>
            </a:r>
            <a:endParaRPr lang="en-US" sz="1800" b="0" u="none" strike="noStrike">
              <a:solidFill>
                <a:schemeClr val="dk1"/>
              </a:solidFill>
              <a:effectLst/>
              <a:uFillTx/>
              <a:latin typeface="Aptos"/>
            </a:endParaRPr>
          </a:p>
          <a:p>
            <a:pPr marL="228600" indent="-228600" algn="l" defTabSz="914400">
              <a:lnSpc>
                <a:spcPct val="90000"/>
              </a:lnSpc>
              <a:spcBef>
                <a:spcPts val="1001"/>
              </a:spcBef>
              <a:buClr>
                <a:srgbClr val="000000"/>
              </a:buClr>
              <a:buSzPct val="60000"/>
              <a:buFont typeface="Symbol" charset="2"/>
              <a:buChar char=""/>
            </a:pPr>
            <a:r>
              <a:rPr lang="en-US" sz="1800" b="0" u="none" strike="noStrike">
                <a:solidFill>
                  <a:schemeClr val="dk1"/>
                </a:solidFill>
                <a:effectLst/>
                <a:uFillTx/>
                <a:latin typeface="Arial"/>
              </a:rPr>
              <a:t>By default SSHv1 is enabled, to disable SSHv1 and only connect using SSHv2 use </a:t>
            </a:r>
            <a:r>
              <a:rPr lang="en-US" sz="1800" b="0" u="none" strike="noStrike">
                <a:solidFill>
                  <a:srgbClr val="BF0041"/>
                </a:solidFill>
                <a:effectLst/>
                <a:uFillTx/>
                <a:latin typeface="Arial"/>
              </a:rPr>
              <a:t>ip ssh version 2</a:t>
            </a:r>
            <a:r>
              <a:rPr lang="en-US" sz="1800" b="0" u="none" strike="noStrike">
                <a:solidFill>
                  <a:schemeClr val="dk1"/>
                </a:solidFill>
                <a:effectLst/>
                <a:uFillTx/>
                <a:latin typeface="Arial"/>
              </a:rPr>
              <a:t> in global configuration mode</a:t>
            </a:r>
            <a:endParaRPr lang="en-US" sz="1800" b="0" u="none" strike="noStrike">
              <a:solidFill>
                <a:schemeClr val="dk1"/>
              </a:solidFill>
              <a:effectLst/>
              <a:uFillTx/>
              <a:latin typeface="Aptos"/>
            </a:endParaRPr>
          </a:p>
        </p:txBody>
      </p:sp>
      <p:sp>
        <p:nvSpPr>
          <p:cNvPr id="107" name="Rectangle 106"/>
          <p:cNvSpPr/>
          <p:nvPr/>
        </p:nvSpPr>
        <p:spPr>
          <a:xfrm>
            <a:off x="189360" y="5442480"/>
            <a:ext cx="4317840" cy="89784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pic>
        <p:nvPicPr>
          <p:cNvPr id="108" name="Picture 107"/>
          <p:cNvPicPr/>
          <p:nvPr/>
        </p:nvPicPr>
        <p:blipFill>
          <a:blip r:embed="rId1"/>
          <a:stretch/>
        </p:blipFill>
        <p:spPr>
          <a:xfrm>
            <a:off x="5760000" y="4320000"/>
            <a:ext cx="4858200" cy="2443320"/>
          </a:xfrm>
          <a:prstGeom prst="rect">
            <a:avLst/>
          </a:prstGeom>
          <a:noFill/>
          <a:ln w="0">
            <a:noFill/>
          </a:ln>
        </p:spPr>
      </p:pic>
      <p:sp>
        <p:nvSpPr>
          <p:cNvPr id="109" name="Rectangle 108"/>
          <p:cNvSpPr/>
          <p:nvPr/>
        </p:nvSpPr>
        <p:spPr>
          <a:xfrm>
            <a:off x="16200" y="4680000"/>
            <a:ext cx="2158200" cy="22215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1200" b="0" u="none" strike="noStrike">
                <a:solidFill>
                  <a:srgbClr val="000000"/>
                </a:solidFill>
                <a:effectLst/>
                <a:uFillTx/>
                <a:latin typeface="Arial"/>
              </a:rPr>
              <a:t>R1#sh run | sec line</a:t>
            </a:r>
            <a:endParaRPr lang="en-AU" sz="1200" b="0" u="none" strike="noStrike">
              <a:solidFill>
                <a:srgbClr val="000000"/>
              </a:solidFill>
              <a:effectLst/>
              <a:uFillTx/>
              <a:latin typeface="Arial"/>
            </a:endParaRPr>
          </a:p>
          <a:p>
            <a:pPr defTabSz="914400">
              <a:lnSpc>
                <a:spcPct val="100000"/>
              </a:lnSpc>
            </a:pPr>
            <a:r>
              <a:rPr lang="en-AU" sz="1200" b="0" u="none" strike="noStrike">
                <a:solidFill>
                  <a:srgbClr val="000000"/>
                </a:solidFill>
                <a:effectLst/>
                <a:uFillTx/>
                <a:latin typeface="Arial"/>
              </a:rPr>
              <a:t>line con 0</a:t>
            </a:r>
            <a:endParaRPr lang="en-AU" sz="1200" b="0" u="none" strike="noStrike">
              <a:solidFill>
                <a:srgbClr val="000000"/>
              </a:solidFill>
              <a:effectLst/>
              <a:uFillTx/>
              <a:latin typeface="Arial"/>
            </a:endParaRPr>
          </a:p>
          <a:p>
            <a:pPr defTabSz="914400">
              <a:lnSpc>
                <a:spcPct val="100000"/>
              </a:lnSpc>
            </a:pPr>
            <a:r>
              <a:rPr lang="en-AU" sz="1200" b="0" u="none" strike="noStrike">
                <a:solidFill>
                  <a:srgbClr val="000000"/>
                </a:solidFill>
                <a:effectLst/>
                <a:uFillTx/>
                <a:latin typeface="Arial"/>
              </a:rPr>
              <a:t>line aux 0</a:t>
            </a:r>
            <a:endParaRPr lang="en-AU" sz="1200" b="0" u="none" strike="noStrike">
              <a:solidFill>
                <a:srgbClr val="000000"/>
              </a:solidFill>
              <a:effectLst/>
              <a:uFillTx/>
              <a:latin typeface="Arial"/>
            </a:endParaRPr>
          </a:p>
          <a:p>
            <a:pPr defTabSz="914400">
              <a:lnSpc>
                <a:spcPct val="100000"/>
              </a:lnSpc>
            </a:pPr>
            <a:r>
              <a:rPr lang="en-AU" sz="1200" b="0" u="none" strike="noStrike">
                <a:solidFill>
                  <a:srgbClr val="000000"/>
                </a:solidFill>
                <a:effectLst/>
                <a:uFillTx/>
                <a:latin typeface="Arial"/>
              </a:rPr>
              <a:t> no exec</a:t>
            </a:r>
            <a:endParaRPr lang="en-AU" sz="1200" b="0" u="none" strike="noStrike">
              <a:solidFill>
                <a:srgbClr val="000000"/>
              </a:solidFill>
              <a:effectLst/>
              <a:uFillTx/>
              <a:latin typeface="Arial"/>
            </a:endParaRPr>
          </a:p>
          <a:p>
            <a:pPr defTabSz="914400">
              <a:lnSpc>
                <a:spcPct val="100000"/>
              </a:lnSpc>
            </a:pPr>
            <a:r>
              <a:rPr lang="en-AU" sz="1200" b="0" u="none" strike="noStrike">
                <a:solidFill>
                  <a:srgbClr val="000000"/>
                </a:solidFill>
                <a:effectLst/>
                <a:uFillTx/>
                <a:latin typeface="Arial"/>
              </a:rPr>
              <a:t>line vty 0 4</a:t>
            </a:r>
            <a:endParaRPr lang="en-AU" sz="1200" b="0" u="none" strike="noStrike">
              <a:solidFill>
                <a:srgbClr val="000000"/>
              </a:solidFill>
              <a:effectLst/>
              <a:uFillTx/>
              <a:latin typeface="Arial"/>
            </a:endParaRPr>
          </a:p>
          <a:p>
            <a:pPr defTabSz="914400">
              <a:lnSpc>
                <a:spcPct val="100000"/>
              </a:lnSpc>
            </a:pPr>
            <a:r>
              <a:rPr lang="en-AU" sz="1200" b="0" u="none" strike="noStrike">
                <a:solidFill>
                  <a:srgbClr val="000000"/>
                </a:solidFill>
                <a:effectLst/>
                <a:uFillTx/>
                <a:latin typeface="Arial"/>
              </a:rPr>
              <a:t> access-class 10 in</a:t>
            </a:r>
            <a:endParaRPr lang="en-AU" sz="1200" b="0" u="none" strike="noStrike">
              <a:solidFill>
                <a:srgbClr val="000000"/>
              </a:solidFill>
              <a:effectLst/>
              <a:uFillTx/>
              <a:latin typeface="Arial"/>
            </a:endParaRPr>
          </a:p>
          <a:p>
            <a:pPr defTabSz="914400">
              <a:lnSpc>
                <a:spcPct val="100000"/>
              </a:lnSpc>
            </a:pPr>
            <a:r>
              <a:rPr lang="en-AU" sz="1200" b="0" u="none" strike="noStrike">
                <a:solidFill>
                  <a:srgbClr val="000000"/>
                </a:solidFill>
                <a:effectLst/>
                <a:uFillTx/>
                <a:latin typeface="Arial"/>
              </a:rPr>
              <a:t> exec-timeout 5 0</a:t>
            </a:r>
            <a:endParaRPr lang="en-AU" sz="1200" b="0" u="none" strike="noStrike">
              <a:solidFill>
                <a:srgbClr val="000000"/>
              </a:solidFill>
              <a:effectLst/>
              <a:uFillTx/>
              <a:latin typeface="Arial"/>
            </a:endParaRPr>
          </a:p>
          <a:p>
            <a:pPr defTabSz="914400">
              <a:lnSpc>
                <a:spcPct val="100000"/>
              </a:lnSpc>
            </a:pPr>
            <a:r>
              <a:rPr lang="en-AU" sz="1200" b="0" u="none" strike="noStrike">
                <a:solidFill>
                  <a:srgbClr val="000000"/>
                </a:solidFill>
                <a:effectLst/>
                <a:uFillTx/>
                <a:latin typeface="Arial"/>
              </a:rPr>
              <a:t> logout-warning 15</a:t>
            </a:r>
            <a:endParaRPr lang="en-AU" sz="1200" b="0" u="none" strike="noStrike">
              <a:solidFill>
                <a:srgbClr val="000000"/>
              </a:solidFill>
              <a:effectLst/>
              <a:uFillTx/>
              <a:latin typeface="Arial"/>
            </a:endParaRPr>
          </a:p>
          <a:p>
            <a:pPr defTabSz="914400">
              <a:lnSpc>
                <a:spcPct val="100000"/>
              </a:lnSpc>
            </a:pPr>
            <a:r>
              <a:rPr lang="en-AU" sz="1200" b="0" u="none" strike="noStrike">
                <a:solidFill>
                  <a:srgbClr val="000000"/>
                </a:solidFill>
                <a:effectLst/>
                <a:uFillTx/>
                <a:latin typeface="Arial"/>
              </a:rPr>
              <a:t> absolute-timeout 30</a:t>
            </a:r>
            <a:endParaRPr lang="en-AU" sz="1200" b="0" u="none" strike="noStrike">
              <a:solidFill>
                <a:srgbClr val="000000"/>
              </a:solidFill>
              <a:effectLst/>
              <a:uFillTx/>
              <a:latin typeface="Arial"/>
            </a:endParaRPr>
          </a:p>
          <a:p>
            <a:pPr defTabSz="914400">
              <a:lnSpc>
                <a:spcPct val="100000"/>
              </a:lnSpc>
            </a:pPr>
            <a:r>
              <a:rPr lang="en-AU" sz="1200" b="0" u="none" strike="noStrike">
                <a:solidFill>
                  <a:srgbClr val="000000"/>
                </a:solidFill>
                <a:effectLst/>
                <a:uFillTx/>
                <a:latin typeface="Arial"/>
              </a:rPr>
              <a:t> login local</a:t>
            </a:r>
            <a:endParaRPr lang="en-AU" sz="1200" b="0" u="none" strike="noStrike">
              <a:solidFill>
                <a:srgbClr val="000000"/>
              </a:solidFill>
              <a:effectLst/>
              <a:uFillTx/>
              <a:latin typeface="Arial"/>
            </a:endParaRPr>
          </a:p>
          <a:p>
            <a:pPr defTabSz="914400">
              <a:lnSpc>
                <a:spcPct val="100000"/>
              </a:lnSpc>
            </a:pPr>
            <a:r>
              <a:rPr lang="en-AU" sz="1200" b="0" u="none" strike="noStrike">
                <a:solidFill>
                  <a:srgbClr val="000000"/>
                </a:solidFill>
                <a:effectLst/>
                <a:uFillTx/>
                <a:latin typeface="Arial"/>
              </a:rPr>
              <a:t> transport input all</a:t>
            </a:r>
            <a:endParaRPr lang="en-AU" sz="1200" b="0" u="none" strike="noStrike">
              <a:solidFill>
                <a:srgbClr val="000000"/>
              </a:solidFill>
              <a:effectLst/>
              <a:uFillTx/>
              <a:latin typeface="Arial"/>
            </a:endParaRPr>
          </a:p>
          <a:p>
            <a:pPr defTabSz="914400">
              <a:lnSpc>
                <a:spcPct val="100000"/>
              </a:lnSpc>
            </a:pPr>
            <a:endParaRPr lang="en-AU" sz="1800" b="0" u="none" strike="noStrike">
              <a:solidFill>
                <a:srgbClr val="000000"/>
              </a:solidFill>
              <a:effectLst/>
              <a:uFillTx/>
              <a:latin typeface="Arial"/>
            </a:endParaRPr>
          </a:p>
        </p:txBody>
      </p:sp>
      <p:pic>
        <p:nvPicPr>
          <p:cNvPr id="110" name="Picture 109"/>
          <p:cNvPicPr/>
          <p:nvPr/>
        </p:nvPicPr>
        <p:blipFill>
          <a:blip r:embed="rId2"/>
          <a:stretch/>
        </p:blipFill>
        <p:spPr>
          <a:xfrm>
            <a:off x="2175840" y="4860000"/>
            <a:ext cx="1798200" cy="1930680"/>
          </a:xfrm>
          <a:prstGeom prst="rect">
            <a:avLst/>
          </a:prstGeom>
          <a:noFill/>
          <a:ln w="0">
            <a:noFill/>
          </a:ln>
        </p:spPr>
      </p:pic>
      <p:sp>
        <p:nvSpPr>
          <p:cNvPr id="111" name="Rectangle 110"/>
          <p:cNvSpPr/>
          <p:nvPr/>
        </p:nvSpPr>
        <p:spPr>
          <a:xfrm>
            <a:off x="0" y="2340000"/>
            <a:ext cx="4318200" cy="2338200"/>
          </a:xfrm>
          <a:prstGeom prst="rect">
            <a:avLst/>
          </a:prstGeom>
          <a:noFill/>
          <a:ln w="0">
            <a:noFill/>
          </a:ln>
        </p:spPr>
        <p:style>
          <a:lnRef idx="0"/>
          <a:fillRef idx="0"/>
          <a:effectRef idx="0"/>
          <a:fontRef idx="minor"/>
        </p:style>
        <p:txBody>
          <a:bodyPr lIns="90000" tIns="45000" rIns="90000" bIns="45000" anchor="t">
            <a:spAutoFit/>
          </a:bodyPr>
          <a:p>
            <a:pPr marL="228600" indent="-228600" defTabSz="914400">
              <a:lnSpc>
                <a:spcPct val="90000"/>
              </a:lnSpc>
              <a:spcBef>
                <a:spcPts val="1001"/>
              </a:spcBef>
              <a:buClr>
                <a:srgbClr val="000000"/>
              </a:buClr>
              <a:buSzPct val="60000"/>
              <a:buFont typeface="Symbol" charset="2"/>
              <a:buChar char=""/>
            </a:pPr>
            <a:r>
              <a:rPr lang="en-US" sz="1500" b="0" u="none" strike="noStrike">
                <a:solidFill>
                  <a:schemeClr val="dk1"/>
                </a:solidFill>
                <a:effectLst/>
                <a:uFillTx/>
                <a:latin typeface="Arial"/>
                <a:ea typeface="Microsoft YaHei"/>
              </a:rPr>
              <a:t>Idle user EXEC sessions can be timed out with command exec-timeout {minutes seconds} under line configuration mode.</a:t>
            </a:r>
            <a:endParaRPr lang="en-AU" sz="1500" b="0" u="none" strike="noStrike">
              <a:solidFill>
                <a:srgbClr val="000000"/>
              </a:solidFill>
              <a:effectLst/>
              <a:uFillTx/>
              <a:latin typeface="Arial"/>
            </a:endParaRPr>
          </a:p>
          <a:p>
            <a:pPr marL="228600" indent="-228600" defTabSz="914400">
              <a:lnSpc>
                <a:spcPct val="90000"/>
              </a:lnSpc>
              <a:spcBef>
                <a:spcPts val="1001"/>
              </a:spcBef>
              <a:buClr>
                <a:srgbClr val="000000"/>
              </a:buClr>
              <a:buSzPct val="60000"/>
              <a:buFont typeface="Symbol" charset="2"/>
              <a:buChar char=""/>
            </a:pPr>
            <a:r>
              <a:rPr lang="en-US" sz="1500" b="0" u="none" strike="noStrike">
                <a:solidFill>
                  <a:schemeClr val="dk1"/>
                </a:solidFill>
                <a:effectLst/>
                <a:uFillTx/>
                <a:latin typeface="Arial"/>
                <a:ea typeface="Microsoft YaHei"/>
              </a:rPr>
              <a:t>An absolute time out can be configured with line configuration command absolute-timeout {minutes} that logs out automatically after set timeout even in active connection.</a:t>
            </a:r>
            <a:endParaRPr lang="en-AU" sz="1500" b="0" u="none" strike="noStrike">
              <a:solidFill>
                <a:srgbClr val="000000"/>
              </a:solidFill>
              <a:effectLst/>
              <a:uFillTx/>
              <a:latin typeface="Arial"/>
            </a:endParaRPr>
          </a:p>
          <a:p>
            <a:pPr marL="228600" indent="-228600" defTabSz="914400">
              <a:lnSpc>
                <a:spcPct val="90000"/>
              </a:lnSpc>
              <a:spcBef>
                <a:spcPts val="1001"/>
              </a:spcBef>
              <a:buClr>
                <a:srgbClr val="000000"/>
              </a:buClr>
              <a:buSzPct val="60000"/>
              <a:buFont typeface="Symbol" charset="2"/>
              <a:buChar char=""/>
            </a:pPr>
            <a:r>
              <a:rPr lang="en-US" sz="1500" b="0" u="none" strike="noStrike">
                <a:solidFill>
                  <a:schemeClr val="dk1"/>
                </a:solidFill>
                <a:effectLst/>
                <a:uFillTx/>
                <a:latin typeface="Arial"/>
                <a:ea typeface="Microsoft YaHei"/>
              </a:rPr>
              <a:t>Command logout-warning {seconds} can be used in combination of absolute timeout to give “line termination” warning.</a:t>
            </a:r>
            <a:endParaRPr lang="en-AU"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0" y="0"/>
            <a:ext cx="3778560" cy="222552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chemeClr val="lt1"/>
                </a:solidFill>
                <a:effectLst/>
                <a:uFillTx/>
                <a:latin typeface="Aptos Display"/>
              </a:rPr>
              <a:t>3. AAA </a:t>
            </a:r>
            <a:endParaRPr lang="en-US" sz="4400" b="0" u="none" strike="noStrike">
              <a:solidFill>
                <a:schemeClr val="dk1"/>
              </a:solidFill>
              <a:effectLst/>
              <a:uFillTx/>
              <a:latin typeface="Aptos Display"/>
            </a:endParaRPr>
          </a:p>
        </p:txBody>
      </p:sp>
      <p:sp>
        <p:nvSpPr>
          <p:cNvPr id="113" name="PlaceHolder 2"/>
          <p:cNvSpPr>
            <a:spLocks noGrp="1"/>
          </p:cNvSpPr>
          <p:nvPr>
            <p:ph/>
          </p:nvPr>
        </p:nvSpPr>
        <p:spPr>
          <a:xfrm>
            <a:off x="4140000" y="180000"/>
            <a:ext cx="7917840" cy="6143400"/>
          </a:xfrm>
          <a:prstGeom prst="rect">
            <a:avLst/>
          </a:prstGeom>
          <a:noFill/>
          <a:ln w="0">
            <a:noFill/>
          </a:ln>
        </p:spPr>
        <p:txBody>
          <a:bodyPr lIns="0" tIns="0" rIns="0" bIns="0" anchor="t">
            <a:spAutoFit/>
          </a:bodyPr>
          <a:p>
            <a:pPr marL="228600" indent="-228600" algn="l" defTabSz="914400">
              <a:lnSpc>
                <a:spcPct val="90000"/>
              </a:lnSpc>
              <a:spcBef>
                <a:spcPts val="1001"/>
              </a:spcBef>
              <a:buClr>
                <a:srgbClr val="000000"/>
              </a:buClr>
              <a:buSzPct val="60000"/>
              <a:buFont typeface="Symbol" charset="2"/>
              <a:buChar char=""/>
            </a:pPr>
            <a:r>
              <a:rPr lang="en-US" sz="2000" b="0" u="none" strike="noStrike">
                <a:solidFill>
                  <a:schemeClr val="dk1"/>
                </a:solidFill>
                <a:effectLst/>
                <a:uFillTx/>
                <a:latin typeface="Arial"/>
              </a:rPr>
              <a:t>Authentication: Identify and verify users to provide access to network devices and/or services.</a:t>
            </a:r>
            <a:endParaRPr lang="en-US" sz="2000" b="0" u="none" strike="noStrike">
              <a:solidFill>
                <a:schemeClr val="dk1"/>
              </a:solidFill>
              <a:effectLst/>
              <a:uFillTx/>
              <a:latin typeface="Aptos"/>
            </a:endParaRPr>
          </a:p>
          <a:p>
            <a:pPr marL="228600" indent="-228600" algn="l" defTabSz="914400">
              <a:lnSpc>
                <a:spcPct val="90000"/>
              </a:lnSpc>
              <a:spcBef>
                <a:spcPts val="1001"/>
              </a:spcBef>
              <a:buClr>
                <a:srgbClr val="000000"/>
              </a:buClr>
              <a:buSzPct val="60000"/>
              <a:buFont typeface="Symbol" charset="2"/>
              <a:buChar char=""/>
            </a:pPr>
            <a:r>
              <a:rPr lang="en-US" sz="2000" b="0" u="none" strike="noStrike">
                <a:solidFill>
                  <a:schemeClr val="dk1"/>
                </a:solidFill>
                <a:effectLst/>
                <a:uFillTx/>
                <a:latin typeface="Arial"/>
              </a:rPr>
              <a:t>Authorization: Defines access privileges and restrictions for authorized users.</a:t>
            </a:r>
            <a:endParaRPr lang="en-US" sz="2000" b="0" u="none" strike="noStrike">
              <a:solidFill>
                <a:schemeClr val="dk1"/>
              </a:solidFill>
              <a:effectLst/>
              <a:uFillTx/>
              <a:latin typeface="Aptos"/>
            </a:endParaRPr>
          </a:p>
          <a:p>
            <a:pPr marL="228600" indent="-228600" algn="l" defTabSz="914400">
              <a:lnSpc>
                <a:spcPct val="90000"/>
              </a:lnSpc>
              <a:spcBef>
                <a:spcPts val="1001"/>
              </a:spcBef>
              <a:buClr>
                <a:srgbClr val="000000"/>
              </a:buClr>
              <a:buSzPct val="60000"/>
              <a:buFont typeface="Symbol" charset="2"/>
              <a:buChar char=""/>
            </a:pPr>
            <a:r>
              <a:rPr lang="en-US" sz="2000" b="0" u="none" strike="noStrike">
                <a:solidFill>
                  <a:schemeClr val="dk1"/>
                </a:solidFill>
                <a:effectLst/>
                <a:uFillTx/>
                <a:latin typeface="Arial"/>
              </a:rPr>
              <a:t>Accounting: Maintains security logs of events that includes user access logs, services start and stop times, executed CLI commands and so on.</a:t>
            </a:r>
            <a:endParaRPr lang="en-US" sz="2000" b="0" u="none" strike="noStrike">
              <a:solidFill>
                <a:schemeClr val="dk1"/>
              </a:solidFill>
              <a:effectLst/>
              <a:uFillTx/>
              <a:latin typeface="Aptos"/>
            </a:endParaRPr>
          </a:p>
          <a:p>
            <a:pPr marL="228600" indent="-228600" algn="l" defTabSz="914400">
              <a:lnSpc>
                <a:spcPct val="90000"/>
              </a:lnSpc>
              <a:spcBef>
                <a:spcPts val="1001"/>
              </a:spcBef>
              <a:buClr>
                <a:srgbClr val="000000"/>
              </a:buClr>
              <a:buSzPct val="60000"/>
              <a:buFont typeface="Symbol" charset="2"/>
              <a:buChar char=""/>
            </a:pPr>
            <a:r>
              <a:rPr lang="en-US" sz="2000" b="0" u="none" strike="noStrike">
                <a:solidFill>
                  <a:schemeClr val="dk1"/>
                </a:solidFill>
                <a:effectLst/>
                <a:uFillTx/>
                <a:latin typeface="Arial"/>
              </a:rPr>
              <a:t>To carry these packets for services AAA, there are two most popular protocols.</a:t>
            </a:r>
            <a:endParaRPr lang="en-US" sz="2000" b="0" u="none" strike="noStrike">
              <a:solidFill>
                <a:schemeClr val="dk1"/>
              </a:solidFill>
              <a:effectLst/>
              <a:uFillTx/>
              <a:latin typeface="Aptos"/>
            </a:endParaRPr>
          </a:p>
          <a:p>
            <a:pPr marL="360000" indent="-228600" algn="l" defTabSz="914400">
              <a:lnSpc>
                <a:spcPct val="90000"/>
              </a:lnSpc>
              <a:spcBef>
                <a:spcPts val="1001"/>
              </a:spcBef>
              <a:buClr>
                <a:srgbClr val="000000"/>
              </a:buClr>
              <a:buFont typeface="Symbol" charset="2"/>
              <a:buAutoNum type="arabicPeriod"/>
            </a:pPr>
            <a:r>
              <a:rPr lang="en-US" sz="2000" b="0" u="none" strike="noStrike">
                <a:solidFill>
                  <a:schemeClr val="dk1"/>
                </a:solidFill>
                <a:effectLst/>
                <a:uFillTx/>
                <a:latin typeface="Arial"/>
              </a:rPr>
              <a:t>Remote Authentication Dial-in Service (RADIUS)</a:t>
            </a:r>
            <a:endParaRPr lang="en-US" sz="2000" b="0" u="none" strike="noStrike">
              <a:solidFill>
                <a:schemeClr val="dk1"/>
              </a:solidFill>
              <a:effectLst/>
              <a:uFillTx/>
              <a:latin typeface="Aptos"/>
            </a:endParaRPr>
          </a:p>
          <a:p>
            <a:pPr marL="360000" indent="-228600" algn="l" defTabSz="914400">
              <a:lnSpc>
                <a:spcPct val="90000"/>
              </a:lnSpc>
              <a:spcBef>
                <a:spcPts val="1001"/>
              </a:spcBef>
              <a:buClr>
                <a:srgbClr val="000000"/>
              </a:buClr>
              <a:buFont typeface="Symbol" charset="2"/>
              <a:buAutoNum type="arabicPeriod"/>
            </a:pPr>
            <a:r>
              <a:rPr lang="en-US" sz="2000" b="0" u="none" strike="noStrike">
                <a:solidFill>
                  <a:schemeClr val="dk1"/>
                </a:solidFill>
                <a:effectLst/>
                <a:uFillTx/>
                <a:latin typeface="Arial"/>
              </a:rPr>
              <a:t>Terminal Access Controller Access-Control System Plus (TACACS+):</a:t>
            </a:r>
            <a:endParaRPr lang="en-US" sz="2000" b="0" u="none" strike="noStrike">
              <a:solidFill>
                <a:schemeClr val="dk1"/>
              </a:solidFill>
              <a:effectLst/>
              <a:uFillTx/>
              <a:latin typeface="Aptos"/>
            </a:endParaRPr>
          </a:p>
          <a:p>
            <a:pPr marL="228600" indent="-228600" algn="l" defTabSz="914400">
              <a:lnSpc>
                <a:spcPct val="90000"/>
              </a:lnSpc>
              <a:spcBef>
                <a:spcPts val="1001"/>
              </a:spcBef>
              <a:buClr>
                <a:srgbClr val="000000"/>
              </a:buClr>
              <a:buSzPct val="60000"/>
              <a:buFont typeface="Symbol" charset="2"/>
              <a:buChar char=""/>
            </a:pPr>
            <a:r>
              <a:rPr lang="en-US" sz="2000" b="0" u="none" strike="noStrike">
                <a:solidFill>
                  <a:schemeClr val="dk1"/>
                </a:solidFill>
                <a:effectLst/>
                <a:uFillTx/>
                <a:latin typeface="Arial"/>
              </a:rPr>
              <a:t>AAA use cases:</a:t>
            </a:r>
            <a:endParaRPr lang="en-US" sz="2000" b="0" u="none" strike="noStrike">
              <a:solidFill>
                <a:schemeClr val="dk1"/>
              </a:solidFill>
              <a:effectLst/>
              <a:uFillTx/>
              <a:latin typeface="Aptos"/>
            </a:endParaRPr>
          </a:p>
          <a:p>
            <a:pPr marL="720000" indent="-228600" algn="l" defTabSz="914400">
              <a:lnSpc>
                <a:spcPct val="90000"/>
              </a:lnSpc>
              <a:spcBef>
                <a:spcPts val="1001"/>
              </a:spcBef>
              <a:buClr>
                <a:srgbClr val="000000"/>
              </a:buClr>
              <a:buFont typeface="Arial"/>
              <a:buAutoNum type="arabicPeriod"/>
            </a:pPr>
            <a:r>
              <a:rPr lang="en-US" sz="2000" b="0" u="none" strike="noStrike">
                <a:solidFill>
                  <a:schemeClr val="dk1"/>
                </a:solidFill>
                <a:effectLst/>
                <a:uFillTx/>
                <a:latin typeface="Arial"/>
              </a:rPr>
              <a:t>Network Device Access Control: Similar to local username and password based authentication, for granularity and scalability, AAA is used to provide access to the network device.TACACS+ is preferred protocol for this use case.</a:t>
            </a:r>
            <a:endParaRPr lang="en-US" sz="2000" b="0" u="none" strike="noStrike">
              <a:solidFill>
                <a:schemeClr val="dk1"/>
              </a:solidFill>
              <a:effectLst/>
              <a:uFillTx/>
              <a:latin typeface="Aptos"/>
            </a:endParaRPr>
          </a:p>
          <a:p>
            <a:pPr marL="720000" indent="-228600" algn="l" defTabSz="914400">
              <a:lnSpc>
                <a:spcPct val="90000"/>
              </a:lnSpc>
              <a:spcBef>
                <a:spcPts val="1001"/>
              </a:spcBef>
              <a:buClr>
                <a:srgbClr val="000000"/>
              </a:buClr>
              <a:buFont typeface="Arial"/>
              <a:buAutoNum type="arabicPeriod"/>
            </a:pPr>
            <a:r>
              <a:rPr lang="en-US" sz="2000" b="0" u="none" strike="noStrike">
                <a:solidFill>
                  <a:schemeClr val="dk1"/>
                </a:solidFill>
                <a:effectLst/>
                <a:uFillTx/>
                <a:latin typeface="Arial"/>
              </a:rPr>
              <a:t>Secure Network Access Control (Services): Obtain identity of device or user before they are allowed to access network. RADIUS is preferred protocol for this use case.</a:t>
            </a:r>
            <a:endParaRPr lang="en-US" sz="2000" b="0" u="none" strike="noStrike">
              <a:solidFill>
                <a:schemeClr val="dk1"/>
              </a:solidFill>
              <a:effectLst/>
              <a:uFillTx/>
              <a:latin typeface="Aptos"/>
            </a:endParaRPr>
          </a:p>
        </p:txBody>
      </p:sp>
      <p:sp>
        <p:nvSpPr>
          <p:cNvPr id="114" name="Rectangle 113"/>
          <p:cNvSpPr/>
          <p:nvPr/>
        </p:nvSpPr>
        <p:spPr>
          <a:xfrm>
            <a:off x="189360" y="5442480"/>
            <a:ext cx="4317840" cy="89784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pic>
        <p:nvPicPr>
          <p:cNvPr id="115" name="Picture 114"/>
          <p:cNvPicPr/>
          <p:nvPr/>
        </p:nvPicPr>
        <p:blipFill>
          <a:blip r:embed="rId1"/>
          <a:stretch/>
        </p:blipFill>
        <p:spPr>
          <a:xfrm>
            <a:off x="244800" y="2476080"/>
            <a:ext cx="3173760" cy="1482480"/>
          </a:xfrm>
          <a:prstGeom prst="rect">
            <a:avLst/>
          </a:prstGeom>
          <a:noFill/>
          <a:ln w="0">
            <a:noFill/>
          </a:ln>
        </p:spPr>
      </p:pic>
      <p:sp>
        <p:nvSpPr>
          <p:cNvPr id="116" name="Rectangle 115"/>
          <p:cNvSpPr/>
          <p:nvPr/>
        </p:nvSpPr>
        <p:spPr>
          <a:xfrm>
            <a:off x="108000" y="3960000"/>
            <a:ext cx="3598560" cy="26485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1800" b="1" u="none" strike="noStrike">
                <a:solidFill>
                  <a:srgbClr val="000000"/>
                </a:solidFill>
                <a:effectLst/>
                <a:uFillTx/>
                <a:latin typeface="Arial"/>
              </a:rPr>
              <a:t>TACACS+</a:t>
            </a:r>
            <a:endParaRPr lang="en-AU" sz="18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pPr>
            <a:r>
              <a:rPr lang="en-AU" sz="1800" b="0" u="none" strike="noStrike">
                <a:solidFill>
                  <a:srgbClr val="000000"/>
                </a:solidFill>
                <a:effectLst/>
                <a:uFillTx/>
                <a:latin typeface="Arial"/>
              </a:rPr>
              <a:t>Developed by Cisco and released as Open source.</a:t>
            </a:r>
            <a:endParaRPr lang="en-AU" sz="18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pPr>
            <a:r>
              <a:rPr lang="en-AU" sz="1800" b="0" u="none" strike="noStrike">
                <a:solidFill>
                  <a:srgbClr val="000000"/>
                </a:solidFill>
                <a:effectLst/>
                <a:uFillTx/>
                <a:latin typeface="Arial"/>
              </a:rPr>
              <a:t>Mainly used for Network Device access control.</a:t>
            </a:r>
            <a:endParaRPr lang="en-AU" sz="18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pPr>
            <a:r>
              <a:rPr lang="en-AU" sz="1800" b="0" u="none" strike="noStrike">
                <a:solidFill>
                  <a:srgbClr val="000000"/>
                </a:solidFill>
                <a:effectLst/>
                <a:uFillTx/>
                <a:latin typeface="Arial"/>
              </a:rPr>
              <a:t>Possible to use for network access control.</a:t>
            </a:r>
            <a:endParaRPr lang="en-AU" sz="18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pPr>
            <a:r>
              <a:rPr lang="en-AU" sz="1800" b="0" u="none" strike="noStrike">
                <a:solidFill>
                  <a:srgbClr val="000000"/>
                </a:solidFill>
                <a:effectLst/>
                <a:uFillTx/>
                <a:latin typeface="Arial"/>
              </a:rPr>
              <a:t>Uses TCP port 49 for TACACS+ client server communication.</a:t>
            </a: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0" y="0"/>
            <a:ext cx="3778560" cy="107856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chemeClr val="lt1"/>
                </a:solidFill>
                <a:effectLst/>
                <a:uFillTx/>
                <a:latin typeface="Aptos Display"/>
              </a:rPr>
              <a:t>3. AAA </a:t>
            </a:r>
            <a:endParaRPr lang="en-US" sz="4400" b="0" u="none" strike="noStrike">
              <a:solidFill>
                <a:schemeClr val="dk1"/>
              </a:solidFill>
              <a:effectLst/>
              <a:uFillTx/>
              <a:latin typeface="Aptos Display"/>
            </a:endParaRPr>
          </a:p>
        </p:txBody>
      </p:sp>
      <p:sp>
        <p:nvSpPr>
          <p:cNvPr id="118" name="PlaceHolder 2"/>
          <p:cNvSpPr>
            <a:spLocks noGrp="1"/>
          </p:cNvSpPr>
          <p:nvPr>
            <p:ph/>
          </p:nvPr>
        </p:nvSpPr>
        <p:spPr>
          <a:xfrm>
            <a:off x="4140000" y="180000"/>
            <a:ext cx="7917840" cy="384480"/>
          </a:xfrm>
          <a:prstGeom prst="rect">
            <a:avLst/>
          </a:prstGeom>
          <a:noFill/>
          <a:ln w="0">
            <a:noFill/>
          </a:ln>
        </p:spPr>
        <p:txBody>
          <a:bodyPr lIns="0" tIns="0" rIns="0" bIns="0" anchor="t">
            <a:spAutoFit/>
          </a:bodyPr>
          <a:p>
            <a:pPr marL="228600" indent="-228600" algn="l" defTabSz="914400">
              <a:lnSpc>
                <a:spcPct val="90000"/>
              </a:lnSpc>
              <a:spcBef>
                <a:spcPts val="1001"/>
              </a:spcBef>
              <a:buClr>
                <a:srgbClr val="000000"/>
              </a:buClr>
              <a:buSzPct val="60000"/>
              <a:buFont typeface="Symbol" charset="2"/>
              <a:buChar char=""/>
            </a:pPr>
            <a:r>
              <a:rPr lang="en-US" sz="2000" b="1" u="none" strike="noStrike">
                <a:solidFill>
                  <a:schemeClr val="dk1"/>
                </a:solidFill>
                <a:effectLst/>
                <a:uFillTx/>
                <a:latin typeface="Arial"/>
              </a:rPr>
              <a:t>RADIUS and TACACS+ Comparison:</a:t>
            </a:r>
            <a:endParaRPr lang="en-US" sz="2000" b="0" u="none" strike="noStrike">
              <a:solidFill>
                <a:schemeClr val="dk1"/>
              </a:solidFill>
              <a:effectLst/>
              <a:uFillTx/>
              <a:latin typeface="Aptos"/>
            </a:endParaRPr>
          </a:p>
          <a:p>
            <a:pPr marL="228600" indent="0" algn="l" defTabSz="914400">
              <a:lnSpc>
                <a:spcPct val="90000"/>
              </a:lnSpc>
              <a:spcBef>
                <a:spcPts val="1001"/>
              </a:spcBef>
              <a:buNone/>
              <a:tabLst>
                <a:tab pos="0" algn="l"/>
              </a:tabLst>
            </a:pPr>
            <a:endParaRPr lang="en-US" sz="2000" b="0" u="none" strike="noStrike">
              <a:solidFill>
                <a:schemeClr val="dk1"/>
              </a:solidFill>
              <a:effectLst/>
              <a:uFillTx/>
              <a:latin typeface="Aptos"/>
            </a:endParaRPr>
          </a:p>
        </p:txBody>
      </p:sp>
      <p:sp>
        <p:nvSpPr>
          <p:cNvPr id="119" name="Rectangle 118"/>
          <p:cNvSpPr/>
          <p:nvPr/>
        </p:nvSpPr>
        <p:spPr>
          <a:xfrm>
            <a:off x="189360" y="5442480"/>
            <a:ext cx="4317840" cy="89784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20" name="Rectangle 119"/>
          <p:cNvSpPr/>
          <p:nvPr/>
        </p:nvSpPr>
        <p:spPr>
          <a:xfrm>
            <a:off x="4140000" y="4237920"/>
            <a:ext cx="7918560" cy="18806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1800" b="0" u="none" strike="noStrike">
                <a:solidFill>
                  <a:srgbClr val="000000"/>
                </a:solidFill>
                <a:effectLst/>
                <a:uFillTx/>
                <a:latin typeface="Arial"/>
              </a:rPr>
              <a:t>Cisco Secure Access Control Server(</a:t>
            </a:r>
            <a:r>
              <a:rPr lang="en-AU" sz="1800" b="1" u="none" strike="noStrike">
                <a:solidFill>
                  <a:srgbClr val="000000"/>
                </a:solidFill>
                <a:effectLst/>
                <a:uFillTx/>
                <a:latin typeface="Arial"/>
              </a:rPr>
              <a:t>ACS</a:t>
            </a:r>
            <a:r>
              <a:rPr lang="en-AU" sz="1800" b="0" u="none" strike="noStrike">
                <a:solidFill>
                  <a:srgbClr val="000000"/>
                </a:solidFill>
                <a:effectLst/>
                <a:uFillTx/>
                <a:latin typeface="Arial"/>
              </a:rPr>
              <a:t>) was the AAA server for network device access control using TACACS+ and secure network access using RADIUS, which is now updated to Cisco Identity Services Engine (</a:t>
            </a:r>
            <a:r>
              <a:rPr lang="en-AU" sz="1800" b="1" u="none" strike="noStrike">
                <a:solidFill>
                  <a:srgbClr val="000000"/>
                </a:solidFill>
                <a:effectLst/>
                <a:uFillTx/>
                <a:latin typeface="Arial"/>
              </a:rPr>
              <a:t>ISE</a:t>
            </a:r>
            <a:r>
              <a:rPr lang="en-AU" sz="1800" b="0" u="none" strike="noStrike">
                <a:solidFill>
                  <a:srgbClr val="000000"/>
                </a:solidFill>
                <a:effectLst/>
                <a:uFillTx/>
                <a:latin typeface="Arial"/>
              </a:rPr>
              <a:t>).</a:t>
            </a:r>
            <a:endParaRPr lang="en-AU" sz="1800" b="0" u="none" strike="noStrike">
              <a:solidFill>
                <a:srgbClr val="000000"/>
              </a:solidFill>
              <a:effectLst/>
              <a:uFillTx/>
              <a:latin typeface="Arial"/>
            </a:endParaRPr>
          </a:p>
          <a:p>
            <a:pPr defTabSz="914400">
              <a:lnSpc>
                <a:spcPct val="100000"/>
              </a:lnSpc>
            </a:pPr>
            <a:r>
              <a:rPr lang="en-AU" sz="1800" b="1" u="none" strike="noStrike">
                <a:solidFill>
                  <a:srgbClr val="000000"/>
                </a:solidFill>
                <a:effectLst/>
                <a:uFillTx/>
                <a:latin typeface="Arial"/>
              </a:rPr>
              <a:t>Steps to configure TACACS+ for network device access:</a:t>
            </a:r>
            <a:endParaRPr lang="en-AU" sz="1800" b="0" u="none" strike="noStrike">
              <a:solidFill>
                <a:srgbClr val="000000"/>
              </a:solidFill>
              <a:effectLst/>
              <a:uFillTx/>
              <a:latin typeface="Arial"/>
            </a:endParaRPr>
          </a:p>
          <a:p>
            <a:pPr marL="360000" indent="-216000" defTabSz="914400">
              <a:lnSpc>
                <a:spcPct val="100000"/>
              </a:lnSpc>
              <a:buClr>
                <a:srgbClr val="000000"/>
              </a:buClr>
              <a:buFont typeface="OpenSymbol"/>
              <a:buAutoNum type="arabicPeriod"/>
            </a:pPr>
            <a:r>
              <a:rPr lang="en-AU" sz="1800" b="0" u="none" strike="noStrike">
                <a:solidFill>
                  <a:srgbClr val="000000"/>
                </a:solidFill>
                <a:effectLst/>
                <a:uFillTx/>
                <a:latin typeface="Arial"/>
              </a:rPr>
              <a:t>Configure network device as TACACS+ AAA client.</a:t>
            </a:r>
            <a:endParaRPr lang="en-AU" sz="1800" b="0" u="none" strike="noStrike">
              <a:solidFill>
                <a:srgbClr val="000000"/>
              </a:solidFill>
              <a:effectLst/>
              <a:uFillTx/>
              <a:latin typeface="Arial"/>
            </a:endParaRPr>
          </a:p>
          <a:p>
            <a:pPr marL="360000" indent="-216000" defTabSz="914400">
              <a:lnSpc>
                <a:spcPct val="100000"/>
              </a:lnSpc>
              <a:buClr>
                <a:srgbClr val="000000"/>
              </a:buClr>
              <a:buFont typeface="OpenSymbol"/>
              <a:buAutoNum type="arabicPeriod"/>
            </a:pPr>
            <a:r>
              <a:rPr lang="en-AU" sz="1800" b="0" u="none" strike="noStrike">
                <a:solidFill>
                  <a:srgbClr val="000000"/>
                </a:solidFill>
                <a:effectLst/>
                <a:uFillTx/>
                <a:latin typeface="Arial"/>
              </a:rPr>
              <a:t>Configure TACACS+ AAA server such as ISE. </a:t>
            </a:r>
            <a:endParaRPr lang="en-AU" sz="1800" b="0" u="none" strike="noStrike">
              <a:solidFill>
                <a:srgbClr val="000000"/>
              </a:solidFill>
              <a:effectLst/>
              <a:uFillTx/>
              <a:latin typeface="Arial"/>
            </a:endParaRPr>
          </a:p>
          <a:p>
            <a:pPr defTabSz="914400">
              <a:lnSpc>
                <a:spcPct val="100000"/>
              </a:lnSpc>
            </a:pPr>
            <a:endParaRPr lang="en-AU" sz="1800" b="0" u="none" strike="noStrike">
              <a:solidFill>
                <a:srgbClr val="000000"/>
              </a:solidFill>
              <a:effectLst/>
              <a:uFillTx/>
              <a:latin typeface="Arial"/>
            </a:endParaRPr>
          </a:p>
        </p:txBody>
      </p:sp>
      <p:graphicFrame>
        <p:nvGraphicFramePr>
          <p:cNvPr id="121" name="Table 120"/>
          <p:cNvGraphicFramePr/>
          <p:nvPr/>
        </p:nvGraphicFramePr>
        <p:xfrm>
          <a:off x="4165200" y="566640"/>
          <a:ext cx="7894080" cy="3180240"/>
        </p:xfrm>
        <a:graphic>
          <a:graphicData uri="http://schemas.openxmlformats.org/drawingml/2006/table">
            <a:tbl>
              <a:tblPr/>
              <a:tblGrid>
                <a:gridCol w="1661400"/>
                <a:gridCol w="3116520"/>
                <a:gridCol w="3116520"/>
              </a:tblGrid>
              <a:tr h="258120">
                <a:tc>
                  <a:txBody>
                    <a:bodyPr lIns="36000" tIns="36000" rIns="36000" bIns="36000" anchor="t">
                      <a:noAutofit/>
                    </a:bodyPr>
                    <a:p>
                      <a:pPr defTabSz="914400">
                        <a:lnSpc>
                          <a:spcPct val="100000"/>
                        </a:lnSpc>
                      </a:pPr>
                      <a:r>
                        <a:rPr lang="en-AU" sz="1200" b="1" u="none" strike="noStrike">
                          <a:solidFill>
                            <a:srgbClr val="000000"/>
                          </a:solidFill>
                          <a:effectLst/>
                          <a:uFillTx/>
                          <a:latin typeface="Arial"/>
                        </a:rPr>
                        <a:t>Components </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729FCF"/>
                    </a:solidFill>
                  </a:tcPr>
                </a:tc>
                <a:tc>
                  <a:txBody>
                    <a:bodyPr lIns="36000" tIns="36000" rIns="36000" bIns="36000" anchor="t">
                      <a:noAutofit/>
                    </a:bodyPr>
                    <a:p>
                      <a:pPr defTabSz="914400">
                        <a:lnSpc>
                          <a:spcPct val="100000"/>
                        </a:lnSpc>
                      </a:pPr>
                      <a:r>
                        <a:rPr lang="en-AU" sz="1200" b="1" u="none" strike="noStrike">
                          <a:solidFill>
                            <a:srgbClr val="000000"/>
                          </a:solidFill>
                          <a:effectLst/>
                          <a:uFillTx/>
                          <a:latin typeface="Arial"/>
                        </a:rPr>
                        <a:t>RADIUS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729FCF"/>
                    </a:solidFill>
                  </a:tcPr>
                </a:tc>
                <a:tc>
                  <a:txBody>
                    <a:bodyPr lIns="36000" tIns="36000" rIns="36000" bIns="36000" anchor="t">
                      <a:noAutofit/>
                    </a:bodyPr>
                    <a:p>
                      <a:pPr defTabSz="914400">
                        <a:lnSpc>
                          <a:spcPct val="100000"/>
                        </a:lnSpc>
                      </a:pPr>
                      <a:r>
                        <a:rPr lang="en-AU" sz="1200" b="1" u="none" strike="noStrike">
                          <a:solidFill>
                            <a:srgbClr val="000000"/>
                          </a:solidFill>
                          <a:effectLst/>
                          <a:uFillTx/>
                          <a:latin typeface="Arial"/>
                        </a:rPr>
                        <a:t>TACACS+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729FCF"/>
                    </a:solidFill>
                  </a:tcPr>
                </a:tc>
              </a:tr>
              <a:tr h="1169640">
                <a:tc>
                  <a:txBody>
                    <a:bodyPr lIns="36000" tIns="36000" rIns="36000" bIns="36000" anchor="t">
                      <a:noAutofit/>
                    </a:bodyPr>
                    <a:p>
                      <a:pPr defTabSz="914400">
                        <a:lnSpc>
                          <a:spcPct val="100000"/>
                        </a:lnSpc>
                      </a:pPr>
                      <a:r>
                        <a:rPr lang="en-AU" sz="1200" b="1" u="none" strike="noStrike">
                          <a:solidFill>
                            <a:srgbClr val="000000"/>
                          </a:solidFill>
                          <a:effectLst/>
                          <a:uFillTx/>
                          <a:latin typeface="Arial"/>
                        </a:rPr>
                        <a:t>Protocol and Ports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77BC65"/>
                    </a:solidFill>
                  </a:tcPr>
                </a:tc>
                <a:tc>
                  <a:txBody>
                    <a:bodyPr lIns="36000" tIns="36000" rIns="36000" bIns="36000" anchor="t">
                      <a:noAutofit/>
                    </a:bodyPr>
                    <a:p>
                      <a:pPr defTabSz="914400">
                        <a:lnSpc>
                          <a:spcPct val="100000"/>
                        </a:lnSpc>
                      </a:pPr>
                      <a:r>
                        <a:rPr lang="en-AU" sz="1200" b="1" u="none" strike="noStrike">
                          <a:solidFill>
                            <a:srgbClr val="000000"/>
                          </a:solidFill>
                          <a:effectLst/>
                          <a:uFillTx/>
                          <a:latin typeface="Arial"/>
                        </a:rPr>
                        <a:t>Cisco’s implementation:</a:t>
                      </a:r>
                      <a:endParaRPr lang="en-AU" sz="12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pPr>
                      <a:r>
                        <a:rPr lang="en-AU" sz="1200" b="0" u="none" strike="noStrike">
                          <a:solidFill>
                            <a:srgbClr val="000000"/>
                          </a:solidFill>
                          <a:effectLst/>
                          <a:uFillTx/>
                          <a:latin typeface="Arial"/>
                        </a:rPr>
                        <a:t>UDP: port 1645 (auth &amp; author)</a:t>
                      </a:r>
                      <a:endParaRPr lang="en-AU" sz="12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pPr>
                      <a:r>
                        <a:rPr lang="en-AU" sz="1200" b="0" u="none" strike="noStrike">
                          <a:solidFill>
                            <a:srgbClr val="000000"/>
                          </a:solidFill>
                          <a:effectLst/>
                          <a:uFillTx/>
                          <a:latin typeface="Arial"/>
                        </a:rPr>
                        <a:t>UDP: port 1646 (acc)</a:t>
                      </a:r>
                      <a:endParaRPr lang="en-AU" sz="1200" b="0" u="none" strike="noStrike">
                        <a:solidFill>
                          <a:srgbClr val="000000"/>
                        </a:solidFill>
                        <a:effectLst/>
                        <a:uFillTx/>
                        <a:latin typeface="Arial"/>
                      </a:endParaRPr>
                    </a:p>
                    <a:p>
                      <a:pPr defTabSz="914400">
                        <a:lnSpc>
                          <a:spcPct val="100000"/>
                        </a:lnSpc>
                      </a:pPr>
                      <a:r>
                        <a:rPr lang="en-AU" sz="1200" b="1" u="none" strike="noStrike">
                          <a:solidFill>
                            <a:srgbClr val="000000"/>
                          </a:solidFill>
                          <a:effectLst/>
                          <a:uFillTx/>
                          <a:latin typeface="Arial"/>
                        </a:rPr>
                        <a:t>Industry standard:</a:t>
                      </a:r>
                      <a:endParaRPr lang="en-AU" sz="12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pPr>
                      <a:r>
                        <a:rPr lang="en-AU" sz="1200" b="0" u="none" strike="noStrike">
                          <a:solidFill>
                            <a:srgbClr val="000000"/>
                          </a:solidFill>
                          <a:effectLst/>
                          <a:uFillTx/>
                          <a:latin typeface="Arial"/>
                        </a:rPr>
                        <a:t>UDP: port 1812 (auth &amp; author)</a:t>
                      </a:r>
                      <a:endParaRPr lang="en-AU" sz="12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pPr>
                      <a:r>
                        <a:rPr lang="en-AU" sz="1200" b="0" u="none" strike="noStrike">
                          <a:solidFill>
                            <a:srgbClr val="000000"/>
                          </a:solidFill>
                          <a:effectLst/>
                          <a:uFillTx/>
                          <a:latin typeface="Arial"/>
                        </a:rPr>
                        <a:t>UDP: port 1813 (acc)</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defTabSz="914400">
                        <a:lnSpc>
                          <a:spcPct val="100000"/>
                        </a:lnSpc>
                      </a:pPr>
                      <a:r>
                        <a:rPr lang="en-AU" sz="1200" b="0" u="none" strike="noStrike">
                          <a:solidFill>
                            <a:srgbClr val="000000"/>
                          </a:solidFill>
                          <a:effectLst/>
                          <a:uFillTx/>
                          <a:latin typeface="Arial"/>
                        </a:rPr>
                        <a:t>TCP port 49</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438120">
                <a:tc>
                  <a:txBody>
                    <a:bodyPr lIns="36000" tIns="36000" rIns="36000" bIns="36000" anchor="t">
                      <a:noAutofit/>
                    </a:bodyPr>
                    <a:p>
                      <a:pPr defTabSz="914400">
                        <a:lnSpc>
                          <a:spcPct val="100000"/>
                        </a:lnSpc>
                      </a:pPr>
                      <a:r>
                        <a:rPr lang="en-AU" sz="1200" b="1" u="none" strike="noStrike">
                          <a:solidFill>
                            <a:srgbClr val="000000"/>
                          </a:solidFill>
                          <a:effectLst/>
                          <a:uFillTx/>
                          <a:latin typeface="Arial"/>
                        </a:rPr>
                        <a:t>Encryption</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77BC65"/>
                    </a:solidFill>
                  </a:tcPr>
                </a:tc>
                <a:tc>
                  <a:txBody>
                    <a:bodyPr lIns="36000" tIns="36000" rIns="36000" bIns="36000" anchor="t">
                      <a:noAutofit/>
                    </a:bodyPr>
                    <a:p>
                      <a:pPr marL="216000" indent="-216000" defTabSz="914400">
                        <a:lnSpc>
                          <a:spcPct val="100000"/>
                        </a:lnSpc>
                        <a:buClr>
                          <a:srgbClr val="000000"/>
                        </a:buClr>
                        <a:buSzPct val="45000"/>
                        <a:buFont typeface="Wingdings" charset="2"/>
                        <a:buChar char=""/>
                      </a:pPr>
                      <a:r>
                        <a:rPr lang="en-AU" sz="1200" b="0" u="none" strike="noStrike">
                          <a:solidFill>
                            <a:srgbClr val="000000"/>
                          </a:solidFill>
                          <a:effectLst/>
                          <a:uFillTx/>
                          <a:latin typeface="Arial"/>
                        </a:rPr>
                        <a:t>Encrypts only password field</a:t>
                      </a:r>
                      <a:endParaRPr lang="en-AU" sz="12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pPr>
                      <a:r>
                        <a:rPr lang="en-AU" sz="1200" b="0" u="none" strike="noStrike">
                          <a:solidFill>
                            <a:srgbClr val="000000"/>
                          </a:solidFill>
                          <a:effectLst/>
                          <a:uFillTx/>
                          <a:latin typeface="Arial"/>
                        </a:rPr>
                        <a:t>Supports EAP for 802.1x</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marL="216000" indent="-216000" defTabSz="914400">
                        <a:lnSpc>
                          <a:spcPct val="100000"/>
                        </a:lnSpc>
                        <a:buClr>
                          <a:srgbClr val="000000"/>
                        </a:buClr>
                        <a:buSzPct val="45000"/>
                        <a:buFont typeface="Wingdings" charset="2"/>
                        <a:buChar char=""/>
                      </a:pPr>
                      <a:r>
                        <a:rPr lang="en-AU" sz="1200" b="0" u="none" strike="noStrike">
                          <a:solidFill>
                            <a:srgbClr val="000000"/>
                          </a:solidFill>
                          <a:effectLst/>
                          <a:uFillTx/>
                          <a:latin typeface="Arial"/>
                        </a:rPr>
                        <a:t>Encrypts entire payload</a:t>
                      </a:r>
                      <a:endParaRPr lang="en-AU" sz="12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pPr>
                      <a:r>
                        <a:rPr lang="en-AU" sz="1200" b="0" u="none" strike="noStrike">
                          <a:solidFill>
                            <a:srgbClr val="000000"/>
                          </a:solidFill>
                          <a:effectLst/>
                          <a:uFillTx/>
                          <a:latin typeface="Arial"/>
                        </a:rPr>
                        <a:t>Does not support 802.1x</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621000">
                <a:tc>
                  <a:txBody>
                    <a:bodyPr lIns="36000" tIns="36000" rIns="36000" bIns="36000" anchor="t">
                      <a:noAutofit/>
                    </a:bodyPr>
                    <a:p>
                      <a:pPr defTabSz="914400">
                        <a:lnSpc>
                          <a:spcPct val="100000"/>
                        </a:lnSpc>
                      </a:pPr>
                      <a:r>
                        <a:rPr lang="en-AU" sz="1200" b="1" u="none" strike="noStrike">
                          <a:solidFill>
                            <a:srgbClr val="000000"/>
                          </a:solidFill>
                          <a:effectLst/>
                          <a:uFillTx/>
                          <a:latin typeface="Arial"/>
                        </a:rPr>
                        <a:t>Authentication &amp; Authorisation</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77BC65"/>
                    </a:solidFill>
                  </a:tcPr>
                </a:tc>
                <a:tc>
                  <a:txBody>
                    <a:bodyPr lIns="36000" tIns="36000" rIns="36000" bIns="36000" anchor="t">
                      <a:noAutofit/>
                    </a:bodyPr>
                    <a:p>
                      <a:pPr marL="216000" indent="-216000" defTabSz="914400">
                        <a:lnSpc>
                          <a:spcPct val="100000"/>
                        </a:lnSpc>
                        <a:buClr>
                          <a:srgbClr val="000000"/>
                        </a:buClr>
                        <a:buSzPct val="45000"/>
                        <a:buFont typeface="Wingdings" charset="2"/>
                        <a:buChar char=""/>
                      </a:pPr>
                      <a:r>
                        <a:rPr lang="en-AU" sz="1200" b="0" u="none" strike="noStrike">
                          <a:solidFill>
                            <a:srgbClr val="000000"/>
                          </a:solidFill>
                          <a:effectLst/>
                          <a:uFillTx/>
                          <a:latin typeface="Arial"/>
                        </a:rPr>
                        <a:t>Combines Auth &amp; Authorisation</a:t>
                      </a:r>
                      <a:endParaRPr lang="en-AU" sz="12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pPr>
                      <a:r>
                        <a:rPr lang="en-AU" sz="1200" b="0" u="none" strike="noStrike">
                          <a:solidFill>
                            <a:srgbClr val="000000"/>
                          </a:solidFill>
                          <a:effectLst/>
                          <a:uFillTx/>
                          <a:latin typeface="Arial"/>
                        </a:rPr>
                        <a:t>Cannot be used to authorise individual CLI commands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marL="216000" indent="-216000" defTabSz="914400">
                        <a:lnSpc>
                          <a:spcPct val="100000"/>
                        </a:lnSpc>
                        <a:buClr>
                          <a:srgbClr val="000000"/>
                        </a:buClr>
                        <a:buSzPct val="45000"/>
                        <a:buFont typeface="Wingdings" charset="2"/>
                        <a:buChar char=""/>
                      </a:pPr>
                      <a:r>
                        <a:rPr lang="en-AU" sz="1200" b="0" u="none" strike="noStrike">
                          <a:solidFill>
                            <a:srgbClr val="000000"/>
                          </a:solidFill>
                          <a:effectLst/>
                          <a:uFillTx/>
                          <a:latin typeface="Arial"/>
                        </a:rPr>
                        <a:t>Separate Auth &amp; Author</a:t>
                      </a:r>
                      <a:endParaRPr lang="en-AU" sz="1200" b="0" u="none" strike="noStrike">
                        <a:solidFill>
                          <a:srgbClr val="000000"/>
                        </a:solidFill>
                        <a:effectLst/>
                        <a:uFillTx/>
                        <a:latin typeface="Arial"/>
                      </a:endParaRPr>
                    </a:p>
                    <a:p>
                      <a:pPr marL="216000" indent="-216000" defTabSz="914400">
                        <a:lnSpc>
                          <a:spcPct val="100000"/>
                        </a:lnSpc>
                        <a:buClr>
                          <a:srgbClr val="000000"/>
                        </a:buClr>
                        <a:buSzPct val="45000"/>
                        <a:buFont typeface="Wingdings" charset="2"/>
                        <a:buChar char=""/>
                      </a:pPr>
                      <a:r>
                        <a:rPr lang="en-AU" sz="1200" b="0" u="none" strike="noStrike">
                          <a:solidFill>
                            <a:srgbClr val="000000"/>
                          </a:solidFill>
                          <a:effectLst/>
                          <a:uFillTx/>
                          <a:latin typeface="Arial"/>
                        </a:rPr>
                        <a:t>Can be used to authorise individual CLI commands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438120">
                <a:tc>
                  <a:txBody>
                    <a:bodyPr lIns="36000" tIns="36000" rIns="36000" bIns="36000" anchor="t">
                      <a:noAutofit/>
                    </a:bodyPr>
                    <a:p>
                      <a:pPr defTabSz="914400">
                        <a:lnSpc>
                          <a:spcPct val="100000"/>
                        </a:lnSpc>
                      </a:pPr>
                      <a:r>
                        <a:rPr lang="en-AU" sz="1200" b="1" u="none" strike="noStrike">
                          <a:solidFill>
                            <a:srgbClr val="000000"/>
                          </a:solidFill>
                          <a:effectLst/>
                          <a:uFillTx/>
                          <a:latin typeface="Arial"/>
                        </a:rPr>
                        <a:t>Accounting</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77BC65"/>
                    </a:solidFill>
                  </a:tcPr>
                </a:tc>
                <a:tc>
                  <a:txBody>
                    <a:bodyPr lIns="36000" tIns="36000" rIns="36000" bIns="36000" anchor="t">
                      <a:noAutofit/>
                    </a:bodyPr>
                    <a:p>
                      <a:pPr defTabSz="914400">
                        <a:lnSpc>
                          <a:spcPct val="100000"/>
                        </a:lnSpc>
                      </a:pPr>
                      <a:r>
                        <a:rPr lang="en-AU" sz="1200" b="0" u="none" strike="noStrike">
                          <a:solidFill>
                            <a:srgbClr val="000000"/>
                          </a:solidFill>
                          <a:effectLst/>
                          <a:uFillTx/>
                          <a:latin typeface="Arial"/>
                        </a:rPr>
                        <a:t>Does not support network device CLI command accounting</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defTabSz="914400">
                        <a:lnSpc>
                          <a:spcPct val="100000"/>
                        </a:lnSpc>
                      </a:pPr>
                      <a:r>
                        <a:rPr lang="en-AU" sz="1200" b="0" u="none" strike="noStrike">
                          <a:solidFill>
                            <a:srgbClr val="000000"/>
                          </a:solidFill>
                          <a:effectLst/>
                          <a:uFillTx/>
                          <a:latin typeface="Arial"/>
                        </a:rPr>
                        <a:t>Supports network device CLI command accounting</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16000">
                <a:tc>
                  <a:txBody>
                    <a:bodyPr lIns="36000" tIns="36000" rIns="36000" bIns="36000" anchor="t">
                      <a:noAutofit/>
                    </a:bodyPr>
                    <a:p>
                      <a:pPr defTabSz="914400">
                        <a:lnSpc>
                          <a:spcPct val="100000"/>
                        </a:lnSpc>
                      </a:pPr>
                      <a:r>
                        <a:rPr lang="en-AU" sz="1200" b="1" u="none" strike="noStrike">
                          <a:solidFill>
                            <a:srgbClr val="000000"/>
                          </a:solidFill>
                          <a:effectLst/>
                          <a:uFillTx/>
                          <a:latin typeface="Arial"/>
                        </a:rPr>
                        <a:t>Primary Use</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77BC65"/>
                    </a:solidFill>
                  </a:tcPr>
                </a:tc>
                <a:tc>
                  <a:txBody>
                    <a:bodyPr lIns="36000" tIns="36000" rIns="36000" bIns="36000" anchor="t">
                      <a:noAutofit/>
                    </a:bodyPr>
                    <a:p>
                      <a:pPr defTabSz="914400">
                        <a:lnSpc>
                          <a:spcPct val="100000"/>
                        </a:lnSpc>
                      </a:pPr>
                      <a:r>
                        <a:rPr lang="en-AU" sz="1200" b="0" u="none" strike="noStrike">
                          <a:solidFill>
                            <a:srgbClr val="000000"/>
                          </a:solidFill>
                          <a:effectLst/>
                          <a:uFillTx/>
                          <a:latin typeface="Arial"/>
                        </a:rPr>
                        <a:t>Secure network access </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pPr defTabSz="914400">
                        <a:lnSpc>
                          <a:spcPct val="100000"/>
                        </a:lnSpc>
                      </a:pPr>
                      <a:r>
                        <a:rPr lang="en-AU" sz="1200" b="0" u="none" strike="noStrike">
                          <a:solidFill>
                            <a:srgbClr val="000000"/>
                          </a:solidFill>
                          <a:effectLst/>
                          <a:uFillTx/>
                          <a:latin typeface="Arial"/>
                        </a:rPr>
                        <a:t>Network device access control</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122" name="Rectangle 121"/>
          <p:cNvSpPr/>
          <p:nvPr/>
        </p:nvSpPr>
        <p:spPr>
          <a:xfrm>
            <a:off x="0" y="1260000"/>
            <a:ext cx="3958560" cy="53182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1800" b="1" u="none" strike="noStrike">
                <a:solidFill>
                  <a:srgbClr val="000000"/>
                </a:solidFill>
                <a:effectLst/>
                <a:uFillTx/>
                <a:latin typeface="Arial"/>
                <a:ea typeface="Microsoft YaHei"/>
              </a:rPr>
              <a:t>Steps to configure Cisco IOS network devices as TACACS+ AAA client:</a:t>
            </a:r>
            <a:endParaRPr lang="en-AU" sz="1800" b="0" u="none" strike="noStrike">
              <a:solidFill>
                <a:srgbClr val="000000"/>
              </a:solidFill>
              <a:effectLst/>
              <a:uFillTx/>
              <a:latin typeface="Arial"/>
            </a:endParaRPr>
          </a:p>
          <a:p>
            <a:pPr marL="216000" indent="-324000" defTabSz="914400">
              <a:lnSpc>
                <a:spcPct val="90000"/>
              </a:lnSpc>
              <a:spcBef>
                <a:spcPts val="1001"/>
              </a:spcBef>
              <a:buClr>
                <a:srgbClr val="000000"/>
              </a:buClr>
              <a:buFont typeface="OpenSymbol"/>
              <a:buAutoNum type="arabicPeriod"/>
            </a:pPr>
            <a:r>
              <a:rPr lang="en-US" sz="1600" b="0" u="none" strike="noStrike">
                <a:solidFill>
                  <a:schemeClr val="dk1"/>
                </a:solidFill>
                <a:effectLst/>
                <a:uFillTx/>
                <a:latin typeface="Arial"/>
                <a:ea typeface="Microsoft YaHei"/>
              </a:rPr>
              <a:t>Create </a:t>
            </a:r>
            <a:r>
              <a:rPr lang="en-US" sz="1600" b="0" u="none" strike="noStrike">
                <a:solidFill>
                  <a:srgbClr val="000000"/>
                </a:solidFill>
                <a:effectLst/>
                <a:uFillTx/>
                <a:latin typeface="Arial"/>
                <a:ea typeface="Microsoft YaHei"/>
              </a:rPr>
              <a:t>local</a:t>
            </a:r>
            <a:r>
              <a:rPr lang="en-US" sz="1600" b="0" u="none" strike="noStrike">
                <a:solidFill>
                  <a:schemeClr val="dk1"/>
                </a:solidFill>
                <a:effectLst/>
                <a:uFillTx/>
                <a:latin typeface="Arial"/>
                <a:ea typeface="Microsoft YaHei"/>
              </a:rPr>
              <a:t> user with full privilege as a fallback to prevent being locked out after configuring TACACS+ using command</a:t>
            </a:r>
            <a:r>
              <a:rPr lang="en-US" sz="1800" b="0" u="none" strike="noStrike">
                <a:solidFill>
                  <a:schemeClr val="dk1"/>
                </a:solidFill>
                <a:effectLst/>
                <a:uFillTx/>
                <a:latin typeface="Arial"/>
                <a:ea typeface="Microsoft YaHei"/>
              </a:rPr>
              <a:t> </a:t>
            </a:r>
            <a:endParaRPr lang="en-AU" sz="1800" b="0" u="none" strike="noStrike">
              <a:solidFill>
                <a:srgbClr val="000000"/>
              </a:solidFill>
              <a:effectLst/>
              <a:uFillTx/>
              <a:latin typeface="Arial"/>
            </a:endParaRPr>
          </a:p>
          <a:p>
            <a:pPr marL="360000" defTabSz="914400">
              <a:lnSpc>
                <a:spcPct val="90000"/>
              </a:lnSpc>
              <a:spcBef>
                <a:spcPts val="1001"/>
              </a:spcBef>
            </a:pPr>
            <a:r>
              <a:rPr lang="en-US" sz="1200" b="1" u="none" strike="noStrike">
                <a:solidFill>
                  <a:schemeClr val="dk1"/>
                </a:solidFill>
                <a:effectLst/>
                <a:uFillTx/>
                <a:latin typeface="Arial"/>
                <a:ea typeface="Microsoft YaHei"/>
              </a:rPr>
              <a:t>username</a:t>
            </a:r>
            <a:r>
              <a:rPr lang="en-US" sz="1200" b="0" i="1" u="none" strike="noStrike">
                <a:solidFill>
                  <a:schemeClr val="dk1"/>
                </a:solidFill>
                <a:effectLst/>
                <a:uFillTx/>
                <a:latin typeface="Arial"/>
                <a:ea typeface="Microsoft YaHei"/>
              </a:rPr>
              <a:t> </a:t>
            </a:r>
            <a:r>
              <a:rPr lang="en-US" sz="1200" b="0" u="none" strike="noStrike">
                <a:solidFill>
                  <a:schemeClr val="dk1"/>
                </a:solidFill>
                <a:effectLst/>
                <a:uFillTx/>
                <a:latin typeface="Arial"/>
                <a:ea typeface="Microsoft YaHei"/>
              </a:rPr>
              <a:t>{</a:t>
            </a:r>
            <a:r>
              <a:rPr lang="en-US" sz="1200" b="0" i="1" u="none" strike="noStrike">
                <a:solidFill>
                  <a:schemeClr val="dk1"/>
                </a:solidFill>
                <a:effectLst/>
                <a:uFillTx/>
                <a:latin typeface="Arial"/>
                <a:ea typeface="Microsoft YaHei"/>
              </a:rPr>
              <a:t>username</a:t>
            </a:r>
            <a:r>
              <a:rPr lang="en-US" sz="1200" b="0" u="none" strike="noStrike">
                <a:solidFill>
                  <a:schemeClr val="dk1"/>
                </a:solidFill>
                <a:effectLst/>
                <a:uFillTx/>
                <a:latin typeface="Arial"/>
                <a:ea typeface="Microsoft YaHei"/>
              </a:rPr>
              <a:t>}</a:t>
            </a:r>
            <a:r>
              <a:rPr lang="en-US" sz="1200" b="0" i="1" u="none" strike="noStrike">
                <a:solidFill>
                  <a:schemeClr val="dk1"/>
                </a:solidFill>
                <a:effectLst/>
                <a:uFillTx/>
                <a:latin typeface="Arial"/>
                <a:ea typeface="Microsoft YaHei"/>
              </a:rPr>
              <a:t> </a:t>
            </a:r>
            <a:r>
              <a:rPr lang="en-US" sz="1200" b="1" u="none" strike="noStrike">
                <a:solidFill>
                  <a:schemeClr val="dk1"/>
                </a:solidFill>
                <a:effectLst/>
                <a:uFillTx/>
                <a:latin typeface="Arial"/>
                <a:ea typeface="Microsoft YaHei"/>
              </a:rPr>
              <a:t>privilege</a:t>
            </a:r>
            <a:r>
              <a:rPr lang="en-US" sz="1200" b="0" i="1" u="none" strike="noStrike">
                <a:solidFill>
                  <a:schemeClr val="dk1"/>
                </a:solidFill>
                <a:effectLst/>
                <a:uFillTx/>
                <a:latin typeface="Arial"/>
                <a:ea typeface="Microsoft YaHei"/>
              </a:rPr>
              <a:t> 15 </a:t>
            </a:r>
            <a:r>
              <a:rPr lang="en-US" sz="1200" b="1" u="none" strike="noStrike">
                <a:solidFill>
                  <a:schemeClr val="dk1"/>
                </a:solidFill>
                <a:effectLst/>
                <a:uFillTx/>
                <a:latin typeface="Arial"/>
                <a:ea typeface="Microsoft YaHei"/>
              </a:rPr>
              <a:t>algorithm-type</a:t>
            </a:r>
            <a:r>
              <a:rPr lang="en-US" sz="1200" b="0" i="1" u="none" strike="noStrike">
                <a:solidFill>
                  <a:schemeClr val="dk1"/>
                </a:solidFill>
                <a:effectLst/>
                <a:uFillTx/>
                <a:latin typeface="Arial"/>
                <a:ea typeface="Microsoft YaHei"/>
              </a:rPr>
              <a:t> </a:t>
            </a:r>
            <a:r>
              <a:rPr lang="en-US" sz="1200" b="0" u="none" strike="noStrike">
                <a:solidFill>
                  <a:schemeClr val="dk1"/>
                </a:solidFill>
                <a:effectLst/>
                <a:uFillTx/>
                <a:latin typeface="Arial"/>
                <a:ea typeface="Microsoft YaHei"/>
              </a:rPr>
              <a:t>{</a:t>
            </a:r>
            <a:r>
              <a:rPr lang="en-US" sz="1200" b="1" u="none" strike="noStrike">
                <a:solidFill>
                  <a:schemeClr val="dk1"/>
                </a:solidFill>
                <a:effectLst/>
                <a:uFillTx/>
                <a:latin typeface="Arial"/>
                <a:ea typeface="Microsoft YaHei"/>
              </a:rPr>
              <a:t>md5</a:t>
            </a:r>
            <a:r>
              <a:rPr lang="en-US" sz="1200" b="0" i="1" u="none" strike="noStrike">
                <a:solidFill>
                  <a:schemeClr val="dk1"/>
                </a:solidFill>
                <a:effectLst/>
                <a:uFillTx/>
                <a:latin typeface="Arial"/>
                <a:ea typeface="Microsoft YaHei"/>
              </a:rPr>
              <a:t> | </a:t>
            </a:r>
            <a:r>
              <a:rPr lang="en-US" sz="1200" b="1" u="none" strike="noStrike">
                <a:solidFill>
                  <a:schemeClr val="dk1"/>
                </a:solidFill>
                <a:effectLst/>
                <a:uFillTx/>
                <a:latin typeface="Arial"/>
                <a:ea typeface="Microsoft YaHei"/>
              </a:rPr>
              <a:t>sha256</a:t>
            </a:r>
            <a:r>
              <a:rPr lang="en-US" sz="1200" b="0" i="1" u="none" strike="noStrike">
                <a:solidFill>
                  <a:schemeClr val="dk1"/>
                </a:solidFill>
                <a:effectLst/>
                <a:uFillTx/>
                <a:latin typeface="Arial"/>
                <a:ea typeface="Microsoft YaHei"/>
              </a:rPr>
              <a:t> | </a:t>
            </a:r>
            <a:r>
              <a:rPr lang="en-US" sz="1200" b="1" u="none" strike="noStrike">
                <a:solidFill>
                  <a:schemeClr val="dk1"/>
                </a:solidFill>
                <a:effectLst/>
                <a:uFillTx/>
                <a:latin typeface="Arial"/>
                <a:ea typeface="Microsoft YaHei"/>
              </a:rPr>
              <a:t>scrypt</a:t>
            </a:r>
            <a:r>
              <a:rPr lang="en-US" sz="1200" b="0" u="none" strike="noStrike">
                <a:solidFill>
                  <a:schemeClr val="dk1"/>
                </a:solidFill>
                <a:effectLst/>
                <a:uFillTx/>
                <a:latin typeface="Arial"/>
                <a:ea typeface="Microsoft YaHei"/>
              </a:rPr>
              <a:t>}</a:t>
            </a:r>
            <a:r>
              <a:rPr lang="en-US" sz="1200" b="0" i="1" u="none" strike="noStrike">
                <a:solidFill>
                  <a:schemeClr val="dk1"/>
                </a:solidFill>
                <a:effectLst/>
                <a:uFillTx/>
                <a:latin typeface="Arial"/>
                <a:ea typeface="Microsoft YaHei"/>
              </a:rPr>
              <a:t> </a:t>
            </a:r>
            <a:r>
              <a:rPr lang="en-US" sz="1200" b="1" u="none" strike="noStrike">
                <a:solidFill>
                  <a:schemeClr val="dk1"/>
                </a:solidFill>
                <a:effectLst/>
                <a:uFillTx/>
                <a:latin typeface="Arial"/>
                <a:ea typeface="Microsoft YaHei"/>
              </a:rPr>
              <a:t>secret</a:t>
            </a:r>
            <a:r>
              <a:rPr lang="en-US" sz="1200" b="0" i="1" u="none" strike="noStrike">
                <a:solidFill>
                  <a:schemeClr val="dk1"/>
                </a:solidFill>
                <a:effectLst/>
                <a:uFillTx/>
                <a:latin typeface="Arial"/>
                <a:ea typeface="Microsoft YaHei"/>
              </a:rPr>
              <a:t> </a:t>
            </a:r>
            <a:r>
              <a:rPr lang="en-US" sz="1200" b="0" u="none" strike="noStrike">
                <a:solidFill>
                  <a:schemeClr val="dk1"/>
                </a:solidFill>
                <a:effectLst/>
                <a:uFillTx/>
                <a:latin typeface="Arial"/>
                <a:ea typeface="Microsoft YaHei"/>
              </a:rPr>
              <a:t>{</a:t>
            </a:r>
            <a:r>
              <a:rPr lang="en-US" sz="1200" b="0" i="1" u="none" strike="noStrike">
                <a:solidFill>
                  <a:schemeClr val="dk1"/>
                </a:solidFill>
                <a:effectLst/>
                <a:uFillTx/>
                <a:latin typeface="Arial"/>
                <a:ea typeface="Microsoft YaHei"/>
              </a:rPr>
              <a:t>password</a:t>
            </a:r>
            <a:r>
              <a:rPr lang="en-US" sz="1200" b="0" u="none" strike="noStrike">
                <a:solidFill>
                  <a:schemeClr val="dk1"/>
                </a:solidFill>
                <a:effectLst/>
                <a:uFillTx/>
                <a:latin typeface="Arial"/>
                <a:ea typeface="Microsoft YaHei"/>
              </a:rPr>
              <a:t>}</a:t>
            </a:r>
            <a:endParaRPr lang="en-AU" sz="1200" b="0" u="none" strike="noStrike">
              <a:solidFill>
                <a:srgbClr val="000000"/>
              </a:solidFill>
              <a:effectLst/>
              <a:uFillTx/>
              <a:latin typeface="Arial"/>
            </a:endParaRPr>
          </a:p>
          <a:p>
            <a:pPr marL="216000" indent="-216000" defTabSz="914400">
              <a:lnSpc>
                <a:spcPct val="90000"/>
              </a:lnSpc>
              <a:spcBef>
                <a:spcPts val="1001"/>
              </a:spcBef>
              <a:buClr>
                <a:srgbClr val="000000"/>
              </a:buClr>
              <a:buFont typeface="OpenSymbol"/>
              <a:buAutoNum type="arabicPeriod"/>
            </a:pPr>
            <a:r>
              <a:rPr lang="en-US" sz="1600" b="0" u="none" strike="noStrike">
                <a:solidFill>
                  <a:srgbClr val="000000"/>
                </a:solidFill>
                <a:effectLst/>
                <a:uFillTx/>
                <a:latin typeface="Arial"/>
                <a:ea typeface="Microsoft YaHei"/>
              </a:rPr>
              <a:t>Enable AAA functions by using the command</a:t>
            </a:r>
            <a:r>
              <a:rPr lang="en-US" sz="1800" b="0" u="none" strike="noStrike">
                <a:solidFill>
                  <a:schemeClr val="dk1"/>
                </a:solidFill>
                <a:effectLst/>
                <a:uFillTx/>
                <a:latin typeface="Arial"/>
                <a:ea typeface="Microsoft YaHei"/>
              </a:rPr>
              <a:t> </a:t>
            </a:r>
            <a:r>
              <a:rPr lang="en-US" sz="1400" b="1" u="none" strike="noStrike">
                <a:solidFill>
                  <a:schemeClr val="dk1"/>
                </a:solidFill>
                <a:effectLst/>
                <a:uFillTx/>
                <a:latin typeface="Arial"/>
                <a:ea typeface="Microsoft YaHei"/>
              </a:rPr>
              <a:t>aaa new-model</a:t>
            </a:r>
            <a:endParaRPr lang="en-AU" sz="1400" b="0" u="none" strike="noStrike">
              <a:solidFill>
                <a:srgbClr val="000000"/>
              </a:solidFill>
              <a:effectLst/>
              <a:uFillTx/>
              <a:latin typeface="Arial"/>
            </a:endParaRPr>
          </a:p>
          <a:p>
            <a:pPr marL="216000" indent="-216000" defTabSz="914400">
              <a:lnSpc>
                <a:spcPct val="90000"/>
              </a:lnSpc>
              <a:spcBef>
                <a:spcPts val="1001"/>
              </a:spcBef>
              <a:buClr>
                <a:srgbClr val="000000"/>
              </a:buClr>
              <a:buFont typeface="OpenSymbol"/>
              <a:buAutoNum type="arabicPeriod"/>
            </a:pPr>
            <a:r>
              <a:rPr lang="en-US" sz="1600" b="0" u="none" strike="noStrike">
                <a:solidFill>
                  <a:srgbClr val="000000"/>
                </a:solidFill>
                <a:effectLst/>
                <a:uFillTx/>
                <a:latin typeface="Arial"/>
                <a:ea typeface="Microsoft YaHei"/>
              </a:rPr>
              <a:t>Based on IOS versions, add TACACS+ AAA server:</a:t>
            </a:r>
            <a:endParaRPr lang="en-AU" sz="1600" b="0" u="none" strike="noStrike">
              <a:solidFill>
                <a:srgbClr val="000000"/>
              </a:solidFill>
              <a:effectLst/>
              <a:uFillTx/>
              <a:latin typeface="Arial"/>
            </a:endParaRPr>
          </a:p>
          <a:p>
            <a:pPr marL="720000" indent="-216000" defTabSz="914400">
              <a:lnSpc>
                <a:spcPct val="90000"/>
              </a:lnSpc>
              <a:spcBef>
                <a:spcPts val="1001"/>
              </a:spcBef>
              <a:buClr>
                <a:srgbClr val="000000"/>
              </a:buClr>
              <a:buFont typeface="Arial"/>
              <a:buChar char="•"/>
            </a:pPr>
            <a:r>
              <a:rPr lang="en-US" sz="1400" b="0" u="none" strike="noStrike">
                <a:solidFill>
                  <a:schemeClr val="dk1"/>
                </a:solidFill>
                <a:effectLst/>
                <a:uFillTx/>
                <a:latin typeface="Arial"/>
                <a:ea typeface="Microsoft YaHei"/>
              </a:rPr>
              <a:t>Prior to IOS 15.x:</a:t>
            </a:r>
            <a:r>
              <a:rPr lang="en-US" sz="2000" b="0" u="none" strike="noStrike">
                <a:solidFill>
                  <a:schemeClr val="dk1"/>
                </a:solidFill>
                <a:effectLst/>
                <a:uFillTx/>
                <a:latin typeface="Arial"/>
                <a:ea typeface="Microsoft YaHei"/>
              </a:rPr>
              <a:t> </a:t>
            </a:r>
            <a:r>
              <a:rPr lang="en-US" sz="1200" b="1" u="none" strike="noStrike">
                <a:solidFill>
                  <a:schemeClr val="dk1"/>
                </a:solidFill>
                <a:effectLst/>
                <a:uFillTx/>
                <a:latin typeface="Arial"/>
                <a:ea typeface="Microsoft YaHei"/>
              </a:rPr>
              <a:t>tacacs-server</a:t>
            </a:r>
            <a:r>
              <a:rPr lang="en-US" sz="1200" b="0" u="none" strike="noStrike">
                <a:solidFill>
                  <a:schemeClr val="dk1"/>
                </a:solidFill>
                <a:effectLst/>
                <a:uFillTx/>
                <a:latin typeface="Arial"/>
                <a:ea typeface="Microsoft YaHei"/>
              </a:rPr>
              <a:t> </a:t>
            </a:r>
            <a:r>
              <a:rPr lang="en-US" sz="1200" b="1" u="none" strike="noStrike">
                <a:solidFill>
                  <a:schemeClr val="dk1"/>
                </a:solidFill>
                <a:effectLst/>
                <a:uFillTx/>
                <a:latin typeface="Arial"/>
                <a:ea typeface="Microsoft YaHei"/>
              </a:rPr>
              <a:t>host</a:t>
            </a:r>
            <a:r>
              <a:rPr lang="en-US" sz="1200" b="0" u="none" strike="noStrike">
                <a:solidFill>
                  <a:schemeClr val="dk1"/>
                </a:solidFill>
                <a:effectLst/>
                <a:uFillTx/>
                <a:latin typeface="Arial"/>
                <a:ea typeface="Microsoft YaHei"/>
              </a:rPr>
              <a:t> { </a:t>
            </a:r>
            <a:r>
              <a:rPr lang="en-US" sz="1200" b="0" i="1" u="none" strike="noStrike">
                <a:solidFill>
                  <a:schemeClr val="dk1"/>
                </a:solidFill>
                <a:effectLst/>
                <a:uFillTx/>
                <a:latin typeface="Arial"/>
                <a:ea typeface="Microsoft YaHei"/>
              </a:rPr>
              <a:t>hostname</a:t>
            </a:r>
            <a:r>
              <a:rPr lang="en-US" sz="1200" b="0" u="none" strike="noStrike">
                <a:solidFill>
                  <a:schemeClr val="dk1"/>
                </a:solidFill>
                <a:effectLst/>
                <a:uFillTx/>
                <a:latin typeface="Arial"/>
                <a:ea typeface="Microsoft YaHei"/>
              </a:rPr>
              <a:t> | </a:t>
            </a:r>
            <a:r>
              <a:rPr lang="en-US" sz="1200" b="0" i="1" u="none" strike="noStrike">
                <a:solidFill>
                  <a:schemeClr val="dk1"/>
                </a:solidFill>
                <a:effectLst/>
                <a:uFillTx/>
                <a:latin typeface="Arial"/>
                <a:ea typeface="Microsoft YaHei"/>
              </a:rPr>
              <a:t>host-ip-address</a:t>
            </a:r>
            <a:r>
              <a:rPr lang="en-US" sz="1200" b="0" u="none" strike="noStrike">
                <a:solidFill>
                  <a:schemeClr val="dk1"/>
                </a:solidFill>
                <a:effectLst/>
                <a:uFillTx/>
                <a:latin typeface="Arial"/>
                <a:ea typeface="Microsoft YaHei"/>
              </a:rPr>
              <a:t> } </a:t>
            </a:r>
            <a:r>
              <a:rPr lang="en-US" sz="1200" b="1" u="none" strike="noStrike">
                <a:solidFill>
                  <a:schemeClr val="dk1"/>
                </a:solidFill>
                <a:effectLst/>
                <a:uFillTx/>
                <a:latin typeface="Arial"/>
                <a:ea typeface="Microsoft YaHei"/>
              </a:rPr>
              <a:t>key</a:t>
            </a:r>
            <a:r>
              <a:rPr lang="en-US" sz="1200" b="0" u="none" strike="noStrike">
                <a:solidFill>
                  <a:schemeClr val="dk1"/>
                </a:solidFill>
                <a:effectLst/>
                <a:uFillTx/>
                <a:latin typeface="Arial"/>
                <a:ea typeface="Microsoft YaHei"/>
              </a:rPr>
              <a:t> </a:t>
            </a:r>
            <a:r>
              <a:rPr lang="en-US" sz="1200" b="0" i="1" u="none" strike="noStrike">
                <a:solidFill>
                  <a:schemeClr val="dk1"/>
                </a:solidFill>
                <a:effectLst/>
                <a:uFillTx/>
                <a:latin typeface="Arial"/>
                <a:ea typeface="Microsoft YaHei"/>
              </a:rPr>
              <a:t>key-string</a:t>
            </a:r>
            <a:endParaRPr lang="en-AU" sz="1200" b="0" u="none" strike="noStrike">
              <a:solidFill>
                <a:srgbClr val="000000"/>
              </a:solidFill>
              <a:effectLst/>
              <a:uFillTx/>
              <a:latin typeface="Arial"/>
            </a:endParaRPr>
          </a:p>
          <a:p>
            <a:pPr marL="720000" indent="-216000" defTabSz="914400">
              <a:lnSpc>
                <a:spcPct val="90000"/>
              </a:lnSpc>
              <a:spcBef>
                <a:spcPts val="1001"/>
              </a:spcBef>
              <a:buClr>
                <a:srgbClr val="000000"/>
              </a:buClr>
              <a:buFont typeface="Arial"/>
              <a:buChar char="•"/>
            </a:pPr>
            <a:r>
              <a:rPr lang="en-US" sz="1400" b="0" u="none" strike="noStrike">
                <a:solidFill>
                  <a:schemeClr val="dk1"/>
                </a:solidFill>
                <a:effectLst/>
                <a:uFillTx/>
                <a:latin typeface="Arial"/>
                <a:ea typeface="Microsoft YaHei"/>
              </a:rPr>
              <a:t>IOS 15.x and later:</a:t>
            </a:r>
            <a:r>
              <a:rPr lang="en-US" sz="2000" b="0" u="none" strike="noStrike">
                <a:solidFill>
                  <a:schemeClr val="dk1"/>
                </a:solidFill>
                <a:effectLst/>
                <a:uFillTx/>
                <a:latin typeface="Arial"/>
                <a:ea typeface="Microsoft YaHei"/>
              </a:rPr>
              <a:t> </a:t>
            </a:r>
            <a:endParaRPr lang="en-AU" sz="2000" b="0" u="none" strike="noStrike">
              <a:solidFill>
                <a:srgbClr val="000000"/>
              </a:solidFill>
              <a:effectLst/>
              <a:uFillTx/>
              <a:latin typeface="Arial"/>
            </a:endParaRPr>
          </a:p>
          <a:p>
            <a:pPr marL="1080000" defTabSz="914400">
              <a:lnSpc>
                <a:spcPct val="90000"/>
              </a:lnSpc>
              <a:spcBef>
                <a:spcPts val="1001"/>
              </a:spcBef>
            </a:pPr>
            <a:r>
              <a:rPr lang="en-US" sz="1200" b="1" u="none" strike="noStrike">
                <a:solidFill>
                  <a:schemeClr val="dk1"/>
                </a:solidFill>
                <a:effectLst/>
                <a:uFillTx/>
                <a:latin typeface="Arial"/>
                <a:ea typeface="Microsoft YaHei"/>
              </a:rPr>
              <a:t>tacacs server</a:t>
            </a:r>
            <a:r>
              <a:rPr lang="en-US" sz="1200" b="0" u="none" strike="noStrike">
                <a:solidFill>
                  <a:schemeClr val="dk1"/>
                </a:solidFill>
                <a:effectLst/>
                <a:uFillTx/>
                <a:latin typeface="Arial"/>
                <a:ea typeface="Microsoft YaHei"/>
              </a:rPr>
              <a:t> </a:t>
            </a:r>
            <a:r>
              <a:rPr lang="en-US" sz="1200" b="0" i="1" u="none" strike="noStrike">
                <a:solidFill>
                  <a:schemeClr val="dk1"/>
                </a:solidFill>
                <a:effectLst/>
                <a:uFillTx/>
                <a:latin typeface="Arial"/>
                <a:ea typeface="Microsoft YaHei"/>
              </a:rPr>
              <a:t>name</a:t>
            </a:r>
            <a:endParaRPr lang="en-AU" sz="1200" b="0" u="none" strike="noStrike">
              <a:solidFill>
                <a:srgbClr val="000000"/>
              </a:solidFill>
              <a:effectLst/>
              <a:uFillTx/>
              <a:latin typeface="Arial"/>
            </a:endParaRPr>
          </a:p>
          <a:p>
            <a:pPr marL="1080000" defTabSz="914400">
              <a:lnSpc>
                <a:spcPct val="90000"/>
              </a:lnSpc>
              <a:spcBef>
                <a:spcPts val="1001"/>
              </a:spcBef>
            </a:pPr>
            <a:r>
              <a:rPr lang="en-US" sz="1200" b="1" u="none" strike="noStrike">
                <a:solidFill>
                  <a:schemeClr val="dk1"/>
                </a:solidFill>
                <a:effectLst/>
                <a:uFillTx/>
                <a:latin typeface="Arial"/>
                <a:ea typeface="Microsoft YaHei"/>
              </a:rPr>
              <a:t>address ipv4</a:t>
            </a:r>
            <a:r>
              <a:rPr lang="en-US" sz="1200" b="0" u="none" strike="noStrike">
                <a:solidFill>
                  <a:schemeClr val="dk1"/>
                </a:solidFill>
                <a:effectLst/>
                <a:uFillTx/>
                <a:latin typeface="Arial"/>
                <a:ea typeface="Microsoft YaHei"/>
              </a:rPr>
              <a:t> { </a:t>
            </a:r>
            <a:r>
              <a:rPr lang="en-US" sz="1200" b="0" i="1" u="none" strike="noStrike">
                <a:solidFill>
                  <a:schemeClr val="dk1"/>
                </a:solidFill>
                <a:effectLst/>
                <a:uFillTx/>
                <a:latin typeface="Arial"/>
                <a:ea typeface="Microsoft YaHei"/>
              </a:rPr>
              <a:t>hostname</a:t>
            </a:r>
            <a:r>
              <a:rPr lang="en-US" sz="1200" b="0" u="none" strike="noStrike">
                <a:solidFill>
                  <a:schemeClr val="dk1"/>
                </a:solidFill>
                <a:effectLst/>
                <a:uFillTx/>
                <a:latin typeface="Arial"/>
                <a:ea typeface="Microsoft YaHei"/>
              </a:rPr>
              <a:t> | </a:t>
            </a:r>
            <a:r>
              <a:rPr lang="en-US" sz="1200" b="0" i="1" u="none" strike="noStrike">
                <a:solidFill>
                  <a:schemeClr val="dk1"/>
                </a:solidFill>
                <a:effectLst/>
                <a:uFillTx/>
                <a:latin typeface="Arial"/>
                <a:ea typeface="Microsoft YaHei"/>
              </a:rPr>
              <a:t>host-ip-address</a:t>
            </a:r>
            <a:r>
              <a:rPr lang="en-US" sz="1200" b="0" u="none" strike="noStrike">
                <a:solidFill>
                  <a:schemeClr val="dk1"/>
                </a:solidFill>
                <a:effectLst/>
                <a:uFillTx/>
                <a:latin typeface="Arial"/>
                <a:ea typeface="Microsoft YaHei"/>
              </a:rPr>
              <a:t> }</a:t>
            </a:r>
            <a:endParaRPr lang="en-AU" sz="1200" b="0" u="none" strike="noStrike">
              <a:solidFill>
                <a:srgbClr val="000000"/>
              </a:solidFill>
              <a:effectLst/>
              <a:uFillTx/>
              <a:latin typeface="Arial"/>
            </a:endParaRPr>
          </a:p>
          <a:p>
            <a:pPr marL="1080000" defTabSz="914400">
              <a:lnSpc>
                <a:spcPct val="90000"/>
              </a:lnSpc>
              <a:spcBef>
                <a:spcPts val="1001"/>
              </a:spcBef>
            </a:pPr>
            <a:r>
              <a:rPr lang="en-US" sz="1200" b="1" u="none" strike="noStrike">
                <a:solidFill>
                  <a:schemeClr val="dk1"/>
                </a:solidFill>
                <a:effectLst/>
                <a:uFillTx/>
                <a:latin typeface="Arial"/>
                <a:ea typeface="Microsoft YaHei"/>
              </a:rPr>
              <a:t>key</a:t>
            </a:r>
            <a:r>
              <a:rPr lang="en-US" sz="1200" b="0" u="none" strike="noStrike">
                <a:solidFill>
                  <a:schemeClr val="dk1"/>
                </a:solidFill>
                <a:effectLst/>
                <a:uFillTx/>
                <a:latin typeface="Arial"/>
                <a:ea typeface="Microsoft YaHei"/>
              </a:rPr>
              <a:t> </a:t>
            </a:r>
            <a:r>
              <a:rPr lang="en-US" sz="1200" b="0" i="1" u="none" strike="noStrike">
                <a:solidFill>
                  <a:schemeClr val="dk1"/>
                </a:solidFill>
                <a:effectLst/>
                <a:uFillTx/>
                <a:latin typeface="Arial"/>
                <a:ea typeface="Microsoft YaHei"/>
              </a:rPr>
              <a:t>key-string</a:t>
            </a:r>
            <a:endParaRPr lang="en-AU" sz="1200" b="0" u="none" strike="noStrike">
              <a:solidFill>
                <a:srgbClr val="000000"/>
              </a:solidFill>
              <a:effectLst/>
              <a:uFillTx/>
              <a:latin typeface="Arial"/>
            </a:endParaRPr>
          </a:p>
          <a:p>
            <a:pPr defTabSz="914400">
              <a:lnSpc>
                <a:spcPct val="100000"/>
              </a:lnSpc>
            </a:pP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0" y="0"/>
            <a:ext cx="4138560" cy="125856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chemeClr val="lt1"/>
                </a:solidFill>
                <a:effectLst/>
                <a:uFillTx/>
                <a:latin typeface="Aptos Display"/>
              </a:rPr>
              <a:t>3. AAA </a:t>
            </a:r>
            <a:endParaRPr lang="en-US" sz="4400" b="0" u="none" strike="noStrike">
              <a:solidFill>
                <a:schemeClr val="dk1"/>
              </a:solidFill>
              <a:effectLst/>
              <a:uFillTx/>
              <a:latin typeface="Aptos Display"/>
            </a:endParaRPr>
          </a:p>
        </p:txBody>
      </p:sp>
      <p:sp>
        <p:nvSpPr>
          <p:cNvPr id="124" name="PlaceHolder 2"/>
          <p:cNvSpPr>
            <a:spLocks noGrp="1"/>
          </p:cNvSpPr>
          <p:nvPr>
            <p:ph/>
          </p:nvPr>
        </p:nvSpPr>
        <p:spPr>
          <a:xfrm>
            <a:off x="4317120" y="198000"/>
            <a:ext cx="7741440" cy="6252480"/>
          </a:xfrm>
          <a:prstGeom prst="rect">
            <a:avLst/>
          </a:prstGeom>
          <a:noFill/>
          <a:ln w="0">
            <a:noFill/>
          </a:ln>
        </p:spPr>
        <p:txBody>
          <a:bodyPr lIns="0" tIns="0" rIns="0" bIns="0" anchor="t">
            <a:spAutoFit/>
          </a:bodyPr>
          <a:p>
            <a:pPr indent="0" algn="l" defTabSz="914400">
              <a:lnSpc>
                <a:spcPct val="100000"/>
              </a:lnSpc>
              <a:spcBef>
                <a:spcPts val="1001"/>
              </a:spcBef>
              <a:buNone/>
              <a:tabLst>
                <a:tab pos="0" algn="l"/>
              </a:tabLst>
            </a:pPr>
            <a:r>
              <a:rPr lang="en-US" sz="1800" b="1" u="none" strike="noStrike">
                <a:solidFill>
                  <a:srgbClr val="000000"/>
                </a:solidFill>
                <a:effectLst/>
                <a:uFillTx/>
                <a:latin typeface="Arial"/>
                <a:ea typeface="Microsoft YaHei"/>
              </a:rPr>
              <a:t>Steps to configure Cisco IOS network devices as TACACS+ AAA client:</a:t>
            </a:r>
            <a:endParaRPr lang="en-US" sz="1800" b="0" u="none" strike="noStrike">
              <a:solidFill>
                <a:schemeClr val="dk1"/>
              </a:solidFill>
              <a:effectLst/>
              <a:uFillTx/>
              <a:latin typeface="Aptos"/>
            </a:endParaRPr>
          </a:p>
          <a:p>
            <a:pPr marL="228600" indent="-228600" algn="l" defTabSz="914400">
              <a:lnSpc>
                <a:spcPct val="90000"/>
              </a:lnSpc>
              <a:spcBef>
                <a:spcPts val="1001"/>
              </a:spcBef>
              <a:spcAft>
                <a:spcPts val="283"/>
              </a:spcAft>
              <a:buClr>
                <a:srgbClr val="000000"/>
              </a:buClr>
              <a:buFont typeface="Arial"/>
              <a:buAutoNum type="arabicPeriod" startAt="4"/>
              <a:tabLst>
                <a:tab pos="0" algn="l"/>
              </a:tabLst>
            </a:pPr>
            <a:r>
              <a:rPr lang="en-US" sz="1600" b="0" u="none" strike="noStrike">
                <a:solidFill>
                  <a:schemeClr val="dk1"/>
                </a:solidFill>
                <a:effectLst/>
                <a:uFillTx/>
                <a:latin typeface="Arial"/>
                <a:ea typeface="Microsoft YaHei"/>
              </a:rPr>
              <a:t>Create AAA server group for failover, priority top to bottom in order of addition </a:t>
            </a:r>
            <a:endParaRPr lang="en-US" sz="1600" b="0" u="none" strike="noStrike">
              <a:solidFill>
                <a:schemeClr val="dk1"/>
              </a:solidFill>
              <a:effectLst/>
              <a:uFillTx/>
              <a:latin typeface="Aptos"/>
            </a:endParaRPr>
          </a:p>
          <a:p>
            <a:pPr marL="360000" indent="0" algn="l" defTabSz="914400">
              <a:lnSpc>
                <a:spcPct val="90000"/>
              </a:lnSpc>
              <a:spcBef>
                <a:spcPts val="1001"/>
              </a:spcBef>
              <a:spcAft>
                <a:spcPts val="283"/>
              </a:spcAft>
              <a:buNone/>
              <a:tabLst>
                <a:tab pos="0" algn="l"/>
              </a:tabLst>
            </a:pPr>
            <a:r>
              <a:rPr lang="en-US" sz="1200" b="1" u="none" strike="noStrike">
                <a:solidFill>
                  <a:schemeClr val="dk1"/>
                </a:solidFill>
                <a:effectLst/>
                <a:uFillTx/>
                <a:latin typeface="Arial"/>
                <a:ea typeface="Microsoft YaHei"/>
              </a:rPr>
              <a:t>aaa group server tacacs+</a:t>
            </a:r>
            <a:r>
              <a:rPr lang="en-US" sz="1200" b="0" u="none" strike="noStrike">
                <a:solidFill>
                  <a:schemeClr val="dk1"/>
                </a:solidFill>
                <a:effectLst/>
                <a:uFillTx/>
                <a:latin typeface="Arial"/>
                <a:ea typeface="Microsoft YaHei"/>
              </a:rPr>
              <a:t> </a:t>
            </a:r>
            <a:r>
              <a:rPr lang="en-US" sz="1200" b="0" i="1" u="none" strike="noStrike">
                <a:solidFill>
                  <a:schemeClr val="dk1"/>
                </a:solidFill>
                <a:effectLst/>
                <a:uFillTx/>
                <a:latin typeface="Arial"/>
                <a:ea typeface="Microsoft YaHei"/>
              </a:rPr>
              <a:t>group-name</a:t>
            </a:r>
            <a:endParaRPr lang="en-US" sz="1200" b="0" u="none" strike="noStrike">
              <a:solidFill>
                <a:schemeClr val="dk1"/>
              </a:solidFill>
              <a:effectLst/>
              <a:uFillTx/>
              <a:latin typeface="Aptos"/>
            </a:endParaRPr>
          </a:p>
          <a:p>
            <a:pPr marL="360000" indent="0" algn="l" defTabSz="914400">
              <a:lnSpc>
                <a:spcPct val="90000"/>
              </a:lnSpc>
              <a:spcBef>
                <a:spcPts val="1001"/>
              </a:spcBef>
              <a:spcAft>
                <a:spcPts val="283"/>
              </a:spcAft>
              <a:buNone/>
              <a:tabLst>
                <a:tab pos="0" algn="l"/>
              </a:tabLst>
            </a:pPr>
            <a:r>
              <a:rPr lang="en-US" sz="1200" b="1" u="none" strike="noStrike">
                <a:solidFill>
                  <a:schemeClr val="dk1"/>
                </a:solidFill>
                <a:effectLst/>
                <a:uFillTx/>
                <a:latin typeface="Arial"/>
                <a:ea typeface="Microsoft YaHei"/>
              </a:rPr>
              <a:t>server name</a:t>
            </a:r>
            <a:r>
              <a:rPr lang="en-US" sz="1200" b="0" u="none" strike="noStrike">
                <a:solidFill>
                  <a:schemeClr val="dk1"/>
                </a:solidFill>
                <a:effectLst/>
                <a:uFillTx/>
                <a:latin typeface="Arial"/>
                <a:ea typeface="Microsoft YaHei"/>
              </a:rPr>
              <a:t> </a:t>
            </a:r>
            <a:r>
              <a:rPr lang="en-US" sz="1200" b="0" i="1" u="none" strike="noStrike">
                <a:solidFill>
                  <a:schemeClr val="dk1"/>
                </a:solidFill>
                <a:effectLst/>
                <a:uFillTx/>
                <a:latin typeface="Arial"/>
                <a:ea typeface="Microsoft YaHei"/>
              </a:rPr>
              <a:t>server-name</a:t>
            </a:r>
            <a:endParaRPr lang="en-US" sz="1200" b="0" u="none" strike="noStrike">
              <a:solidFill>
                <a:schemeClr val="dk1"/>
              </a:solidFill>
              <a:effectLst/>
              <a:uFillTx/>
              <a:latin typeface="Aptos"/>
            </a:endParaRPr>
          </a:p>
          <a:p>
            <a:pPr marL="228600" indent="-228600" algn="l" defTabSz="914400">
              <a:lnSpc>
                <a:spcPct val="90000"/>
              </a:lnSpc>
              <a:spcBef>
                <a:spcPts val="1001"/>
              </a:spcBef>
              <a:spcAft>
                <a:spcPts val="283"/>
              </a:spcAft>
              <a:buClr>
                <a:srgbClr val="000000"/>
              </a:buClr>
              <a:buFont typeface="Arial"/>
              <a:buAutoNum type="arabicPeriod" startAt="5"/>
              <a:tabLst>
                <a:tab pos="0" algn="l"/>
              </a:tabLst>
            </a:pPr>
            <a:r>
              <a:rPr lang="en-US" sz="1600" b="0" u="none" strike="noStrike">
                <a:solidFill>
                  <a:schemeClr val="dk1"/>
                </a:solidFill>
                <a:effectLst/>
                <a:uFillTx/>
                <a:latin typeface="Arial"/>
                <a:ea typeface="Microsoft YaHei"/>
              </a:rPr>
              <a:t>Enable AAA login Authentication with command</a:t>
            </a:r>
            <a:r>
              <a:rPr lang="en-US" sz="1800" b="0" u="none" strike="noStrike">
                <a:solidFill>
                  <a:schemeClr val="dk1"/>
                </a:solidFill>
                <a:effectLst/>
                <a:uFillTx/>
                <a:latin typeface="Arial"/>
                <a:ea typeface="Microsoft YaHei"/>
              </a:rPr>
              <a:t> </a:t>
            </a:r>
            <a:endParaRPr lang="en-US" sz="1800" b="0" u="none" strike="noStrike">
              <a:solidFill>
                <a:schemeClr val="dk1"/>
              </a:solidFill>
              <a:effectLst/>
              <a:uFillTx/>
              <a:latin typeface="Aptos"/>
            </a:endParaRPr>
          </a:p>
          <a:p>
            <a:pPr marL="360000" indent="0" algn="l" defTabSz="914400">
              <a:lnSpc>
                <a:spcPct val="90000"/>
              </a:lnSpc>
              <a:spcBef>
                <a:spcPts val="1001"/>
              </a:spcBef>
              <a:spcAft>
                <a:spcPts val="283"/>
              </a:spcAft>
              <a:buNone/>
              <a:tabLst>
                <a:tab pos="0" algn="l"/>
              </a:tabLst>
            </a:pPr>
            <a:r>
              <a:rPr lang="en-US" sz="1200" b="1" u="none" strike="noStrike">
                <a:solidFill>
                  <a:schemeClr val="dk1"/>
                </a:solidFill>
                <a:effectLst/>
                <a:uFillTx/>
                <a:latin typeface="Arial"/>
                <a:ea typeface="Microsoft YaHei"/>
              </a:rPr>
              <a:t>aaa authentication login</a:t>
            </a:r>
            <a:r>
              <a:rPr lang="en-US" sz="1200" b="0" u="none" strike="noStrike">
                <a:solidFill>
                  <a:schemeClr val="dk1"/>
                </a:solidFill>
                <a:effectLst/>
                <a:uFillTx/>
                <a:latin typeface="Arial"/>
                <a:ea typeface="Microsoft YaHei"/>
              </a:rPr>
              <a:t> { </a:t>
            </a:r>
            <a:r>
              <a:rPr lang="en-US" sz="1200" b="1" u="none" strike="noStrike">
                <a:solidFill>
                  <a:schemeClr val="dk1"/>
                </a:solidFill>
                <a:effectLst/>
                <a:uFillTx/>
                <a:latin typeface="Arial"/>
                <a:ea typeface="Microsoft YaHei"/>
              </a:rPr>
              <a:t>default</a:t>
            </a:r>
            <a:r>
              <a:rPr lang="en-US" sz="1200" b="0" u="none" strike="noStrike">
                <a:solidFill>
                  <a:schemeClr val="dk1"/>
                </a:solidFill>
                <a:effectLst/>
                <a:uFillTx/>
                <a:latin typeface="Arial"/>
                <a:ea typeface="Microsoft YaHei"/>
              </a:rPr>
              <a:t> | </a:t>
            </a:r>
            <a:r>
              <a:rPr lang="en-US" sz="1200" b="0" i="1" u="none" strike="noStrike">
                <a:solidFill>
                  <a:schemeClr val="dk1"/>
                </a:solidFill>
                <a:effectLst/>
                <a:uFillTx/>
                <a:latin typeface="Arial"/>
                <a:ea typeface="Microsoft YaHei"/>
              </a:rPr>
              <a:t>custom-list-name</a:t>
            </a:r>
            <a:r>
              <a:rPr lang="en-US" sz="1200" b="0" u="none" strike="noStrike">
                <a:solidFill>
                  <a:schemeClr val="dk1"/>
                </a:solidFill>
                <a:effectLst/>
                <a:uFillTx/>
                <a:latin typeface="Arial"/>
                <a:ea typeface="Microsoft YaHei"/>
              </a:rPr>
              <a:t> } method1 [method2 . . .]</a:t>
            </a:r>
            <a:endParaRPr lang="en-US" sz="1200" b="0" u="none" strike="noStrike">
              <a:solidFill>
                <a:schemeClr val="dk1"/>
              </a:solidFill>
              <a:effectLst/>
              <a:uFillTx/>
              <a:latin typeface="Aptos"/>
            </a:endParaRPr>
          </a:p>
          <a:p>
            <a:pPr marL="360000" indent="0" algn="l" defTabSz="914400">
              <a:lnSpc>
                <a:spcPct val="90000"/>
              </a:lnSpc>
              <a:spcBef>
                <a:spcPts val="1001"/>
              </a:spcBef>
              <a:spcAft>
                <a:spcPts val="283"/>
              </a:spcAft>
              <a:buNone/>
              <a:tabLst>
                <a:tab pos="0" algn="l"/>
              </a:tabLst>
            </a:pPr>
            <a:r>
              <a:rPr lang="en-US" sz="1200" b="1" u="none" strike="noStrike">
                <a:solidFill>
                  <a:schemeClr val="dk1"/>
                </a:solidFill>
                <a:effectLst/>
                <a:uFillTx/>
                <a:latin typeface="Arial"/>
                <a:ea typeface="Microsoft YaHei"/>
              </a:rPr>
              <a:t>Example: aaa authentication login default group </a:t>
            </a:r>
            <a:r>
              <a:rPr lang="en-US" sz="1200" b="0" i="1" u="none" strike="noStrike">
                <a:solidFill>
                  <a:schemeClr val="dk1"/>
                </a:solidFill>
                <a:effectLst/>
                <a:uFillTx/>
                <a:latin typeface="Arial"/>
                <a:ea typeface="Microsoft YaHei"/>
              </a:rPr>
              <a:t>ISE-TACACS+</a:t>
            </a:r>
            <a:r>
              <a:rPr lang="en-US" sz="1200" b="1" u="none" strike="noStrike">
                <a:solidFill>
                  <a:schemeClr val="dk1"/>
                </a:solidFill>
                <a:effectLst/>
                <a:uFillTx/>
                <a:latin typeface="Arial"/>
                <a:ea typeface="Microsoft YaHei"/>
              </a:rPr>
              <a:t> local enable</a:t>
            </a:r>
            <a:endParaRPr lang="en-US" sz="1200" b="0" u="none" strike="noStrike">
              <a:solidFill>
                <a:schemeClr val="dk1"/>
              </a:solidFill>
              <a:effectLst/>
              <a:uFillTx/>
              <a:latin typeface="Aptos"/>
            </a:endParaRPr>
          </a:p>
          <a:p>
            <a:pPr marL="360000" indent="0" algn="l" defTabSz="914400">
              <a:lnSpc>
                <a:spcPct val="90000"/>
              </a:lnSpc>
              <a:spcBef>
                <a:spcPts val="1001"/>
              </a:spcBef>
              <a:spcAft>
                <a:spcPts val="283"/>
              </a:spcAft>
              <a:buNone/>
              <a:tabLst>
                <a:tab pos="0" algn="l"/>
              </a:tabLst>
            </a:pPr>
            <a:r>
              <a:rPr lang="en-US" sz="1200" b="0" u="none" strike="noStrike">
                <a:solidFill>
                  <a:schemeClr val="dk1"/>
                </a:solidFill>
                <a:effectLst/>
                <a:uFillTx/>
                <a:latin typeface="Arial"/>
                <a:ea typeface="Microsoft YaHei"/>
              </a:rPr>
              <a:t>keyword </a:t>
            </a:r>
            <a:r>
              <a:rPr lang="en-US" sz="1200" b="1" u="none" strike="noStrike">
                <a:solidFill>
                  <a:schemeClr val="dk1"/>
                </a:solidFill>
                <a:effectLst/>
                <a:uFillTx/>
                <a:latin typeface="Arial"/>
                <a:ea typeface="Microsoft YaHei"/>
              </a:rPr>
              <a:t>default</a:t>
            </a:r>
            <a:r>
              <a:rPr lang="en-US" sz="1200" b="0" u="none" strike="noStrike">
                <a:solidFill>
                  <a:schemeClr val="dk1"/>
                </a:solidFill>
                <a:effectLst/>
                <a:uFillTx/>
                <a:latin typeface="Arial"/>
                <a:ea typeface="Microsoft YaHei"/>
              </a:rPr>
              <a:t> applies method lists to all lines in default order, ISE-TACACS+ servers used first then local username and password authentication and then enable password. If none configured, user is locked out.</a:t>
            </a:r>
            <a:endParaRPr lang="en-US" sz="1200" b="0" u="none" strike="noStrike">
              <a:solidFill>
                <a:schemeClr val="dk1"/>
              </a:solidFill>
              <a:effectLst/>
              <a:uFillTx/>
              <a:latin typeface="Aptos"/>
            </a:endParaRPr>
          </a:p>
          <a:p>
            <a:pPr marL="360000" indent="0" algn="l" defTabSz="914400">
              <a:lnSpc>
                <a:spcPct val="90000"/>
              </a:lnSpc>
              <a:spcBef>
                <a:spcPts val="1001"/>
              </a:spcBef>
              <a:spcAft>
                <a:spcPts val="283"/>
              </a:spcAft>
              <a:buNone/>
              <a:tabLst>
                <a:tab pos="0" algn="l"/>
              </a:tabLst>
            </a:pPr>
            <a:r>
              <a:rPr lang="en-US" sz="1200" b="0" u="none" strike="noStrike">
                <a:solidFill>
                  <a:schemeClr val="dk1"/>
                </a:solidFill>
                <a:effectLst/>
                <a:uFillTx/>
                <a:latin typeface="Arial"/>
                <a:ea typeface="Microsoft YaHei"/>
              </a:rPr>
              <a:t>creating custom-list-name allows to apply methods defined in method list to be applied to lines separately.</a:t>
            </a:r>
            <a:endParaRPr lang="en-US" sz="1200" b="0" u="none" strike="noStrike">
              <a:solidFill>
                <a:schemeClr val="dk1"/>
              </a:solidFill>
              <a:effectLst/>
              <a:uFillTx/>
              <a:latin typeface="Aptos"/>
            </a:endParaRPr>
          </a:p>
          <a:p>
            <a:pPr marL="360000" indent="0" algn="l" defTabSz="914400">
              <a:lnSpc>
                <a:spcPct val="90000"/>
              </a:lnSpc>
              <a:spcBef>
                <a:spcPts val="1001"/>
              </a:spcBef>
              <a:spcAft>
                <a:spcPts val="283"/>
              </a:spcAft>
              <a:buNone/>
              <a:tabLst>
                <a:tab pos="0" algn="l"/>
              </a:tabLst>
            </a:pPr>
            <a:r>
              <a:rPr lang="en-US" sz="1200" b="0" u="none" strike="noStrike">
                <a:solidFill>
                  <a:schemeClr val="dk1"/>
                </a:solidFill>
                <a:effectLst/>
                <a:uFillTx/>
                <a:latin typeface="Arial"/>
                <a:ea typeface="Microsoft YaHei"/>
              </a:rPr>
              <a:t>To apply custom method list to lines use </a:t>
            </a:r>
            <a:r>
              <a:rPr lang="en-US" sz="1200" b="1" u="none" strike="noStrike">
                <a:solidFill>
                  <a:schemeClr val="dk1"/>
                </a:solidFill>
                <a:effectLst/>
                <a:uFillTx/>
                <a:latin typeface="Arial"/>
                <a:ea typeface="Microsoft YaHei"/>
              </a:rPr>
              <a:t>login authentication</a:t>
            </a:r>
            <a:r>
              <a:rPr lang="en-US" sz="1200" b="0" u="none" strike="noStrike">
                <a:solidFill>
                  <a:schemeClr val="dk1"/>
                </a:solidFill>
                <a:effectLst/>
                <a:uFillTx/>
                <a:latin typeface="Arial"/>
                <a:ea typeface="Microsoft YaHei"/>
              </a:rPr>
              <a:t> </a:t>
            </a:r>
            <a:r>
              <a:rPr lang="en-US" sz="1200" b="0" i="1" u="none" strike="noStrike">
                <a:solidFill>
                  <a:schemeClr val="dk1"/>
                </a:solidFill>
                <a:effectLst/>
                <a:uFillTx/>
                <a:latin typeface="Arial"/>
                <a:ea typeface="Microsoft YaHei"/>
              </a:rPr>
              <a:t>custom-list-name</a:t>
            </a:r>
            <a:r>
              <a:rPr lang="en-US" sz="1200" b="0" u="none" strike="noStrike">
                <a:solidFill>
                  <a:schemeClr val="dk1"/>
                </a:solidFill>
                <a:effectLst/>
                <a:uFillTx/>
                <a:latin typeface="Arial"/>
                <a:ea typeface="Microsoft YaHei"/>
              </a:rPr>
              <a:t> under line configuration.</a:t>
            </a:r>
            <a:endParaRPr lang="en-US" sz="1200" b="0" u="none" strike="noStrike">
              <a:solidFill>
                <a:schemeClr val="dk1"/>
              </a:solidFill>
              <a:effectLst/>
              <a:uFillTx/>
              <a:latin typeface="Aptos"/>
            </a:endParaRPr>
          </a:p>
          <a:p>
            <a:pPr marL="216000" indent="-216000" algn="l" defTabSz="914400">
              <a:lnSpc>
                <a:spcPct val="100000"/>
              </a:lnSpc>
              <a:spcBef>
                <a:spcPts val="283"/>
              </a:spcBef>
              <a:spcAft>
                <a:spcPts val="283"/>
              </a:spcAft>
              <a:buClr>
                <a:srgbClr val="000000"/>
              </a:buClr>
              <a:buFont typeface="Arial"/>
              <a:buAutoNum type="arabicPeriod" startAt="6"/>
              <a:tabLst>
                <a:tab pos="0" algn="l"/>
              </a:tabLst>
            </a:pPr>
            <a:r>
              <a:rPr lang="en-US" sz="1600" b="0" u="none" strike="noStrike">
                <a:solidFill>
                  <a:schemeClr val="dk1"/>
                </a:solidFill>
                <a:effectLst/>
                <a:uFillTx/>
                <a:latin typeface="Arial"/>
                <a:ea typeface="Microsoft YaHei"/>
              </a:rPr>
              <a:t>Enable AAA authorization for EXEC by using the command:</a:t>
            </a:r>
            <a:endParaRPr lang="en-US" sz="1600" b="0" u="none" strike="noStrike">
              <a:solidFill>
                <a:schemeClr val="dk1"/>
              </a:solidFill>
              <a:effectLst/>
              <a:uFillTx/>
              <a:latin typeface="Aptos"/>
            </a:endParaRPr>
          </a:p>
          <a:p>
            <a:pPr marL="216000" indent="0" algn="l" defTabSz="914400">
              <a:lnSpc>
                <a:spcPct val="100000"/>
              </a:lnSpc>
              <a:spcBef>
                <a:spcPts val="283"/>
              </a:spcBef>
              <a:spcAft>
                <a:spcPts val="283"/>
              </a:spcAft>
              <a:buNone/>
              <a:tabLst>
                <a:tab pos="0" algn="l"/>
              </a:tabLst>
            </a:pPr>
            <a:r>
              <a:rPr lang="en-US" sz="1200" b="1" u="none" strike="noStrike">
                <a:solidFill>
                  <a:schemeClr val="dk1"/>
                </a:solidFill>
                <a:effectLst/>
                <a:uFillTx/>
                <a:latin typeface="Arial"/>
                <a:ea typeface="Microsoft YaHei"/>
              </a:rPr>
              <a:t>aaa authorization exec</a:t>
            </a:r>
            <a:r>
              <a:rPr lang="en-US" sz="1200" b="0" u="none" strike="noStrike">
                <a:solidFill>
                  <a:schemeClr val="dk1"/>
                </a:solidFill>
                <a:effectLst/>
                <a:uFillTx/>
                <a:latin typeface="Arial"/>
                <a:ea typeface="Microsoft YaHei"/>
              </a:rPr>
              <a:t> { </a:t>
            </a:r>
            <a:r>
              <a:rPr lang="en-US" sz="1200" b="1" u="none" strike="noStrike">
                <a:solidFill>
                  <a:schemeClr val="dk1"/>
                </a:solidFill>
                <a:effectLst/>
                <a:uFillTx/>
                <a:latin typeface="Arial"/>
                <a:ea typeface="Microsoft YaHei"/>
              </a:rPr>
              <a:t>default</a:t>
            </a:r>
            <a:r>
              <a:rPr lang="en-US" sz="1200" b="0" u="none" strike="noStrike">
                <a:solidFill>
                  <a:schemeClr val="dk1"/>
                </a:solidFill>
                <a:effectLst/>
                <a:uFillTx/>
                <a:latin typeface="Arial"/>
                <a:ea typeface="Microsoft YaHei"/>
              </a:rPr>
              <a:t> | </a:t>
            </a:r>
            <a:r>
              <a:rPr lang="en-US" sz="1200" b="0" i="1" u="none" strike="noStrike">
                <a:solidFill>
                  <a:schemeClr val="dk1"/>
                </a:solidFill>
                <a:effectLst/>
                <a:uFillTx/>
                <a:latin typeface="Arial"/>
                <a:ea typeface="Microsoft YaHei"/>
              </a:rPr>
              <a:t>custom-list-name</a:t>
            </a:r>
            <a:r>
              <a:rPr lang="en-US" sz="1200" b="0" u="none" strike="noStrike">
                <a:solidFill>
                  <a:schemeClr val="dk1"/>
                </a:solidFill>
                <a:effectLst/>
                <a:uFillTx/>
                <a:latin typeface="Arial"/>
                <a:ea typeface="Microsoft YaHei"/>
              </a:rPr>
              <a:t> } </a:t>
            </a:r>
            <a:r>
              <a:rPr lang="en-US" sz="1200" b="0" i="1" u="none" strike="noStrike">
                <a:solidFill>
                  <a:schemeClr val="dk1"/>
                </a:solidFill>
                <a:effectLst/>
                <a:uFillTx/>
                <a:latin typeface="Arial"/>
                <a:ea typeface="Microsoft YaHei"/>
              </a:rPr>
              <a:t>method1</a:t>
            </a:r>
            <a:r>
              <a:rPr lang="en-US" sz="1200" b="0" u="none" strike="noStrike">
                <a:solidFill>
                  <a:schemeClr val="dk1"/>
                </a:solidFill>
                <a:effectLst/>
                <a:uFillTx/>
                <a:latin typeface="Arial"/>
                <a:ea typeface="Microsoft YaHei"/>
              </a:rPr>
              <a:t> [ </a:t>
            </a:r>
            <a:r>
              <a:rPr lang="en-US" sz="1200" b="0" i="1" u="none" strike="noStrike">
                <a:solidFill>
                  <a:schemeClr val="dk1"/>
                </a:solidFill>
                <a:effectLst/>
                <a:uFillTx/>
                <a:latin typeface="Arial"/>
                <a:ea typeface="Microsoft YaHei"/>
              </a:rPr>
              <a:t>method2</a:t>
            </a:r>
            <a:r>
              <a:rPr lang="en-US" sz="1200" b="0" u="none" strike="noStrike">
                <a:solidFill>
                  <a:schemeClr val="dk1"/>
                </a:solidFill>
                <a:effectLst/>
                <a:uFillTx/>
                <a:latin typeface="Arial"/>
                <a:ea typeface="Microsoft YaHei"/>
              </a:rPr>
              <a:t> . . . ]</a:t>
            </a:r>
            <a:endParaRPr lang="en-US" sz="1200" b="0" u="none" strike="noStrike">
              <a:solidFill>
                <a:schemeClr val="dk1"/>
              </a:solidFill>
              <a:effectLst/>
              <a:uFillTx/>
              <a:latin typeface="Aptos"/>
            </a:endParaRPr>
          </a:p>
          <a:p>
            <a:pPr marL="216000" indent="-216000" algn="l" defTabSz="914400">
              <a:lnSpc>
                <a:spcPct val="100000"/>
              </a:lnSpc>
              <a:spcBef>
                <a:spcPts val="283"/>
              </a:spcBef>
              <a:spcAft>
                <a:spcPts val="283"/>
              </a:spcAft>
              <a:buClr>
                <a:srgbClr val="000000"/>
              </a:buClr>
              <a:buFont typeface="Arial"/>
              <a:buAutoNum type="arabicPeriod" startAt="6"/>
              <a:tabLst>
                <a:tab pos="0" algn="l"/>
              </a:tabLst>
            </a:pPr>
            <a:r>
              <a:rPr lang="en-US" sz="1600" b="0" u="none" strike="noStrike">
                <a:solidFill>
                  <a:schemeClr val="dk1"/>
                </a:solidFill>
                <a:effectLst/>
                <a:uFillTx/>
                <a:latin typeface="Arial"/>
                <a:ea typeface="Microsoft YaHei"/>
              </a:rPr>
              <a:t>Enable AAA authorization for the console by using the command:</a:t>
            </a:r>
            <a:endParaRPr lang="en-US" sz="1600" b="0" u="none" strike="noStrike">
              <a:solidFill>
                <a:schemeClr val="dk1"/>
              </a:solidFill>
              <a:effectLst/>
              <a:uFillTx/>
              <a:latin typeface="Aptos"/>
            </a:endParaRPr>
          </a:p>
          <a:p>
            <a:pPr marL="216000" indent="0" algn="l" defTabSz="914400">
              <a:lnSpc>
                <a:spcPct val="100000"/>
              </a:lnSpc>
              <a:spcBef>
                <a:spcPts val="283"/>
              </a:spcBef>
              <a:spcAft>
                <a:spcPts val="283"/>
              </a:spcAft>
              <a:buNone/>
              <a:tabLst>
                <a:tab pos="0" algn="l"/>
              </a:tabLst>
            </a:pPr>
            <a:r>
              <a:rPr lang="en-US" sz="1200" b="1" u="none" strike="noStrike">
                <a:solidFill>
                  <a:schemeClr val="dk1"/>
                </a:solidFill>
                <a:effectLst/>
                <a:uFillTx/>
                <a:latin typeface="Arial"/>
                <a:ea typeface="Microsoft YaHei"/>
              </a:rPr>
              <a:t>aaa authorization</a:t>
            </a:r>
            <a:r>
              <a:rPr lang="en-US" sz="1200" b="0" u="none" strike="noStrike">
                <a:solidFill>
                  <a:schemeClr val="dk1"/>
                </a:solidFill>
                <a:effectLst/>
                <a:uFillTx/>
                <a:latin typeface="Arial"/>
                <a:ea typeface="Microsoft YaHei"/>
              </a:rPr>
              <a:t> </a:t>
            </a:r>
            <a:r>
              <a:rPr lang="en-US" sz="1200" b="1" u="none" strike="noStrike">
                <a:solidFill>
                  <a:schemeClr val="dk1"/>
                </a:solidFill>
                <a:effectLst/>
                <a:uFillTx/>
                <a:latin typeface="Arial"/>
                <a:ea typeface="Microsoft YaHei"/>
              </a:rPr>
              <a:t>console</a:t>
            </a:r>
            <a:r>
              <a:rPr lang="en-US" sz="1600" b="0" u="none" strike="noStrike">
                <a:solidFill>
                  <a:schemeClr val="dk1"/>
                </a:solidFill>
                <a:effectLst/>
                <a:uFillTx/>
                <a:latin typeface="Arial"/>
                <a:ea typeface="Microsoft YaHei"/>
              </a:rPr>
              <a:t> </a:t>
            </a:r>
            <a:endParaRPr lang="en-US" sz="1600" b="0" u="none" strike="noStrike">
              <a:solidFill>
                <a:schemeClr val="dk1"/>
              </a:solidFill>
              <a:effectLst/>
              <a:uFillTx/>
              <a:latin typeface="Aptos"/>
            </a:endParaRPr>
          </a:p>
          <a:p>
            <a:pPr marL="216000" indent="0" algn="l" defTabSz="914400">
              <a:lnSpc>
                <a:spcPct val="100000"/>
              </a:lnSpc>
              <a:spcBef>
                <a:spcPts val="283"/>
              </a:spcBef>
              <a:spcAft>
                <a:spcPts val="283"/>
              </a:spcAft>
              <a:buNone/>
              <a:tabLst>
                <a:tab pos="0" algn="l"/>
              </a:tabLst>
            </a:pPr>
            <a:r>
              <a:rPr lang="en-US" sz="1200" b="0" u="none" strike="noStrike">
                <a:solidFill>
                  <a:schemeClr val="dk1"/>
                </a:solidFill>
                <a:effectLst/>
                <a:uFillTx/>
                <a:latin typeface="Arial"/>
                <a:ea typeface="Microsoft YaHei"/>
              </a:rPr>
              <a:t>Authorization for the console is disabled by default to prevent inexperienced users from locking themselves out.</a:t>
            </a:r>
            <a:endParaRPr lang="en-US" sz="1200" b="0" u="none" strike="noStrike">
              <a:solidFill>
                <a:schemeClr val="dk1"/>
              </a:solidFill>
              <a:effectLst/>
              <a:uFillTx/>
              <a:latin typeface="Aptos"/>
            </a:endParaRPr>
          </a:p>
          <a:p>
            <a:pPr marL="216000" indent="-216000" algn="l" defTabSz="914400">
              <a:lnSpc>
                <a:spcPct val="100000"/>
              </a:lnSpc>
              <a:spcBef>
                <a:spcPts val="283"/>
              </a:spcBef>
              <a:spcAft>
                <a:spcPts val="283"/>
              </a:spcAft>
              <a:buClr>
                <a:srgbClr val="000000"/>
              </a:buClr>
              <a:buFont typeface="Arial"/>
              <a:buAutoNum type="arabicPeriod" startAt="6"/>
              <a:tabLst>
                <a:tab pos="0" algn="l"/>
              </a:tabLst>
            </a:pPr>
            <a:r>
              <a:rPr lang="en-US" sz="1600" b="0" u="none" strike="noStrike">
                <a:solidFill>
                  <a:schemeClr val="dk1"/>
                </a:solidFill>
                <a:effectLst/>
                <a:uFillTx/>
                <a:latin typeface="Arial"/>
                <a:ea typeface="Microsoft YaHei"/>
              </a:rPr>
              <a:t>Enable AAA authorization for commands by using the command: </a:t>
            </a:r>
            <a:endParaRPr lang="en-US" sz="1600" b="0" u="none" strike="noStrike">
              <a:solidFill>
                <a:schemeClr val="dk1"/>
              </a:solidFill>
              <a:effectLst/>
              <a:uFillTx/>
              <a:latin typeface="Aptos"/>
            </a:endParaRPr>
          </a:p>
          <a:p>
            <a:pPr marL="216000" indent="0" algn="l" defTabSz="914400">
              <a:lnSpc>
                <a:spcPct val="100000"/>
              </a:lnSpc>
              <a:spcBef>
                <a:spcPts val="283"/>
              </a:spcBef>
              <a:spcAft>
                <a:spcPts val="283"/>
              </a:spcAft>
              <a:buNone/>
              <a:tabLst>
                <a:tab pos="0" algn="l"/>
              </a:tabLst>
            </a:pPr>
            <a:r>
              <a:rPr lang="en-US" sz="1200" b="1" u="none" strike="noStrike">
                <a:solidFill>
                  <a:schemeClr val="dk1"/>
                </a:solidFill>
                <a:effectLst/>
                <a:uFillTx/>
                <a:latin typeface="Arial"/>
                <a:ea typeface="Microsoft YaHei"/>
              </a:rPr>
              <a:t>aaa authorization commands</a:t>
            </a:r>
            <a:r>
              <a:rPr lang="en-US" sz="1600" b="0" u="none" strike="noStrike">
                <a:solidFill>
                  <a:schemeClr val="dk1"/>
                </a:solidFill>
                <a:effectLst/>
                <a:uFillTx/>
                <a:latin typeface="Arial"/>
                <a:ea typeface="Microsoft YaHei"/>
              </a:rPr>
              <a:t> </a:t>
            </a:r>
            <a:r>
              <a:rPr lang="en-US" sz="1200" b="0" u="none" strike="noStrike">
                <a:solidFill>
                  <a:schemeClr val="dk1"/>
                </a:solidFill>
                <a:effectLst/>
                <a:uFillTx/>
                <a:latin typeface="Arial"/>
                <a:ea typeface="Microsoft YaHei"/>
              </a:rPr>
              <a:t>{</a:t>
            </a:r>
            <a:r>
              <a:rPr lang="en-US" sz="1200" b="0" i="1" u="none" strike="noStrike">
                <a:solidFill>
                  <a:schemeClr val="dk1"/>
                </a:solidFill>
                <a:effectLst/>
                <a:uFillTx/>
                <a:latin typeface="Arial"/>
                <a:ea typeface="Microsoft YaHei"/>
              </a:rPr>
              <a:t>privilege level</a:t>
            </a:r>
            <a:r>
              <a:rPr lang="en-US" sz="1200" b="0" u="none" strike="noStrike">
                <a:solidFill>
                  <a:schemeClr val="dk1"/>
                </a:solidFill>
                <a:effectLst/>
                <a:uFillTx/>
                <a:latin typeface="Arial"/>
                <a:ea typeface="Microsoft YaHei"/>
              </a:rPr>
              <a:t>} { </a:t>
            </a:r>
            <a:r>
              <a:rPr lang="en-US" sz="1200" b="1" u="none" strike="noStrike">
                <a:solidFill>
                  <a:schemeClr val="dk1"/>
                </a:solidFill>
                <a:effectLst/>
                <a:uFillTx/>
                <a:latin typeface="Arial"/>
                <a:ea typeface="Microsoft YaHei"/>
              </a:rPr>
              <a:t>default</a:t>
            </a:r>
            <a:r>
              <a:rPr lang="en-US" sz="1200" b="0" u="none" strike="noStrike">
                <a:solidFill>
                  <a:schemeClr val="dk1"/>
                </a:solidFill>
                <a:effectLst/>
                <a:uFillTx/>
                <a:latin typeface="Arial"/>
                <a:ea typeface="Microsoft YaHei"/>
              </a:rPr>
              <a:t> | </a:t>
            </a:r>
            <a:r>
              <a:rPr lang="en-US" sz="1200" b="0" i="1" u="none" strike="noStrike">
                <a:solidFill>
                  <a:schemeClr val="dk1"/>
                </a:solidFill>
                <a:effectLst/>
                <a:uFillTx/>
                <a:latin typeface="Arial"/>
                <a:ea typeface="Microsoft YaHei"/>
              </a:rPr>
              <a:t>custom-list-name</a:t>
            </a:r>
            <a:r>
              <a:rPr lang="en-US" sz="1200" b="0" u="none" strike="noStrike">
                <a:solidFill>
                  <a:schemeClr val="dk1"/>
                </a:solidFill>
                <a:effectLst/>
                <a:uFillTx/>
                <a:latin typeface="Arial"/>
                <a:ea typeface="Microsoft YaHei"/>
              </a:rPr>
              <a:t> } </a:t>
            </a:r>
            <a:r>
              <a:rPr lang="en-US" sz="1200" b="0" i="1" u="none" strike="noStrike">
                <a:solidFill>
                  <a:schemeClr val="dk1"/>
                </a:solidFill>
                <a:effectLst/>
                <a:uFillTx/>
                <a:latin typeface="Arial"/>
                <a:ea typeface="Microsoft YaHei"/>
              </a:rPr>
              <a:t>method1</a:t>
            </a:r>
            <a:r>
              <a:rPr lang="en-US" sz="1200" b="0" u="none" strike="noStrike">
                <a:solidFill>
                  <a:schemeClr val="dk1"/>
                </a:solidFill>
                <a:effectLst/>
                <a:uFillTx/>
                <a:latin typeface="Arial"/>
                <a:ea typeface="Microsoft YaHei"/>
              </a:rPr>
              <a:t> [ </a:t>
            </a:r>
            <a:r>
              <a:rPr lang="en-US" sz="1200" b="0" i="1" u="none" strike="noStrike">
                <a:solidFill>
                  <a:schemeClr val="dk1"/>
                </a:solidFill>
                <a:effectLst/>
                <a:uFillTx/>
                <a:latin typeface="Arial"/>
                <a:ea typeface="Microsoft YaHei"/>
              </a:rPr>
              <a:t>method2</a:t>
            </a:r>
            <a:r>
              <a:rPr lang="en-US" sz="1200" b="0" u="none" strike="noStrike">
                <a:solidFill>
                  <a:schemeClr val="dk1"/>
                </a:solidFill>
                <a:effectLst/>
                <a:uFillTx/>
                <a:latin typeface="Arial"/>
                <a:ea typeface="Microsoft YaHei"/>
              </a:rPr>
              <a:t> . . . ]</a:t>
            </a:r>
            <a:endParaRPr lang="en-US" sz="1200" b="0" u="none" strike="noStrike">
              <a:solidFill>
                <a:schemeClr val="dk1"/>
              </a:solidFill>
              <a:effectLst/>
              <a:uFillTx/>
              <a:latin typeface="Aptos"/>
            </a:endParaRPr>
          </a:p>
          <a:p>
            <a:pPr marL="216000" indent="0" algn="l" defTabSz="914400">
              <a:lnSpc>
                <a:spcPct val="100000"/>
              </a:lnSpc>
              <a:spcBef>
                <a:spcPts val="283"/>
              </a:spcBef>
              <a:spcAft>
                <a:spcPts val="283"/>
              </a:spcAft>
              <a:buNone/>
              <a:tabLst>
                <a:tab pos="0" algn="l"/>
              </a:tabLst>
            </a:pPr>
            <a:r>
              <a:rPr lang="en-US" sz="1200" b="0" u="none" strike="noStrike">
                <a:solidFill>
                  <a:schemeClr val="dk1"/>
                </a:solidFill>
                <a:effectLst/>
                <a:uFillTx/>
                <a:latin typeface="Arial"/>
                <a:ea typeface="Microsoft YaHei"/>
              </a:rPr>
              <a:t>This authorises all commands with AAA server before executing them. AAA authorisation for privilege levels 0,1 and 15 is commonly used.</a:t>
            </a:r>
            <a:endParaRPr lang="en-US" sz="1200" b="0" u="none" strike="noStrike">
              <a:solidFill>
                <a:schemeClr val="dk1"/>
              </a:solidFill>
              <a:effectLst/>
              <a:uFillTx/>
              <a:latin typeface="Aptos"/>
            </a:endParaRPr>
          </a:p>
          <a:p>
            <a:pPr marL="360000" indent="0" algn="l" defTabSz="914400">
              <a:lnSpc>
                <a:spcPct val="90000"/>
              </a:lnSpc>
              <a:spcBef>
                <a:spcPts val="1001"/>
              </a:spcBef>
              <a:spcAft>
                <a:spcPts val="283"/>
              </a:spcAft>
              <a:buNone/>
              <a:tabLst>
                <a:tab pos="0" algn="l"/>
              </a:tabLst>
            </a:pPr>
            <a:endParaRPr lang="en-US" sz="1200" b="0" u="none" strike="noStrike">
              <a:solidFill>
                <a:schemeClr val="dk1"/>
              </a:solidFill>
              <a:effectLst/>
              <a:uFillTx/>
              <a:latin typeface="Aptos"/>
            </a:endParaRPr>
          </a:p>
        </p:txBody>
      </p:sp>
      <p:sp>
        <p:nvSpPr>
          <p:cNvPr id="125" name="Rectangle 124"/>
          <p:cNvSpPr/>
          <p:nvPr/>
        </p:nvSpPr>
        <p:spPr>
          <a:xfrm>
            <a:off x="189360" y="5442480"/>
            <a:ext cx="4317840" cy="89784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26" name="Rectangle 125"/>
          <p:cNvSpPr/>
          <p:nvPr/>
        </p:nvSpPr>
        <p:spPr>
          <a:xfrm>
            <a:off x="3817440" y="2792880"/>
            <a:ext cx="179280" cy="372600"/>
          </a:xfrm>
          <a:prstGeom prst="rect">
            <a:avLst/>
          </a:prstGeom>
          <a:noFill/>
          <a:ln w="0">
            <a:noFill/>
          </a:ln>
        </p:spPr>
        <p:style>
          <a:lnRef idx="0"/>
          <a:fillRef idx="0"/>
          <a:effectRef idx="0"/>
          <a:fontRef idx="minor"/>
        </p:style>
        <p:txBody>
          <a:bodyPr lIns="89640" tIns="45000" rIns="89640" bIns="45000" anchor="t">
            <a:spAutoFit/>
          </a:bodyPr>
          <a:p>
            <a:endParaRPr lang="en-AU" sz="1800" b="0" u="none" strike="noStrike">
              <a:solidFill>
                <a:srgbClr val="000000"/>
              </a:solidFill>
              <a:effectLst/>
              <a:uFillTx/>
              <a:latin typeface="Arial"/>
            </a:endParaRPr>
          </a:p>
        </p:txBody>
      </p:sp>
      <p:sp>
        <p:nvSpPr>
          <p:cNvPr id="127" name="Rectangle 126"/>
          <p:cNvSpPr/>
          <p:nvPr/>
        </p:nvSpPr>
        <p:spPr>
          <a:xfrm>
            <a:off x="180000" y="1440000"/>
            <a:ext cx="3958560" cy="53614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endParaRPr lang="en-AU" sz="1600" b="0" u="none" strike="noStrike">
              <a:solidFill>
                <a:srgbClr val="000000"/>
              </a:solidFill>
              <a:effectLst/>
              <a:uFillTx/>
              <a:latin typeface="Arial"/>
            </a:endParaRPr>
          </a:p>
          <a:p>
            <a:pPr marL="216000" indent="-216000" defTabSz="914400">
              <a:lnSpc>
                <a:spcPct val="100000"/>
              </a:lnSpc>
              <a:buClr>
                <a:srgbClr val="000000"/>
              </a:buClr>
              <a:buFont typeface="OpenSymbol"/>
              <a:buAutoNum type="arabicPeriod" startAt="9"/>
            </a:pPr>
            <a:r>
              <a:rPr lang="en-AU" sz="1600" b="0" u="none" strike="noStrike">
                <a:solidFill>
                  <a:srgbClr val="000000"/>
                </a:solidFill>
                <a:effectLst/>
                <a:uFillTx/>
                <a:latin typeface="Arial"/>
              </a:rPr>
              <a:t>Enable command authorization in global configuration mode (and all global configuration submodes):</a:t>
            </a:r>
            <a:endParaRPr lang="en-AU" sz="1600" b="0" u="none" strike="noStrike">
              <a:solidFill>
                <a:srgbClr val="000000"/>
              </a:solidFill>
              <a:effectLst/>
              <a:uFillTx/>
              <a:latin typeface="Arial"/>
            </a:endParaRPr>
          </a:p>
          <a:p>
            <a:pPr marL="360000" defTabSz="914400">
              <a:lnSpc>
                <a:spcPct val="100000"/>
              </a:lnSpc>
            </a:pPr>
            <a:r>
              <a:rPr lang="en-AU" sz="1200" b="1" u="none" strike="noStrike">
                <a:solidFill>
                  <a:srgbClr val="000000"/>
                </a:solidFill>
                <a:effectLst/>
                <a:uFillTx/>
                <a:latin typeface="Arial"/>
              </a:rPr>
              <a:t>aaa authorization config-commands</a:t>
            </a:r>
            <a:endParaRPr lang="en-AU" sz="1200" b="0" u="none" strike="noStrike">
              <a:solidFill>
                <a:srgbClr val="000000"/>
              </a:solidFill>
              <a:effectLst/>
              <a:uFillTx/>
              <a:latin typeface="Arial"/>
            </a:endParaRPr>
          </a:p>
          <a:p>
            <a:pPr defTabSz="914400">
              <a:lnSpc>
                <a:spcPct val="100000"/>
              </a:lnSpc>
            </a:pPr>
            <a:endParaRPr lang="en-AU" sz="1200" b="0" u="none" strike="noStrike">
              <a:solidFill>
                <a:srgbClr val="000000"/>
              </a:solidFill>
              <a:effectLst/>
              <a:uFillTx/>
              <a:latin typeface="Arial"/>
            </a:endParaRPr>
          </a:p>
          <a:p>
            <a:pPr marL="216000" indent="-216000" defTabSz="914400">
              <a:lnSpc>
                <a:spcPct val="100000"/>
              </a:lnSpc>
              <a:spcBef>
                <a:spcPts val="283"/>
              </a:spcBef>
              <a:spcAft>
                <a:spcPts val="283"/>
              </a:spcAft>
              <a:buClr>
                <a:srgbClr val="000000"/>
              </a:buClr>
              <a:buFont typeface="OpenSymbol"/>
              <a:buAutoNum type="arabicPeriod" startAt="6"/>
            </a:pPr>
            <a:r>
              <a:rPr lang="en-AU" sz="1600" b="0" u="none" strike="noStrike">
                <a:solidFill>
                  <a:srgbClr val="000000"/>
                </a:solidFill>
                <a:effectLst/>
                <a:uFillTx/>
                <a:latin typeface="Arial"/>
              </a:rPr>
              <a:t>Enable login accounting by using the command:</a:t>
            </a:r>
            <a:endParaRPr lang="en-AU" sz="1600" b="0" u="none" strike="noStrike">
              <a:solidFill>
                <a:srgbClr val="000000"/>
              </a:solidFill>
              <a:effectLst/>
              <a:uFillTx/>
              <a:latin typeface="Arial"/>
            </a:endParaRPr>
          </a:p>
          <a:p>
            <a:pPr marL="360000" defTabSz="914400">
              <a:lnSpc>
                <a:spcPct val="100000"/>
              </a:lnSpc>
              <a:spcBef>
                <a:spcPts val="283"/>
              </a:spcBef>
              <a:spcAft>
                <a:spcPts val="283"/>
              </a:spcAft>
            </a:pPr>
            <a:r>
              <a:rPr lang="en-AU" sz="1200" b="1" u="none" strike="noStrike">
                <a:solidFill>
                  <a:srgbClr val="000000"/>
                </a:solidFill>
                <a:effectLst/>
                <a:uFillTx/>
                <a:latin typeface="Arial"/>
              </a:rPr>
              <a:t>aaa accounting exec</a:t>
            </a:r>
            <a:r>
              <a:rPr lang="en-AU" sz="1200" b="0" u="none" strike="noStrike">
                <a:solidFill>
                  <a:srgbClr val="000000"/>
                </a:solidFill>
                <a:effectLst/>
                <a:uFillTx/>
                <a:latin typeface="Arial"/>
              </a:rPr>
              <a:t> { </a:t>
            </a:r>
            <a:r>
              <a:rPr lang="en-AU" sz="1200" b="1" u="none" strike="noStrike">
                <a:solidFill>
                  <a:srgbClr val="000000"/>
                </a:solidFill>
                <a:effectLst/>
                <a:uFillTx/>
                <a:latin typeface="Arial"/>
              </a:rPr>
              <a:t>default</a:t>
            </a:r>
            <a:r>
              <a:rPr lang="en-AU" sz="1200" b="0" u="none" strike="noStrike">
                <a:solidFill>
                  <a:srgbClr val="000000"/>
                </a:solidFill>
                <a:effectLst/>
                <a:uFillTx/>
                <a:latin typeface="Arial"/>
              </a:rPr>
              <a:t> | </a:t>
            </a:r>
            <a:r>
              <a:rPr lang="en-AU" sz="1200" b="0" i="1" u="none" strike="noStrike">
                <a:solidFill>
                  <a:srgbClr val="000000"/>
                </a:solidFill>
                <a:effectLst/>
                <a:uFillTx/>
                <a:latin typeface="Arial"/>
              </a:rPr>
              <a:t>custom-list-name</a:t>
            </a:r>
            <a:r>
              <a:rPr lang="en-AU" sz="1200" b="0" u="none" strike="noStrike">
                <a:solidFill>
                  <a:srgbClr val="000000"/>
                </a:solidFill>
                <a:effectLst/>
                <a:uFillTx/>
                <a:latin typeface="Arial"/>
              </a:rPr>
              <a:t> } </a:t>
            </a:r>
            <a:r>
              <a:rPr lang="en-AU" sz="1200" b="0" i="1" u="none" strike="noStrike">
                <a:solidFill>
                  <a:srgbClr val="000000"/>
                </a:solidFill>
                <a:effectLst/>
                <a:uFillTx/>
                <a:latin typeface="Arial"/>
              </a:rPr>
              <a:t>method1</a:t>
            </a:r>
            <a:r>
              <a:rPr lang="en-AU" sz="1200" b="0" u="none" strike="noStrike">
                <a:solidFill>
                  <a:srgbClr val="000000"/>
                </a:solidFill>
                <a:effectLst/>
                <a:uFillTx/>
                <a:latin typeface="Arial"/>
              </a:rPr>
              <a:t> [ </a:t>
            </a:r>
            <a:r>
              <a:rPr lang="en-AU" sz="1200" b="0" i="1" u="none" strike="noStrike">
                <a:solidFill>
                  <a:srgbClr val="000000"/>
                </a:solidFill>
                <a:effectLst/>
                <a:uFillTx/>
                <a:latin typeface="Arial"/>
              </a:rPr>
              <a:t>method2</a:t>
            </a:r>
            <a:r>
              <a:rPr lang="en-AU" sz="1200" b="0" u="none" strike="noStrike">
                <a:solidFill>
                  <a:srgbClr val="000000"/>
                </a:solidFill>
                <a:effectLst/>
                <a:uFillTx/>
                <a:latin typeface="Arial"/>
              </a:rPr>
              <a:t> . . . ] </a:t>
            </a:r>
            <a:endParaRPr lang="en-AU" sz="1200" b="0" u="none" strike="noStrike">
              <a:solidFill>
                <a:srgbClr val="000000"/>
              </a:solidFill>
              <a:effectLst/>
              <a:uFillTx/>
              <a:latin typeface="Arial"/>
            </a:endParaRPr>
          </a:p>
          <a:p>
            <a:pPr marL="360000" defTabSz="914400">
              <a:lnSpc>
                <a:spcPct val="100000"/>
              </a:lnSpc>
              <a:spcBef>
                <a:spcPts val="283"/>
              </a:spcBef>
              <a:spcAft>
                <a:spcPts val="283"/>
              </a:spcAft>
            </a:pPr>
            <a:r>
              <a:rPr lang="en-AU" sz="1200" b="0" u="none" strike="noStrike">
                <a:solidFill>
                  <a:srgbClr val="000000"/>
                </a:solidFill>
                <a:effectLst/>
                <a:uFillTx/>
                <a:latin typeface="Arial"/>
              </a:rPr>
              <a:t>It is common to use the keyword start-stop for AAA accounting. It causes accounting to start as soon as a session starts and stop as soon as the session ends.</a:t>
            </a:r>
            <a:endParaRPr lang="en-AU" sz="1200" b="0" u="none" strike="noStrike">
              <a:solidFill>
                <a:srgbClr val="000000"/>
              </a:solidFill>
              <a:effectLst/>
              <a:uFillTx/>
              <a:latin typeface="Arial"/>
            </a:endParaRPr>
          </a:p>
          <a:p>
            <a:pPr marL="216000" indent="-216000" defTabSz="914400">
              <a:lnSpc>
                <a:spcPct val="100000"/>
              </a:lnSpc>
              <a:spcBef>
                <a:spcPts val="283"/>
              </a:spcBef>
              <a:spcAft>
                <a:spcPts val="283"/>
              </a:spcAft>
              <a:buClr>
                <a:srgbClr val="000000"/>
              </a:buClr>
              <a:buFont typeface="OpenSymbol"/>
              <a:buAutoNum type="arabicPeriod" startAt="6"/>
            </a:pPr>
            <a:r>
              <a:rPr lang="en-AU" sz="1600" b="0" u="none" strike="noStrike">
                <a:solidFill>
                  <a:srgbClr val="000000"/>
                </a:solidFill>
                <a:effectLst/>
                <a:uFillTx/>
                <a:latin typeface="Arial"/>
              </a:rPr>
              <a:t>Enable command accounting by using the command:</a:t>
            </a:r>
            <a:endParaRPr lang="en-AU" sz="1600" b="0" u="none" strike="noStrike">
              <a:solidFill>
                <a:srgbClr val="000000"/>
              </a:solidFill>
              <a:effectLst/>
              <a:uFillTx/>
              <a:latin typeface="Arial"/>
            </a:endParaRPr>
          </a:p>
          <a:p>
            <a:pPr marL="216000" indent="-216000" defTabSz="914400">
              <a:lnSpc>
                <a:spcPct val="100000"/>
              </a:lnSpc>
              <a:spcBef>
                <a:spcPts val="283"/>
              </a:spcBef>
              <a:spcAft>
                <a:spcPts val="283"/>
              </a:spcAft>
              <a:buClr>
                <a:srgbClr val="000000"/>
              </a:buClr>
              <a:buFont typeface="OpenSymbol"/>
              <a:buAutoNum type="arabicPeriod" startAt="6"/>
            </a:pPr>
            <a:r>
              <a:rPr lang="en-AU" sz="1200" b="1" u="none" strike="noStrike">
                <a:solidFill>
                  <a:srgbClr val="000000"/>
                </a:solidFill>
                <a:effectLst/>
                <a:uFillTx/>
                <a:latin typeface="Arial"/>
              </a:rPr>
              <a:t>aaa accounting commands</a:t>
            </a:r>
            <a:r>
              <a:rPr lang="en-AU" sz="1200" b="0" u="none" strike="noStrike">
                <a:solidFill>
                  <a:srgbClr val="000000"/>
                </a:solidFill>
                <a:effectLst/>
                <a:uFillTx/>
                <a:latin typeface="Arial"/>
              </a:rPr>
              <a:t> {</a:t>
            </a:r>
            <a:r>
              <a:rPr lang="en-AU" sz="1200" b="0" i="1" u="none" strike="noStrike">
                <a:solidFill>
                  <a:srgbClr val="000000"/>
                </a:solidFill>
                <a:effectLst/>
                <a:uFillTx/>
                <a:latin typeface="Arial"/>
              </a:rPr>
              <a:t>privilege leve</a:t>
            </a:r>
            <a:r>
              <a:rPr lang="en-AU" sz="1200" b="0" u="none" strike="noStrike">
                <a:solidFill>
                  <a:srgbClr val="000000"/>
                </a:solidFill>
                <a:effectLst/>
                <a:uFillTx/>
                <a:latin typeface="Arial"/>
              </a:rPr>
              <a:t>l} { </a:t>
            </a:r>
            <a:r>
              <a:rPr lang="en-AU" sz="1200" b="1" u="none" strike="noStrike">
                <a:solidFill>
                  <a:srgbClr val="000000"/>
                </a:solidFill>
                <a:effectLst/>
                <a:uFillTx/>
                <a:latin typeface="Arial"/>
              </a:rPr>
              <a:t>default</a:t>
            </a:r>
            <a:r>
              <a:rPr lang="en-AU" sz="1200" b="0" u="none" strike="noStrike">
                <a:solidFill>
                  <a:srgbClr val="000000"/>
                </a:solidFill>
                <a:effectLst/>
                <a:uFillTx/>
                <a:latin typeface="Arial"/>
              </a:rPr>
              <a:t> | </a:t>
            </a:r>
            <a:r>
              <a:rPr lang="en-AU" sz="1200" b="0" i="1" u="none" strike="noStrike">
                <a:solidFill>
                  <a:srgbClr val="000000"/>
                </a:solidFill>
                <a:effectLst/>
                <a:uFillTx/>
                <a:latin typeface="Arial"/>
              </a:rPr>
              <a:t>custom-list-name</a:t>
            </a:r>
            <a:r>
              <a:rPr lang="en-AU" sz="1200" b="0" u="none" strike="noStrike">
                <a:solidFill>
                  <a:srgbClr val="000000"/>
                </a:solidFill>
                <a:effectLst/>
                <a:uFillTx/>
                <a:latin typeface="Arial"/>
              </a:rPr>
              <a:t> } </a:t>
            </a:r>
            <a:r>
              <a:rPr lang="en-AU" sz="1200" b="0" i="1" u="none" strike="noStrike">
                <a:solidFill>
                  <a:srgbClr val="000000"/>
                </a:solidFill>
                <a:effectLst/>
                <a:uFillTx/>
                <a:latin typeface="Arial"/>
              </a:rPr>
              <a:t>method1</a:t>
            </a:r>
            <a:r>
              <a:rPr lang="en-AU" sz="1200" b="0" u="none" strike="noStrike">
                <a:solidFill>
                  <a:srgbClr val="000000"/>
                </a:solidFill>
                <a:effectLst/>
                <a:uFillTx/>
                <a:latin typeface="Arial"/>
              </a:rPr>
              <a:t> [ </a:t>
            </a:r>
            <a:r>
              <a:rPr lang="en-AU" sz="1200" b="0" i="1" u="none" strike="noStrike">
                <a:solidFill>
                  <a:srgbClr val="000000"/>
                </a:solidFill>
                <a:effectLst/>
                <a:uFillTx/>
                <a:latin typeface="Arial"/>
              </a:rPr>
              <a:t>method2</a:t>
            </a:r>
            <a:r>
              <a:rPr lang="en-AU" sz="1200" b="0" u="none" strike="noStrike">
                <a:solidFill>
                  <a:srgbClr val="000000"/>
                </a:solidFill>
                <a:effectLst/>
                <a:uFillTx/>
                <a:latin typeface="Arial"/>
              </a:rPr>
              <a:t> . . . ]</a:t>
            </a:r>
            <a:endParaRPr lang="en-AU" sz="1200" b="0" u="none" strike="noStrike">
              <a:solidFill>
                <a:srgbClr val="000000"/>
              </a:solidFill>
              <a:effectLst/>
              <a:uFillTx/>
              <a:latin typeface="Arial"/>
            </a:endParaRPr>
          </a:p>
          <a:p>
            <a:pPr marL="216000" indent="-216000" defTabSz="914400">
              <a:lnSpc>
                <a:spcPct val="100000"/>
              </a:lnSpc>
              <a:spcBef>
                <a:spcPts val="283"/>
              </a:spcBef>
              <a:spcAft>
                <a:spcPts val="283"/>
              </a:spcAft>
              <a:buClr>
                <a:srgbClr val="000000"/>
              </a:buClr>
              <a:buFont typeface="OpenSymbol"/>
              <a:buAutoNum type="arabicPeriod" startAt="6"/>
            </a:pPr>
            <a:r>
              <a:rPr lang="en-AU" sz="1200" b="0" u="none" strike="noStrike">
                <a:solidFill>
                  <a:srgbClr val="000000"/>
                </a:solidFill>
                <a:effectLst/>
                <a:uFillTx/>
                <a:latin typeface="Arial"/>
              </a:rPr>
              <a:t>Just as with authorization, command accounting is applied per privilege level, so it is necessary to configure a command accounting method list for every privilege level that requires command accounting.</a:t>
            </a:r>
            <a:endParaRPr lang="en-AU"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0" y="0"/>
            <a:ext cx="4138560" cy="125856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chemeClr val="lt1"/>
                </a:solidFill>
                <a:effectLst/>
                <a:uFillTx/>
                <a:latin typeface="Aptos Display"/>
              </a:rPr>
              <a:t>3. AAA </a:t>
            </a:r>
            <a:endParaRPr lang="en-US" sz="4400" b="0" u="none" strike="noStrike">
              <a:solidFill>
                <a:schemeClr val="dk1"/>
              </a:solidFill>
              <a:effectLst/>
              <a:uFillTx/>
              <a:latin typeface="Aptos Display"/>
            </a:endParaRPr>
          </a:p>
        </p:txBody>
      </p:sp>
      <p:sp>
        <p:nvSpPr>
          <p:cNvPr id="129" name="PlaceHolder 2"/>
          <p:cNvSpPr>
            <a:spLocks noGrp="1"/>
          </p:cNvSpPr>
          <p:nvPr>
            <p:ph/>
          </p:nvPr>
        </p:nvSpPr>
        <p:spPr>
          <a:xfrm>
            <a:off x="4317120" y="198000"/>
            <a:ext cx="7741440" cy="7305840"/>
          </a:xfrm>
          <a:prstGeom prst="rect">
            <a:avLst/>
          </a:prstGeom>
          <a:noFill/>
          <a:ln w="0">
            <a:noFill/>
          </a:ln>
        </p:spPr>
        <p:txBody>
          <a:bodyPr lIns="0" tIns="0" rIns="0" bIns="0" anchor="t">
            <a:spAutoFit/>
          </a:bodyPr>
          <a:p>
            <a:pPr indent="0" algn="l" defTabSz="914400">
              <a:lnSpc>
                <a:spcPct val="100000"/>
              </a:lnSpc>
              <a:spcBef>
                <a:spcPts val="150"/>
              </a:spcBef>
              <a:buNone/>
              <a:tabLst>
                <a:tab pos="0" algn="l"/>
              </a:tabLst>
            </a:pPr>
            <a:r>
              <a:rPr lang="en-US" sz="1800" b="1" u="none" strike="noStrike">
                <a:solidFill>
                  <a:srgbClr val="000000"/>
                </a:solidFill>
                <a:effectLst/>
                <a:uFillTx/>
                <a:latin typeface="Arial"/>
                <a:ea typeface="Microsoft YaHei"/>
              </a:rPr>
              <a:t>Example Configuration:</a:t>
            </a: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aaa new-model</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tacacs server ISE-PRIMARY</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address 10.10.10.1</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key my.S3cR3t.k3y</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tacacs server ISE-SECONDARY</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address 20.20.20.1</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key my.S3cR3t.k3y</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aaa group server tacacs+ ISE-TACACS+</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server name ise-primary</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server name ise-secondary</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aaa authentication login default group ISE-TACACS+ local</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aaa authentication login CONSOLE-CUSTOM-AUTHENTICATION-LIST local line enable</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aaa authentication enable default group ISE-TACACS+ enable</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aaa authorization exec default group ISE-TACACS+ if-authenticated</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aaa authorization exec CONSOLE-CUSTOM-EXEC-AUTHORIZATION-LIST none</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aaa authorization commands 0 CONSOLE-CUSTOM-COMMAND-AUTHORIZATION-LIST none</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aaa authorization commands 1 CONSOLE-CUSTOM-COMMAND-AUTHORIZATION-LIST none</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aaa authorization commands 15 CONSOLE-CUSTOM-COMMAND-AUTHORIZATION-LIST none</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aaa authorization commands 0 default group ISE-TACACS+ if-authenticated</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aaa authorization commands 1 default group ISE-TACACS+ if-authenticated</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aaa authorization commands 15 default group ISE-TACACS+ if-authenticated</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aaa authorization console</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aaa authorization config-commands</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aaa accounting exec default start-stop group ISE-TACACS+</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aaa accounting commands 0 default start-stop group ISE-TACACS+</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aaa accounting commands 1 default start-stop group ISE-TACACS+</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rgbClr val="000000"/>
                </a:solidFill>
                <a:effectLst/>
                <a:uFillTx/>
                <a:latin typeface="Arial"/>
                <a:ea typeface="Microsoft YaHei"/>
              </a:rPr>
              <a:t>aaa accounting commands 15 default start-stop group ISE-TACACS+</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2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2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200" b="0" u="none" strike="noStrike">
              <a:solidFill>
                <a:schemeClr val="dk1"/>
              </a:solidFill>
              <a:effectLst/>
              <a:uFillTx/>
              <a:latin typeface="Aptos"/>
            </a:endParaRPr>
          </a:p>
          <a:p>
            <a:pPr marL="360000" indent="0" algn="l" defTabSz="914400">
              <a:lnSpc>
                <a:spcPct val="90000"/>
              </a:lnSpc>
              <a:spcBef>
                <a:spcPts val="150"/>
              </a:spcBef>
              <a:buNone/>
              <a:tabLst>
                <a:tab pos="0" algn="l"/>
              </a:tabLst>
            </a:pPr>
            <a:endParaRPr lang="en-US" sz="1200" b="0" u="none" strike="noStrike">
              <a:solidFill>
                <a:schemeClr val="dk1"/>
              </a:solidFill>
              <a:effectLst/>
              <a:uFillTx/>
              <a:latin typeface="Aptos"/>
            </a:endParaRPr>
          </a:p>
        </p:txBody>
      </p:sp>
      <p:sp>
        <p:nvSpPr>
          <p:cNvPr id="130" name="Rectangle 129"/>
          <p:cNvSpPr/>
          <p:nvPr/>
        </p:nvSpPr>
        <p:spPr>
          <a:xfrm>
            <a:off x="189360" y="5442480"/>
            <a:ext cx="4317840" cy="89784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31" name="Rectangle 130"/>
          <p:cNvSpPr/>
          <p:nvPr/>
        </p:nvSpPr>
        <p:spPr>
          <a:xfrm>
            <a:off x="3817440" y="2792880"/>
            <a:ext cx="179280" cy="372600"/>
          </a:xfrm>
          <a:prstGeom prst="rect">
            <a:avLst/>
          </a:prstGeom>
          <a:noFill/>
          <a:ln w="0">
            <a:noFill/>
          </a:ln>
        </p:spPr>
        <p:style>
          <a:lnRef idx="0"/>
          <a:fillRef idx="0"/>
          <a:effectRef idx="0"/>
          <a:fontRef idx="minor"/>
        </p:style>
        <p:txBody>
          <a:bodyPr lIns="89640" tIns="45000" rIns="89640" bIns="45000" anchor="t">
            <a:spAutoFit/>
          </a:bodyPr>
          <a:p>
            <a:endParaRPr lang="en-AU" sz="1800" b="0" u="none" strike="noStrike">
              <a:solidFill>
                <a:srgbClr val="000000"/>
              </a:solidFill>
              <a:effectLst/>
              <a:uFillTx/>
              <a:latin typeface="Arial"/>
            </a:endParaRPr>
          </a:p>
        </p:txBody>
      </p:sp>
      <p:sp>
        <p:nvSpPr>
          <p:cNvPr id="132" name="Rectangle 131"/>
          <p:cNvSpPr/>
          <p:nvPr/>
        </p:nvSpPr>
        <p:spPr>
          <a:xfrm>
            <a:off x="108000" y="1440000"/>
            <a:ext cx="3958560" cy="58237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400" b="0" u="none" strike="noStrike">
                <a:solidFill>
                  <a:srgbClr val="000000"/>
                </a:solidFill>
                <a:effectLst/>
                <a:uFillTx/>
                <a:latin typeface="Arial"/>
                <a:ea typeface="Microsoft YaHei"/>
              </a:rPr>
              <a:t>line con 0</a:t>
            </a:r>
            <a:endParaRPr lang="en-AU" sz="1400" b="0" u="none" strike="noStrike">
              <a:solidFill>
                <a:srgbClr val="000000"/>
              </a:solidFill>
              <a:effectLst/>
              <a:uFillTx/>
              <a:latin typeface="Arial"/>
            </a:endParaRPr>
          </a:p>
          <a:p>
            <a:pPr marL="360000" defTabSz="914400">
              <a:lnSpc>
                <a:spcPct val="100000"/>
              </a:lnSpc>
            </a:pPr>
            <a:r>
              <a:rPr lang="en-US" sz="1400" b="0" u="none" strike="noStrike">
                <a:solidFill>
                  <a:srgbClr val="000000"/>
                </a:solidFill>
                <a:effectLst/>
                <a:uFillTx/>
                <a:latin typeface="Arial"/>
                <a:ea typeface="Microsoft YaHei"/>
              </a:rPr>
              <a:t>authorization commands 0 CONSOLE-CUSTOM-COMMAND-AUTHORIZATION-LIST</a:t>
            </a:r>
            <a:endParaRPr lang="en-AU" sz="1400" b="0" u="none" strike="noStrike">
              <a:solidFill>
                <a:srgbClr val="000000"/>
              </a:solidFill>
              <a:effectLst/>
              <a:uFillTx/>
              <a:latin typeface="Arial"/>
            </a:endParaRPr>
          </a:p>
          <a:p>
            <a:pPr marL="360000" defTabSz="914400">
              <a:lnSpc>
                <a:spcPct val="100000"/>
              </a:lnSpc>
            </a:pPr>
            <a:r>
              <a:rPr lang="en-US" sz="1400" b="0" u="none" strike="noStrike">
                <a:solidFill>
                  <a:srgbClr val="000000"/>
                </a:solidFill>
                <a:effectLst/>
                <a:uFillTx/>
                <a:latin typeface="Arial"/>
                <a:ea typeface="Microsoft YaHei"/>
              </a:rPr>
              <a:t>authorization commands 1 CONSOLE-CUSTOM-COMMAND-AUTHORIZATION-LIST</a:t>
            </a:r>
            <a:endParaRPr lang="en-AU" sz="1400" b="0" u="none" strike="noStrike">
              <a:solidFill>
                <a:srgbClr val="000000"/>
              </a:solidFill>
              <a:effectLst/>
              <a:uFillTx/>
              <a:latin typeface="Arial"/>
            </a:endParaRPr>
          </a:p>
          <a:p>
            <a:pPr marL="360000" defTabSz="914400">
              <a:lnSpc>
                <a:spcPct val="100000"/>
              </a:lnSpc>
            </a:pPr>
            <a:r>
              <a:rPr lang="en-US" sz="1400" b="0" u="none" strike="noStrike">
                <a:solidFill>
                  <a:srgbClr val="000000"/>
                </a:solidFill>
                <a:effectLst/>
                <a:uFillTx/>
                <a:latin typeface="Arial"/>
                <a:ea typeface="Microsoft YaHei"/>
              </a:rPr>
              <a:t>authorization commands 15 CONSOLE-CUSTOM-COMMAND-AUTHORIZATION-LIST</a:t>
            </a:r>
            <a:endParaRPr lang="en-AU" sz="1400" b="0" u="none" strike="noStrike">
              <a:solidFill>
                <a:srgbClr val="000000"/>
              </a:solidFill>
              <a:effectLst/>
              <a:uFillTx/>
              <a:latin typeface="Arial"/>
            </a:endParaRPr>
          </a:p>
          <a:p>
            <a:pPr marL="360000" defTabSz="914400">
              <a:lnSpc>
                <a:spcPct val="100000"/>
              </a:lnSpc>
            </a:pPr>
            <a:r>
              <a:rPr lang="en-US" sz="1400" b="0" u="none" strike="noStrike">
                <a:solidFill>
                  <a:srgbClr val="000000"/>
                </a:solidFill>
                <a:effectLst/>
                <a:uFillTx/>
                <a:latin typeface="Arial"/>
                <a:ea typeface="Microsoft YaHei"/>
              </a:rPr>
              <a:t>authorization exec CONSOLE-CUSTOM-EXEC-AUTHORIZATION-LIST</a:t>
            </a:r>
            <a:endParaRPr lang="en-AU" sz="1400" b="0" u="none" strike="noStrike">
              <a:solidFill>
                <a:srgbClr val="000000"/>
              </a:solidFill>
              <a:effectLst/>
              <a:uFillTx/>
              <a:latin typeface="Arial"/>
            </a:endParaRPr>
          </a:p>
          <a:p>
            <a:pPr marL="360000" defTabSz="914400">
              <a:lnSpc>
                <a:spcPct val="100000"/>
              </a:lnSpc>
            </a:pPr>
            <a:r>
              <a:rPr lang="en-US" sz="1400" b="0" u="none" strike="noStrike">
                <a:solidFill>
                  <a:srgbClr val="000000"/>
                </a:solidFill>
                <a:effectLst/>
                <a:uFillTx/>
                <a:latin typeface="Arial"/>
                <a:ea typeface="Microsoft YaHei"/>
              </a:rPr>
              <a:t>privilege level 15</a:t>
            </a:r>
            <a:endParaRPr lang="en-AU" sz="1400" b="0" u="none" strike="noStrike">
              <a:solidFill>
                <a:srgbClr val="000000"/>
              </a:solidFill>
              <a:effectLst/>
              <a:uFillTx/>
              <a:latin typeface="Arial"/>
            </a:endParaRPr>
          </a:p>
          <a:p>
            <a:pPr marL="360000" defTabSz="914400">
              <a:lnSpc>
                <a:spcPct val="100000"/>
              </a:lnSpc>
            </a:pPr>
            <a:r>
              <a:rPr lang="en-US" sz="1400" b="0" u="none" strike="noStrike">
                <a:solidFill>
                  <a:srgbClr val="000000"/>
                </a:solidFill>
                <a:effectLst/>
                <a:uFillTx/>
                <a:latin typeface="Arial"/>
                <a:ea typeface="Microsoft YaHei"/>
              </a:rPr>
              <a:t>login authentication CONSOLE-CUSTOM-AUTHENTICATION-LIST</a:t>
            </a:r>
            <a:endParaRPr lang="en-AU" sz="1400" b="0" u="none" strike="noStrike">
              <a:solidFill>
                <a:srgbClr val="000000"/>
              </a:solidFill>
              <a:effectLst/>
              <a:uFillTx/>
              <a:latin typeface="Arial"/>
            </a:endParaRPr>
          </a:p>
          <a:p>
            <a:pPr defTabSz="914400">
              <a:lnSpc>
                <a:spcPct val="100000"/>
              </a:lnSpc>
            </a:pPr>
            <a:r>
              <a:rPr lang="en-US" sz="1400" b="0" u="none" strike="noStrike">
                <a:solidFill>
                  <a:srgbClr val="000000"/>
                </a:solidFill>
                <a:effectLst/>
                <a:uFillTx/>
                <a:latin typeface="Arial"/>
                <a:ea typeface="Microsoft YaHei"/>
              </a:rPr>
              <a:t>line vty 0 4</a:t>
            </a:r>
            <a:endParaRPr lang="en-AU" sz="1400" b="0" u="none" strike="noStrike">
              <a:solidFill>
                <a:srgbClr val="000000"/>
              </a:solidFill>
              <a:effectLst/>
              <a:uFillTx/>
              <a:latin typeface="Arial"/>
            </a:endParaRPr>
          </a:p>
          <a:p>
            <a:pPr marL="360000" defTabSz="914400">
              <a:lnSpc>
                <a:spcPct val="100000"/>
              </a:lnSpc>
            </a:pPr>
            <a:r>
              <a:rPr lang="en-US" sz="1400" b="0" u="none" strike="noStrike">
                <a:solidFill>
                  <a:srgbClr val="000000"/>
                </a:solidFill>
                <a:effectLst/>
                <a:uFillTx/>
                <a:latin typeface="Arial"/>
                <a:ea typeface="Microsoft YaHei"/>
              </a:rPr>
              <a:t>&lt;uses default method-lists for AAA&gt;</a:t>
            </a:r>
            <a:endParaRPr lang="en-AU" sz="1400" b="0" u="none" strike="noStrike">
              <a:solidFill>
                <a:srgbClr val="000000"/>
              </a:solidFill>
              <a:effectLst/>
              <a:uFillTx/>
              <a:latin typeface="Arial"/>
            </a:endParaRPr>
          </a:p>
          <a:p>
            <a:pPr defTabSz="914400">
              <a:lnSpc>
                <a:spcPct val="100000"/>
              </a:lnSpc>
            </a:pPr>
            <a:r>
              <a:rPr lang="en-US" sz="1400" b="1" u="none" strike="noStrike">
                <a:solidFill>
                  <a:srgbClr val="000000"/>
                </a:solidFill>
                <a:effectLst/>
                <a:uFillTx/>
                <a:latin typeface="Arial"/>
                <a:ea typeface="Microsoft YaHei"/>
              </a:rPr>
              <a:t>if-authenticated</a:t>
            </a:r>
            <a:r>
              <a:rPr lang="en-US" sz="1400" b="0" u="none" strike="noStrike">
                <a:solidFill>
                  <a:srgbClr val="000000"/>
                </a:solidFill>
                <a:effectLst/>
                <a:uFillTx/>
                <a:latin typeface="Arial"/>
                <a:ea typeface="Microsoft YaHei"/>
              </a:rPr>
              <a:t> keyword can be viewed as the fallback method list which if that method list is hit due to other previous method list unreachability (failure), It authorizes the user if authenticated using any of the authentication methods listed in aaa authentication section.</a:t>
            </a:r>
            <a:endParaRPr lang="en-AU" sz="1400" b="0" u="none" strike="noStrike">
              <a:solidFill>
                <a:srgbClr val="000000"/>
              </a:solidFill>
              <a:effectLst/>
              <a:uFillTx/>
              <a:latin typeface="Arial"/>
            </a:endParaRPr>
          </a:p>
          <a:p>
            <a:pPr defTabSz="914400">
              <a:lnSpc>
                <a:spcPct val="100000"/>
              </a:lnSpc>
            </a:pPr>
            <a:r>
              <a:rPr lang="en-US" sz="1400" b="1" u="none" strike="noStrike">
                <a:solidFill>
                  <a:srgbClr val="000000"/>
                </a:solidFill>
                <a:effectLst/>
                <a:uFillTx/>
                <a:latin typeface="Arial"/>
                <a:ea typeface="Microsoft YaHei"/>
              </a:rPr>
              <a:t>none</a:t>
            </a:r>
            <a:r>
              <a:rPr lang="en-US" sz="1400" b="0" u="none" strike="noStrike">
                <a:solidFill>
                  <a:srgbClr val="000000"/>
                </a:solidFill>
                <a:effectLst/>
                <a:uFillTx/>
                <a:latin typeface="Arial"/>
                <a:ea typeface="Microsoft YaHei"/>
              </a:rPr>
              <a:t> disables authorization, here once authenticated for console, no authorization is being checked for privilege levels 0,1 and 15</a:t>
            </a:r>
            <a:endParaRPr lang="en-AU" sz="1400" b="0" u="none" strike="noStrike">
              <a:solidFill>
                <a:srgbClr val="000000"/>
              </a:solidFill>
              <a:effectLst/>
              <a:uFillTx/>
              <a:latin typeface="Arial"/>
            </a:endParaRPr>
          </a:p>
          <a:p>
            <a:pPr marL="360000" defTabSz="914400">
              <a:lnSpc>
                <a:spcPct val="100000"/>
              </a:lnSpc>
            </a:pPr>
            <a:endParaRPr lang="en-AU"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0" y="0"/>
            <a:ext cx="4138560" cy="125856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chemeClr val="lt1"/>
                </a:solidFill>
                <a:effectLst/>
                <a:uFillTx/>
                <a:latin typeface="Aptos Display"/>
              </a:rPr>
              <a:t>3. ZBFW</a:t>
            </a:r>
            <a:endParaRPr lang="en-US" sz="4400" b="0" u="none" strike="noStrike">
              <a:solidFill>
                <a:schemeClr val="dk1"/>
              </a:solidFill>
              <a:effectLst/>
              <a:uFillTx/>
              <a:latin typeface="Aptos Display"/>
            </a:endParaRPr>
          </a:p>
        </p:txBody>
      </p:sp>
      <p:sp>
        <p:nvSpPr>
          <p:cNvPr id="134" name="PlaceHolder 2"/>
          <p:cNvSpPr>
            <a:spLocks noGrp="1"/>
          </p:cNvSpPr>
          <p:nvPr>
            <p:ph/>
          </p:nvPr>
        </p:nvSpPr>
        <p:spPr>
          <a:xfrm>
            <a:off x="4317120" y="198000"/>
            <a:ext cx="7741440" cy="6771960"/>
          </a:xfrm>
          <a:prstGeom prst="rect">
            <a:avLst/>
          </a:prstGeom>
          <a:noFill/>
          <a:ln w="0">
            <a:noFill/>
          </a:ln>
        </p:spPr>
        <p:txBody>
          <a:bodyPr lIns="0" tIns="0" rIns="0" bIns="0" anchor="t">
            <a:spAutoFit/>
          </a:bodyPr>
          <a:p>
            <a:pPr marL="270000" indent="-270000" algn="l" defTabSz="914400">
              <a:lnSpc>
                <a:spcPct val="90000"/>
              </a:lnSpc>
              <a:spcBef>
                <a:spcPts val="1001"/>
              </a:spcBef>
              <a:buClr>
                <a:srgbClr val="000000"/>
              </a:buClr>
              <a:buFont typeface="Arial"/>
              <a:buChar char="•"/>
            </a:pPr>
            <a:r>
              <a:rPr lang="en-US" sz="2000" b="0" u="none" strike="noStrike">
                <a:solidFill>
                  <a:schemeClr val="dk1"/>
                </a:solidFill>
                <a:effectLst/>
                <a:uFillTx/>
                <a:latin typeface="Arial"/>
              </a:rPr>
              <a:t>Cisco IOS and IOS XE devices include statefull layer 4 firewall function known as Zone Based Firewall (ZBFW).</a:t>
            </a:r>
            <a:endParaRPr lang="en-US" sz="2000" b="0" u="none" strike="noStrike">
              <a:solidFill>
                <a:schemeClr val="dk1"/>
              </a:solidFill>
              <a:effectLst/>
              <a:uFillTx/>
              <a:latin typeface="Aptos"/>
            </a:endParaRPr>
          </a:p>
          <a:p>
            <a:pPr marL="270000" indent="-270000" algn="l" defTabSz="914400">
              <a:lnSpc>
                <a:spcPct val="90000"/>
              </a:lnSpc>
              <a:spcBef>
                <a:spcPts val="1001"/>
              </a:spcBef>
              <a:buClr>
                <a:srgbClr val="000000"/>
              </a:buClr>
              <a:buFont typeface="Arial"/>
              <a:buChar char="•"/>
            </a:pPr>
            <a:r>
              <a:rPr lang="en-US" sz="2000" b="0" u="none" strike="noStrike">
                <a:solidFill>
                  <a:schemeClr val="dk1"/>
                </a:solidFill>
                <a:effectLst/>
                <a:uFillTx/>
                <a:latin typeface="Arial"/>
              </a:rPr>
              <a:t>statefull Layer 4 firewall allow/deny traffic based on connection states rather than only based on source and destination.</a:t>
            </a:r>
            <a:endParaRPr lang="en-US" sz="2000" b="0" u="none" strike="noStrike">
              <a:solidFill>
                <a:schemeClr val="dk1"/>
              </a:solidFill>
              <a:effectLst/>
              <a:uFillTx/>
              <a:latin typeface="Aptos"/>
            </a:endParaRPr>
          </a:p>
          <a:p>
            <a:pPr marL="270000" indent="-270000" algn="l" defTabSz="914400">
              <a:lnSpc>
                <a:spcPct val="90000"/>
              </a:lnSpc>
              <a:spcBef>
                <a:spcPts val="1001"/>
              </a:spcBef>
              <a:buClr>
                <a:srgbClr val="000000"/>
              </a:buClr>
              <a:buFont typeface="Arial"/>
              <a:buChar char="•"/>
            </a:pPr>
            <a:r>
              <a:rPr lang="en-US" sz="2000" b="0" u="none" strike="noStrike">
                <a:solidFill>
                  <a:schemeClr val="dk1"/>
                </a:solidFill>
                <a:effectLst/>
                <a:uFillTx/>
                <a:latin typeface="Arial"/>
              </a:rPr>
              <a:t>Thus, they do not require reverse rule for a connection to work.</a:t>
            </a:r>
            <a:endParaRPr lang="en-US" sz="2000" b="0" u="none" strike="noStrike">
              <a:solidFill>
                <a:schemeClr val="dk1"/>
              </a:solidFill>
              <a:effectLst/>
              <a:uFillTx/>
              <a:latin typeface="Aptos"/>
            </a:endParaRPr>
          </a:p>
          <a:p>
            <a:pPr marL="270000" indent="-270000" algn="l" defTabSz="914400">
              <a:lnSpc>
                <a:spcPct val="90000"/>
              </a:lnSpc>
              <a:spcBef>
                <a:spcPts val="1001"/>
              </a:spcBef>
              <a:buClr>
                <a:srgbClr val="000000"/>
              </a:buClr>
              <a:buFont typeface="Arial"/>
              <a:buChar char="•"/>
            </a:pPr>
            <a:r>
              <a:rPr lang="en-US" sz="2000" b="0" u="none" strike="noStrike">
                <a:solidFill>
                  <a:schemeClr val="dk1"/>
                </a:solidFill>
                <a:effectLst/>
                <a:uFillTx/>
                <a:latin typeface="Arial"/>
              </a:rPr>
              <a:t>Firewall that allows/denies traffic based on security zones are ZBFW.</a:t>
            </a:r>
            <a:endParaRPr lang="en-US" sz="2000" b="0" u="none" strike="noStrike">
              <a:solidFill>
                <a:schemeClr val="dk1"/>
              </a:solidFill>
              <a:effectLst/>
              <a:uFillTx/>
              <a:latin typeface="Aptos"/>
            </a:endParaRPr>
          </a:p>
          <a:p>
            <a:pPr marL="270000" indent="-270000" algn="l" defTabSz="914400">
              <a:lnSpc>
                <a:spcPct val="90000"/>
              </a:lnSpc>
              <a:spcBef>
                <a:spcPts val="1001"/>
              </a:spcBef>
              <a:buClr>
                <a:srgbClr val="000000"/>
              </a:buClr>
              <a:buFont typeface="Arial"/>
              <a:buChar char="•"/>
            </a:pPr>
            <a:r>
              <a:rPr lang="en-US" sz="2000" b="0" u="none" strike="noStrike">
                <a:solidFill>
                  <a:schemeClr val="dk1"/>
                </a:solidFill>
                <a:effectLst/>
                <a:uFillTx/>
                <a:latin typeface="Arial"/>
              </a:rPr>
              <a:t>Security Zones are trust boundaries, where interfaces on one security zone cannot communicate with interfaces on another security zone by default. </a:t>
            </a:r>
            <a:endParaRPr lang="en-US" sz="2000" b="0" u="none" strike="noStrike">
              <a:solidFill>
                <a:schemeClr val="dk1"/>
              </a:solidFill>
              <a:effectLst/>
              <a:uFillTx/>
              <a:latin typeface="Aptos"/>
            </a:endParaRPr>
          </a:p>
          <a:p>
            <a:pPr marL="270000" indent="-270000" algn="l" defTabSz="914400">
              <a:lnSpc>
                <a:spcPct val="90000"/>
              </a:lnSpc>
              <a:spcBef>
                <a:spcPts val="1001"/>
              </a:spcBef>
              <a:buClr>
                <a:srgbClr val="000000"/>
              </a:buClr>
              <a:buFont typeface="Arial"/>
              <a:buChar char="•"/>
            </a:pPr>
            <a:r>
              <a:rPr lang="en-US" sz="2000" b="0" u="none" strike="noStrike">
                <a:solidFill>
                  <a:schemeClr val="dk1"/>
                </a:solidFill>
                <a:effectLst/>
                <a:uFillTx/>
                <a:latin typeface="Arial"/>
              </a:rPr>
              <a:t>Zones in Cisco IOS ZBFW:</a:t>
            </a:r>
            <a:endParaRPr lang="en-US" sz="2000" b="0" u="none" strike="noStrike">
              <a:solidFill>
                <a:schemeClr val="dk1"/>
              </a:solidFill>
              <a:effectLst/>
              <a:uFillTx/>
              <a:latin typeface="Aptos"/>
            </a:endParaRPr>
          </a:p>
          <a:p>
            <a:pPr marL="720000" indent="-270000" algn="l" defTabSz="914400">
              <a:lnSpc>
                <a:spcPct val="90000"/>
              </a:lnSpc>
              <a:spcBef>
                <a:spcPts val="1001"/>
              </a:spcBef>
              <a:buClr>
                <a:srgbClr val="000000"/>
              </a:buClr>
              <a:buFont typeface="Arial"/>
              <a:buAutoNum type="arabicPeriod"/>
            </a:pPr>
            <a:r>
              <a:rPr lang="en-US" sz="2000" b="0" u="none" strike="noStrike">
                <a:solidFill>
                  <a:schemeClr val="dk1"/>
                </a:solidFill>
                <a:effectLst/>
                <a:uFillTx/>
                <a:latin typeface="Arial"/>
              </a:rPr>
              <a:t>Self Zone: System level zone that includes all router’s ip addresses. By default all communication to and from this zone are allowed as it contains management (SNMP,SSH) and control plane (OSPF, BGP) traffic.</a:t>
            </a:r>
            <a:endParaRPr lang="en-US" sz="2000" b="0" u="none" strike="noStrike">
              <a:solidFill>
                <a:schemeClr val="dk1"/>
              </a:solidFill>
              <a:effectLst/>
              <a:uFillTx/>
              <a:latin typeface="Aptos"/>
            </a:endParaRPr>
          </a:p>
          <a:p>
            <a:pPr marL="720000" indent="-270000" algn="l" defTabSz="914400">
              <a:lnSpc>
                <a:spcPct val="90000"/>
              </a:lnSpc>
              <a:spcBef>
                <a:spcPts val="1001"/>
              </a:spcBef>
              <a:buClr>
                <a:srgbClr val="000000"/>
              </a:buClr>
              <a:buFont typeface="Arial"/>
              <a:buAutoNum type="arabicPeriod"/>
            </a:pPr>
            <a:r>
              <a:rPr lang="en-US" sz="2000" b="0" u="none" strike="noStrike">
                <a:solidFill>
                  <a:schemeClr val="dk1"/>
                </a:solidFill>
                <a:effectLst/>
                <a:uFillTx/>
                <a:latin typeface="Arial"/>
              </a:rPr>
              <a:t>Default Zone: System level zone that includes all router interfaces by default if not associated with any other security zones.</a:t>
            </a:r>
            <a:endParaRPr lang="en-US" sz="2000" b="0" u="none" strike="noStrike">
              <a:solidFill>
                <a:schemeClr val="dk1"/>
              </a:solidFill>
              <a:effectLst/>
              <a:uFillTx/>
              <a:latin typeface="Aptos"/>
            </a:endParaRPr>
          </a:p>
        </p:txBody>
      </p:sp>
      <p:sp>
        <p:nvSpPr>
          <p:cNvPr id="135" name="Rectangle 134"/>
          <p:cNvSpPr/>
          <p:nvPr/>
        </p:nvSpPr>
        <p:spPr>
          <a:xfrm>
            <a:off x="189360" y="5442480"/>
            <a:ext cx="4317840" cy="89784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36" name="Rectangle 135"/>
          <p:cNvSpPr/>
          <p:nvPr/>
        </p:nvSpPr>
        <p:spPr>
          <a:xfrm>
            <a:off x="3817440" y="2792880"/>
            <a:ext cx="179280" cy="372600"/>
          </a:xfrm>
          <a:prstGeom prst="rect">
            <a:avLst/>
          </a:prstGeom>
          <a:noFill/>
          <a:ln w="0">
            <a:noFill/>
          </a:ln>
        </p:spPr>
        <p:style>
          <a:lnRef idx="0"/>
          <a:fillRef idx="0"/>
          <a:effectRef idx="0"/>
          <a:fontRef idx="minor"/>
        </p:style>
        <p:txBody>
          <a:bodyPr lIns="89640" tIns="45000" rIns="89640" bIns="45000" anchor="t">
            <a:spAutoFit/>
          </a:bodyPr>
          <a:p>
            <a:endParaRPr lang="en-AU" sz="1800" b="0" u="none" strike="noStrike">
              <a:solidFill>
                <a:srgbClr val="000000"/>
              </a:solidFill>
              <a:effectLst/>
              <a:uFillTx/>
              <a:latin typeface="Arial"/>
            </a:endParaRPr>
          </a:p>
        </p:txBody>
      </p:sp>
      <p:sp>
        <p:nvSpPr>
          <p:cNvPr id="137" name="Rectangle 136"/>
          <p:cNvSpPr/>
          <p:nvPr/>
        </p:nvSpPr>
        <p:spPr>
          <a:xfrm>
            <a:off x="108000" y="1440000"/>
            <a:ext cx="3958560" cy="539568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pic>
        <p:nvPicPr>
          <p:cNvPr id="138" name="Picture 137"/>
          <p:cNvPicPr/>
          <p:nvPr/>
        </p:nvPicPr>
        <p:blipFill>
          <a:blip r:embed="rId1"/>
          <a:stretch/>
        </p:blipFill>
        <p:spPr>
          <a:xfrm>
            <a:off x="108000" y="1440000"/>
            <a:ext cx="3958560" cy="258516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0" y="0"/>
            <a:ext cx="4138560" cy="125856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chemeClr val="lt1"/>
                </a:solidFill>
                <a:effectLst/>
                <a:uFillTx/>
                <a:latin typeface="Aptos Display"/>
              </a:rPr>
              <a:t>3. ZBFW</a:t>
            </a:r>
            <a:endParaRPr lang="en-US" sz="4400" b="0" u="none" strike="noStrike">
              <a:solidFill>
                <a:schemeClr val="dk1"/>
              </a:solidFill>
              <a:effectLst/>
              <a:uFillTx/>
              <a:latin typeface="Aptos Display"/>
            </a:endParaRPr>
          </a:p>
        </p:txBody>
      </p:sp>
      <p:sp>
        <p:nvSpPr>
          <p:cNvPr id="140" name="PlaceHolder 2"/>
          <p:cNvSpPr>
            <a:spLocks noGrp="1"/>
          </p:cNvSpPr>
          <p:nvPr>
            <p:ph/>
          </p:nvPr>
        </p:nvSpPr>
        <p:spPr>
          <a:xfrm>
            <a:off x="4317120" y="198000"/>
            <a:ext cx="7741440" cy="6771960"/>
          </a:xfrm>
          <a:prstGeom prst="rect">
            <a:avLst/>
          </a:prstGeom>
          <a:noFill/>
          <a:ln w="0">
            <a:noFill/>
          </a:ln>
        </p:spPr>
        <p:txBody>
          <a:bodyPr lIns="0" tIns="0" rIns="0" bIns="0" anchor="t">
            <a:spAutoFit/>
          </a:bodyPr>
          <a:p>
            <a:pPr marL="270000" indent="-270000" algn="l" defTabSz="914400">
              <a:lnSpc>
                <a:spcPct val="90000"/>
              </a:lnSpc>
              <a:spcBef>
                <a:spcPts val="1001"/>
              </a:spcBef>
              <a:buClr>
                <a:srgbClr val="000000"/>
              </a:buClr>
              <a:buFont typeface="Arial"/>
              <a:buChar char="•"/>
            </a:pPr>
            <a:r>
              <a:rPr lang="en-US" sz="2000" b="1" u="none" strike="noStrike">
                <a:solidFill>
                  <a:schemeClr val="dk1"/>
                </a:solidFill>
                <a:effectLst/>
                <a:uFillTx/>
                <a:latin typeface="Arial"/>
              </a:rPr>
              <a:t>Steps to configuring Outside zone on internet facing interface:</a:t>
            </a:r>
            <a:endParaRPr lang="en-US" sz="2000" b="0" u="none" strike="noStrike">
              <a:solidFill>
                <a:schemeClr val="dk1"/>
              </a:solidFill>
              <a:effectLst/>
              <a:uFillTx/>
              <a:latin typeface="Aptos"/>
            </a:endParaRPr>
          </a:p>
          <a:p>
            <a:pPr marL="360000" indent="-270000" algn="l" defTabSz="914400">
              <a:lnSpc>
                <a:spcPct val="90000"/>
              </a:lnSpc>
              <a:spcBef>
                <a:spcPts val="1001"/>
              </a:spcBef>
              <a:buClr>
                <a:srgbClr val="000000"/>
              </a:buClr>
              <a:buFont typeface="Arial"/>
              <a:buAutoNum type="arabicPeriod"/>
            </a:pPr>
            <a:r>
              <a:rPr lang="en-US" sz="2000" b="0" u="none" strike="noStrike">
                <a:solidFill>
                  <a:schemeClr val="dk1"/>
                </a:solidFill>
                <a:effectLst/>
                <a:uFillTx/>
                <a:latin typeface="Arial"/>
              </a:rPr>
              <a:t>Define zone with command </a:t>
            </a:r>
            <a:r>
              <a:rPr lang="en-US" sz="1600" b="1" u="none" strike="noStrike">
                <a:solidFill>
                  <a:schemeClr val="dk1"/>
                </a:solidFill>
                <a:effectLst/>
                <a:uFillTx/>
                <a:latin typeface="Arial"/>
              </a:rPr>
              <a:t>zone security</a:t>
            </a:r>
            <a:r>
              <a:rPr lang="en-US" sz="1600" b="0" u="none" strike="noStrike">
                <a:solidFill>
                  <a:schemeClr val="dk1"/>
                </a:solidFill>
                <a:effectLst/>
                <a:uFillTx/>
                <a:latin typeface="Arial"/>
              </a:rPr>
              <a:t> </a:t>
            </a:r>
            <a:r>
              <a:rPr lang="en-US" sz="1600" b="0" i="1" u="none" strike="noStrike">
                <a:solidFill>
                  <a:schemeClr val="dk1"/>
                </a:solidFill>
                <a:effectLst/>
                <a:uFillTx/>
                <a:latin typeface="Arial"/>
              </a:rPr>
              <a:t>zone-name</a:t>
            </a:r>
            <a:endParaRPr lang="en-US" sz="1600" b="0" u="none" strike="noStrike">
              <a:solidFill>
                <a:schemeClr val="dk1"/>
              </a:solidFill>
              <a:effectLst/>
              <a:uFillTx/>
              <a:latin typeface="Aptos"/>
            </a:endParaRPr>
          </a:p>
          <a:p>
            <a:pPr marL="720000" indent="0" algn="l" defTabSz="914400">
              <a:lnSpc>
                <a:spcPct val="90000"/>
              </a:lnSpc>
              <a:spcBef>
                <a:spcPts val="1001"/>
              </a:spcBef>
              <a:buNone/>
              <a:tabLst>
                <a:tab pos="0" algn="l"/>
              </a:tabLst>
            </a:pPr>
            <a:r>
              <a:rPr lang="en-US" sz="1600" b="1" u="none" strike="noStrike">
                <a:solidFill>
                  <a:schemeClr val="dk1"/>
                </a:solidFill>
                <a:effectLst/>
                <a:uFillTx/>
                <a:latin typeface="Arial"/>
              </a:rPr>
              <a:t>zone security</a:t>
            </a:r>
            <a:r>
              <a:rPr lang="en-US" sz="1600" b="0" u="none" strike="noStrike">
                <a:solidFill>
                  <a:schemeClr val="dk1"/>
                </a:solidFill>
                <a:effectLst/>
                <a:uFillTx/>
                <a:latin typeface="Arial"/>
              </a:rPr>
              <a:t> OUTSIDE</a:t>
            </a:r>
            <a:endParaRPr lang="en-US" sz="1600" b="0" u="none" strike="noStrike">
              <a:solidFill>
                <a:schemeClr val="dk1"/>
              </a:solidFill>
              <a:effectLst/>
              <a:uFillTx/>
              <a:latin typeface="Aptos"/>
            </a:endParaRPr>
          </a:p>
          <a:p>
            <a:pPr marL="720000" indent="0" algn="l" defTabSz="914400">
              <a:lnSpc>
                <a:spcPct val="90000"/>
              </a:lnSpc>
              <a:spcBef>
                <a:spcPts val="1001"/>
              </a:spcBef>
              <a:buNone/>
              <a:tabLst>
                <a:tab pos="0" algn="l"/>
              </a:tabLst>
            </a:pPr>
            <a:r>
              <a:rPr lang="en-US" sz="1600" b="1" u="none" strike="noStrike">
                <a:solidFill>
                  <a:schemeClr val="dk1"/>
                </a:solidFill>
                <a:effectLst/>
                <a:uFillTx/>
                <a:latin typeface="Arial"/>
              </a:rPr>
              <a:t>description</a:t>
            </a:r>
            <a:r>
              <a:rPr lang="en-US" sz="1600" b="0" u="none" strike="noStrike">
                <a:solidFill>
                  <a:schemeClr val="dk1"/>
                </a:solidFill>
                <a:effectLst/>
                <a:uFillTx/>
                <a:latin typeface="Arial"/>
              </a:rPr>
              <a:t> OUTSIDE zone for internet interface</a:t>
            </a:r>
            <a:endParaRPr lang="en-US" sz="1600" b="0" u="none" strike="noStrike">
              <a:solidFill>
                <a:schemeClr val="dk1"/>
              </a:solidFill>
              <a:effectLst/>
              <a:uFillTx/>
              <a:latin typeface="Aptos"/>
            </a:endParaRPr>
          </a:p>
          <a:p>
            <a:pPr marL="360000" indent="-270000" algn="l" defTabSz="914400">
              <a:lnSpc>
                <a:spcPct val="90000"/>
              </a:lnSpc>
              <a:spcBef>
                <a:spcPts val="1001"/>
              </a:spcBef>
              <a:buClr>
                <a:srgbClr val="000000"/>
              </a:buClr>
              <a:buFont typeface="Arial"/>
              <a:buAutoNum type="arabicPeriod"/>
              <a:tabLst>
                <a:tab pos="0" algn="l"/>
              </a:tabLst>
            </a:pPr>
            <a:r>
              <a:rPr lang="en-US" sz="2000" b="0" u="none" strike="noStrike">
                <a:solidFill>
                  <a:schemeClr val="dk1"/>
                </a:solidFill>
                <a:effectLst/>
                <a:uFillTx/>
                <a:latin typeface="Arial"/>
              </a:rPr>
              <a:t>Define inspection class map. A class map for inspection defines a method for classifying traffic for inspection.</a:t>
            </a:r>
            <a:endParaRPr lang="en-US" sz="2000" b="0" u="none" strike="noStrike">
              <a:solidFill>
                <a:schemeClr val="dk1"/>
              </a:solidFill>
              <a:effectLst/>
              <a:uFillTx/>
              <a:latin typeface="Aptos"/>
            </a:endParaRPr>
          </a:p>
          <a:p>
            <a:pPr marL="720000" indent="0" algn="l" defTabSz="914400">
              <a:lnSpc>
                <a:spcPct val="90000"/>
              </a:lnSpc>
              <a:spcBef>
                <a:spcPts val="1001"/>
              </a:spcBef>
              <a:buNone/>
              <a:tabLst>
                <a:tab pos="0" algn="l"/>
              </a:tabLst>
            </a:pPr>
            <a:r>
              <a:rPr lang="en-US" sz="1600" b="1" u="none" strike="noStrike">
                <a:solidFill>
                  <a:schemeClr val="dk1"/>
                </a:solidFill>
                <a:effectLst/>
                <a:uFillTx/>
                <a:latin typeface="Arial"/>
              </a:rPr>
              <a:t>class-map type inspect</a:t>
            </a:r>
            <a:r>
              <a:rPr lang="en-US" sz="1600" b="0" u="none" strike="noStrike">
                <a:solidFill>
                  <a:schemeClr val="dk1"/>
                </a:solidFill>
                <a:effectLst/>
                <a:uFillTx/>
                <a:latin typeface="Arial"/>
              </a:rPr>
              <a:t> [</a:t>
            </a:r>
            <a:r>
              <a:rPr lang="en-US" sz="1600" b="1" u="none" strike="noStrike">
                <a:solidFill>
                  <a:schemeClr val="dk1"/>
                </a:solidFill>
                <a:effectLst/>
                <a:uFillTx/>
                <a:latin typeface="Arial"/>
              </a:rPr>
              <a:t>match-all</a:t>
            </a:r>
            <a:r>
              <a:rPr lang="en-US" sz="1600" b="0" u="none" strike="noStrike">
                <a:solidFill>
                  <a:schemeClr val="dk1"/>
                </a:solidFill>
                <a:effectLst/>
                <a:uFillTx/>
                <a:latin typeface="Arial"/>
              </a:rPr>
              <a:t> | </a:t>
            </a:r>
            <a:r>
              <a:rPr lang="en-US" sz="1600" b="1" u="none" strike="noStrike">
                <a:solidFill>
                  <a:schemeClr val="dk1"/>
                </a:solidFill>
                <a:effectLst/>
                <a:uFillTx/>
                <a:latin typeface="Arial"/>
              </a:rPr>
              <a:t>match-any</a:t>
            </a:r>
            <a:r>
              <a:rPr lang="en-US" sz="1600" b="0" u="none" strike="noStrike">
                <a:solidFill>
                  <a:schemeClr val="dk1"/>
                </a:solidFill>
                <a:effectLst/>
                <a:uFillTx/>
                <a:latin typeface="Arial"/>
              </a:rPr>
              <a:t>] </a:t>
            </a:r>
            <a:r>
              <a:rPr lang="en-US" sz="1600" b="0" i="1" u="none" strike="noStrike">
                <a:solidFill>
                  <a:schemeClr val="dk1"/>
                </a:solidFill>
                <a:effectLst/>
                <a:uFillTx/>
                <a:latin typeface="Arial"/>
              </a:rPr>
              <a:t>class-name</a:t>
            </a:r>
            <a:endParaRPr lang="en-US" sz="1600" b="0" u="none" strike="noStrike">
              <a:solidFill>
                <a:schemeClr val="dk1"/>
              </a:solidFill>
              <a:effectLst/>
              <a:uFillTx/>
              <a:latin typeface="Aptos"/>
            </a:endParaRPr>
          </a:p>
          <a:p>
            <a:pPr marL="720000" indent="0" algn="l" defTabSz="914400">
              <a:lnSpc>
                <a:spcPct val="90000"/>
              </a:lnSpc>
              <a:spcBef>
                <a:spcPts val="1001"/>
              </a:spcBef>
              <a:buNone/>
              <a:tabLst>
                <a:tab pos="0" algn="l"/>
              </a:tabLst>
            </a:pPr>
            <a:r>
              <a:rPr lang="en-US" sz="1600" b="0" u="none" strike="noStrike">
                <a:solidFill>
                  <a:schemeClr val="dk1"/>
                </a:solidFill>
                <a:effectLst/>
                <a:uFillTx/>
                <a:latin typeface="Arial"/>
              </a:rPr>
              <a:t>Match all matches all conditions (boolean AND) match-any matches any one of the conditions (boolean OR). Default is match-all</a:t>
            </a:r>
            <a:endParaRPr lang="en-US" sz="1600" b="0" u="none" strike="noStrike">
              <a:solidFill>
                <a:schemeClr val="dk1"/>
              </a:solidFill>
              <a:effectLst/>
              <a:uFillTx/>
              <a:latin typeface="Aptos"/>
            </a:endParaRPr>
          </a:p>
          <a:p>
            <a:pPr marL="720000" indent="0" algn="l" defTabSz="914400">
              <a:lnSpc>
                <a:spcPct val="90000"/>
              </a:lnSpc>
              <a:spcBef>
                <a:spcPts val="1001"/>
              </a:spcBef>
              <a:buNone/>
              <a:tabLst>
                <a:tab pos="0" algn="l"/>
              </a:tabLst>
            </a:pPr>
            <a:r>
              <a:rPr lang="en-US" sz="1600" b="0" u="none" strike="noStrike">
                <a:solidFill>
                  <a:schemeClr val="dk1"/>
                </a:solidFill>
                <a:effectLst/>
                <a:uFillTx/>
                <a:latin typeface="Arial"/>
              </a:rPr>
              <a:t>class-map type inspect match-any OUTSIDE-TO-SELF-INSPECT</a:t>
            </a:r>
            <a:endParaRPr lang="en-US" sz="1600" b="0" u="none" strike="noStrike">
              <a:solidFill>
                <a:schemeClr val="dk1"/>
              </a:solidFill>
              <a:effectLst/>
              <a:uFillTx/>
              <a:latin typeface="Aptos"/>
            </a:endParaRPr>
          </a:p>
          <a:p>
            <a:pPr marL="1080000" indent="0" algn="l" defTabSz="914400">
              <a:lnSpc>
                <a:spcPct val="90000"/>
              </a:lnSpc>
              <a:spcBef>
                <a:spcPts val="1001"/>
              </a:spcBef>
              <a:buNone/>
              <a:tabLst>
                <a:tab pos="0" algn="l"/>
              </a:tabLst>
            </a:pPr>
            <a:r>
              <a:rPr lang="en-US" sz="1600" b="0" u="none" strike="noStrike">
                <a:solidFill>
                  <a:schemeClr val="dk1"/>
                </a:solidFill>
                <a:effectLst/>
                <a:uFillTx/>
                <a:latin typeface="Arial"/>
              </a:rPr>
              <a:t>match access-group name IPSEC-ACL</a:t>
            </a:r>
            <a:endParaRPr lang="en-US" sz="1600" b="0" u="none" strike="noStrike">
              <a:solidFill>
                <a:schemeClr val="dk1"/>
              </a:solidFill>
              <a:effectLst/>
              <a:uFillTx/>
              <a:latin typeface="Aptos"/>
            </a:endParaRPr>
          </a:p>
          <a:p>
            <a:pPr marL="1080000" indent="0" algn="l" defTabSz="914400">
              <a:lnSpc>
                <a:spcPct val="90000"/>
              </a:lnSpc>
              <a:spcBef>
                <a:spcPts val="1001"/>
              </a:spcBef>
              <a:buNone/>
              <a:tabLst>
                <a:tab pos="0" algn="l"/>
              </a:tabLst>
            </a:pPr>
            <a:r>
              <a:rPr lang="en-US" sz="1600" b="0" u="none" strike="noStrike">
                <a:solidFill>
                  <a:schemeClr val="dk1"/>
                </a:solidFill>
                <a:effectLst/>
                <a:uFillTx/>
                <a:latin typeface="Arial"/>
              </a:rPr>
              <a:t>match access-group name PING-AND-TRACEROUTE</a:t>
            </a:r>
            <a:endParaRPr lang="en-US" sz="1600" b="0" u="none" strike="noStrike">
              <a:solidFill>
                <a:schemeClr val="dk1"/>
              </a:solidFill>
              <a:effectLst/>
              <a:uFillTx/>
              <a:latin typeface="Aptos"/>
            </a:endParaRPr>
          </a:p>
          <a:p>
            <a:pPr marL="720000" indent="0" algn="l" defTabSz="914400">
              <a:lnSpc>
                <a:spcPct val="90000"/>
              </a:lnSpc>
              <a:spcBef>
                <a:spcPts val="1001"/>
              </a:spcBef>
              <a:buNone/>
              <a:tabLst>
                <a:tab pos="0" algn="l"/>
              </a:tabLst>
            </a:pPr>
            <a:r>
              <a:rPr lang="en-US" sz="1600" b="0" u="none" strike="noStrike">
                <a:solidFill>
                  <a:schemeClr val="dk1"/>
                </a:solidFill>
                <a:effectLst/>
                <a:uFillTx/>
                <a:latin typeface="Arial"/>
              </a:rPr>
              <a:t>class-map type inspect match-any OUTSIDE-TO-SELF-PASS</a:t>
            </a:r>
            <a:endParaRPr lang="en-US" sz="1600" b="0" u="none" strike="noStrike">
              <a:solidFill>
                <a:schemeClr val="dk1"/>
              </a:solidFill>
              <a:effectLst/>
              <a:uFillTx/>
              <a:latin typeface="Aptos"/>
            </a:endParaRPr>
          </a:p>
          <a:p>
            <a:pPr marL="1080000" indent="0" algn="l" defTabSz="914400">
              <a:lnSpc>
                <a:spcPct val="90000"/>
              </a:lnSpc>
              <a:spcBef>
                <a:spcPts val="1001"/>
              </a:spcBef>
              <a:buNone/>
              <a:tabLst>
                <a:tab pos="0" algn="l"/>
              </a:tabLst>
            </a:pPr>
            <a:r>
              <a:rPr lang="en-US" sz="1600" b="0" u="none" strike="noStrike">
                <a:solidFill>
                  <a:schemeClr val="dk1"/>
                </a:solidFill>
                <a:effectLst/>
                <a:uFillTx/>
                <a:latin typeface="Arial"/>
              </a:rPr>
              <a:t>match access-group name DHCP-IN</a:t>
            </a:r>
            <a:endParaRPr lang="en-US" sz="1600" b="0" u="none" strike="noStrike">
              <a:solidFill>
                <a:schemeClr val="dk1"/>
              </a:solidFill>
              <a:effectLst/>
              <a:uFillTx/>
              <a:latin typeface="Aptos"/>
            </a:endParaRPr>
          </a:p>
          <a:p>
            <a:pPr marL="1080000" indent="0" algn="l" defTabSz="914400">
              <a:lnSpc>
                <a:spcPct val="90000"/>
              </a:lnSpc>
              <a:spcBef>
                <a:spcPts val="1001"/>
              </a:spcBef>
              <a:buNone/>
              <a:tabLst>
                <a:tab pos="0" algn="l"/>
              </a:tabLst>
            </a:pPr>
            <a:r>
              <a:rPr lang="en-US" sz="1600" b="0" u="none" strike="noStrike">
                <a:solidFill>
                  <a:schemeClr val="dk1"/>
                </a:solidFill>
                <a:effectLst/>
                <a:uFillTx/>
                <a:latin typeface="Arial"/>
              </a:rPr>
              <a:t>match access-group name ESP-ACL</a:t>
            </a:r>
            <a:endParaRPr lang="en-US" sz="1600" b="0" u="none" strike="noStrike">
              <a:solidFill>
                <a:schemeClr val="dk1"/>
              </a:solidFill>
              <a:effectLst/>
              <a:uFillTx/>
              <a:latin typeface="Aptos"/>
            </a:endParaRPr>
          </a:p>
          <a:p>
            <a:pPr marL="1080000" indent="0" algn="l" defTabSz="914400">
              <a:lnSpc>
                <a:spcPct val="90000"/>
              </a:lnSpc>
              <a:spcBef>
                <a:spcPts val="1001"/>
              </a:spcBef>
              <a:buNone/>
              <a:tabLst>
                <a:tab pos="0" algn="l"/>
              </a:tabLst>
            </a:pPr>
            <a:r>
              <a:rPr lang="en-US" sz="1600" b="0" u="none" strike="noStrike">
                <a:solidFill>
                  <a:schemeClr val="dk1"/>
                </a:solidFill>
                <a:effectLst/>
                <a:uFillTx/>
                <a:latin typeface="Arial"/>
              </a:rPr>
              <a:t>match access-group name GRE-ACL</a:t>
            </a:r>
            <a:endParaRPr lang="en-US" sz="1600" b="0" u="none" strike="noStrike">
              <a:solidFill>
                <a:schemeClr val="dk1"/>
              </a:solidFill>
              <a:effectLst/>
              <a:uFillTx/>
              <a:latin typeface="Aptos"/>
            </a:endParaRPr>
          </a:p>
          <a:p>
            <a:pPr marL="720000" indent="0" algn="l" defTabSz="914400">
              <a:lnSpc>
                <a:spcPct val="90000"/>
              </a:lnSpc>
              <a:spcBef>
                <a:spcPts val="1001"/>
              </a:spcBef>
              <a:buNone/>
              <a:tabLst>
                <a:tab pos="0" algn="l"/>
              </a:tabLst>
            </a:pPr>
            <a:r>
              <a:rPr lang="en-US" sz="1600" b="0" u="none" strike="noStrike">
                <a:solidFill>
                  <a:schemeClr val="dk1"/>
                </a:solidFill>
                <a:effectLst/>
                <a:uFillTx/>
                <a:latin typeface="Arial"/>
              </a:rPr>
              <a:t>Verify with </a:t>
            </a:r>
            <a:r>
              <a:rPr lang="en-US" sz="1600" b="1" u="none" strike="noStrike">
                <a:solidFill>
                  <a:schemeClr val="dk1"/>
                </a:solidFill>
                <a:effectLst/>
                <a:uFillTx/>
                <a:latin typeface="Arial"/>
              </a:rPr>
              <a:t>show class-map type inspect</a:t>
            </a:r>
            <a:endParaRPr lang="en-US" sz="16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1600" b="0" u="none" strike="noStrike">
              <a:solidFill>
                <a:schemeClr val="dk1"/>
              </a:solidFill>
              <a:effectLst/>
              <a:uFillTx/>
              <a:latin typeface="Aptos"/>
            </a:endParaRPr>
          </a:p>
        </p:txBody>
      </p:sp>
      <p:sp>
        <p:nvSpPr>
          <p:cNvPr id="141" name="Rectangle 140"/>
          <p:cNvSpPr/>
          <p:nvPr/>
        </p:nvSpPr>
        <p:spPr>
          <a:xfrm>
            <a:off x="189360" y="5442480"/>
            <a:ext cx="4317840" cy="89784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42" name="Rectangle 141"/>
          <p:cNvSpPr/>
          <p:nvPr/>
        </p:nvSpPr>
        <p:spPr>
          <a:xfrm>
            <a:off x="3817440" y="2792880"/>
            <a:ext cx="179280" cy="372600"/>
          </a:xfrm>
          <a:prstGeom prst="rect">
            <a:avLst/>
          </a:prstGeom>
          <a:noFill/>
          <a:ln w="0">
            <a:noFill/>
          </a:ln>
        </p:spPr>
        <p:style>
          <a:lnRef idx="0"/>
          <a:fillRef idx="0"/>
          <a:effectRef idx="0"/>
          <a:fontRef idx="minor"/>
        </p:style>
        <p:txBody>
          <a:bodyPr lIns="89640" tIns="45000" rIns="89640" bIns="45000" anchor="t">
            <a:spAutoFit/>
          </a:bodyPr>
          <a:p>
            <a:endParaRPr lang="en-AU" sz="1800" b="0" u="none" strike="noStrike">
              <a:solidFill>
                <a:srgbClr val="000000"/>
              </a:solidFill>
              <a:effectLst/>
              <a:uFillTx/>
              <a:latin typeface="Arial"/>
            </a:endParaRPr>
          </a:p>
        </p:txBody>
      </p:sp>
      <p:sp>
        <p:nvSpPr>
          <p:cNvPr id="143" name="Rectangle 142"/>
          <p:cNvSpPr/>
          <p:nvPr/>
        </p:nvSpPr>
        <p:spPr>
          <a:xfrm>
            <a:off x="108000" y="1440000"/>
            <a:ext cx="3958560" cy="539568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44" name="Rectangle 143"/>
          <p:cNvSpPr/>
          <p:nvPr/>
        </p:nvSpPr>
        <p:spPr>
          <a:xfrm>
            <a:off x="180000" y="1440000"/>
            <a:ext cx="3958920" cy="52189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1600" b="0" u="none" strike="noStrike">
                <a:solidFill>
                  <a:srgbClr val="000000"/>
                </a:solidFill>
                <a:effectLst/>
                <a:uFillTx/>
                <a:latin typeface="Arial"/>
              </a:rPr>
              <a:t>Ip access-list extended IPSEC-ACL</a:t>
            </a:r>
            <a:endParaRPr lang="en-AU" sz="1600" b="0" u="none" strike="noStrike">
              <a:solidFill>
                <a:srgbClr val="000000"/>
              </a:solidFill>
              <a:effectLst/>
              <a:uFillTx/>
              <a:latin typeface="Arial"/>
            </a:endParaRPr>
          </a:p>
          <a:p>
            <a:pPr marL="360000" defTabSz="914400">
              <a:lnSpc>
                <a:spcPct val="100000"/>
              </a:lnSpc>
            </a:pPr>
            <a:r>
              <a:rPr lang="en-AU" sz="1600" b="0" u="none" strike="noStrike">
                <a:solidFill>
                  <a:srgbClr val="000000"/>
                </a:solidFill>
                <a:effectLst/>
                <a:uFillTx/>
                <a:latin typeface="Arial"/>
              </a:rPr>
              <a:t>permit udp any any eq non500-isakmp</a:t>
            </a:r>
            <a:endParaRPr lang="en-AU" sz="1600" b="0" u="none" strike="noStrike">
              <a:solidFill>
                <a:srgbClr val="000000"/>
              </a:solidFill>
              <a:effectLst/>
              <a:uFillTx/>
              <a:latin typeface="Arial"/>
            </a:endParaRPr>
          </a:p>
          <a:p>
            <a:pPr marL="360000" defTabSz="914400">
              <a:lnSpc>
                <a:spcPct val="100000"/>
              </a:lnSpc>
            </a:pPr>
            <a:r>
              <a:rPr lang="en-AU" sz="1600" b="0" u="none" strike="noStrike">
                <a:solidFill>
                  <a:srgbClr val="000000"/>
                </a:solidFill>
                <a:effectLst/>
                <a:uFillTx/>
                <a:latin typeface="Arial"/>
              </a:rPr>
              <a:t>permit udp any any eq isakmp</a:t>
            </a:r>
            <a:endParaRPr lang="en-AU" sz="1600" b="0" u="none" strike="noStrike">
              <a:solidFill>
                <a:srgbClr val="000000"/>
              </a:solidFill>
              <a:effectLst/>
              <a:uFillTx/>
              <a:latin typeface="Arial"/>
            </a:endParaRPr>
          </a:p>
          <a:p>
            <a:pPr defTabSz="914400">
              <a:lnSpc>
                <a:spcPct val="100000"/>
              </a:lnSpc>
            </a:pPr>
            <a:r>
              <a:rPr lang="en-AU" sz="1600" b="0" u="none" strike="noStrike">
                <a:solidFill>
                  <a:srgbClr val="000000"/>
                </a:solidFill>
                <a:effectLst/>
                <a:uFillTx/>
                <a:latin typeface="Arial"/>
              </a:rPr>
              <a:t>Ip access-list extended PING-AND-TRACEROUTE</a:t>
            </a:r>
            <a:endParaRPr lang="en-AU" sz="1600" b="0" u="none" strike="noStrike">
              <a:solidFill>
                <a:srgbClr val="000000"/>
              </a:solidFill>
              <a:effectLst/>
              <a:uFillTx/>
              <a:latin typeface="Arial"/>
            </a:endParaRPr>
          </a:p>
          <a:p>
            <a:pPr marL="360000" defTabSz="914400">
              <a:lnSpc>
                <a:spcPct val="100000"/>
              </a:lnSpc>
            </a:pPr>
            <a:r>
              <a:rPr lang="en-AU" sz="1600" b="0" u="none" strike="noStrike">
                <a:solidFill>
                  <a:srgbClr val="000000"/>
                </a:solidFill>
                <a:effectLst/>
                <a:uFillTx/>
                <a:latin typeface="Arial"/>
              </a:rPr>
              <a:t>permit icmp any any echo</a:t>
            </a:r>
            <a:endParaRPr lang="en-AU" sz="1600" b="0" u="none" strike="noStrike">
              <a:solidFill>
                <a:srgbClr val="000000"/>
              </a:solidFill>
              <a:effectLst/>
              <a:uFillTx/>
              <a:latin typeface="Arial"/>
            </a:endParaRPr>
          </a:p>
          <a:p>
            <a:pPr marL="360000" defTabSz="914400">
              <a:lnSpc>
                <a:spcPct val="100000"/>
              </a:lnSpc>
            </a:pPr>
            <a:r>
              <a:rPr lang="en-AU" sz="1600" b="0" u="none" strike="noStrike">
                <a:solidFill>
                  <a:srgbClr val="000000"/>
                </a:solidFill>
                <a:effectLst/>
                <a:uFillTx/>
                <a:latin typeface="Arial"/>
              </a:rPr>
              <a:t>permit icmp any any echo-reply</a:t>
            </a:r>
            <a:endParaRPr lang="en-AU" sz="1600" b="0" u="none" strike="noStrike">
              <a:solidFill>
                <a:srgbClr val="000000"/>
              </a:solidFill>
              <a:effectLst/>
              <a:uFillTx/>
              <a:latin typeface="Arial"/>
            </a:endParaRPr>
          </a:p>
          <a:p>
            <a:pPr marL="360000" defTabSz="914400">
              <a:lnSpc>
                <a:spcPct val="100000"/>
              </a:lnSpc>
            </a:pPr>
            <a:r>
              <a:rPr lang="en-AU" sz="1600" b="0" u="none" strike="noStrike">
                <a:solidFill>
                  <a:srgbClr val="000000"/>
                </a:solidFill>
                <a:effectLst/>
                <a:uFillTx/>
                <a:latin typeface="Arial"/>
              </a:rPr>
              <a:t>permit icmp any any ttl-exceeded</a:t>
            </a:r>
            <a:endParaRPr lang="en-AU" sz="1600" b="0" u="none" strike="noStrike">
              <a:solidFill>
                <a:srgbClr val="000000"/>
              </a:solidFill>
              <a:effectLst/>
              <a:uFillTx/>
              <a:latin typeface="Arial"/>
            </a:endParaRPr>
          </a:p>
          <a:p>
            <a:pPr marL="360000" defTabSz="914400">
              <a:lnSpc>
                <a:spcPct val="100000"/>
              </a:lnSpc>
            </a:pPr>
            <a:r>
              <a:rPr lang="en-AU" sz="1600" b="0" u="none" strike="noStrike">
                <a:solidFill>
                  <a:srgbClr val="000000"/>
                </a:solidFill>
                <a:effectLst/>
                <a:uFillTx/>
                <a:latin typeface="Arial"/>
              </a:rPr>
              <a:t>permit icmp any any port-unreachable</a:t>
            </a:r>
            <a:endParaRPr lang="en-AU" sz="1600" b="0" u="none" strike="noStrike">
              <a:solidFill>
                <a:srgbClr val="000000"/>
              </a:solidFill>
              <a:effectLst/>
              <a:uFillTx/>
              <a:latin typeface="Arial"/>
            </a:endParaRPr>
          </a:p>
          <a:p>
            <a:pPr marL="360000" defTabSz="914400">
              <a:lnSpc>
                <a:spcPct val="100000"/>
              </a:lnSpc>
            </a:pPr>
            <a:r>
              <a:rPr lang="en-AU" sz="1600" b="0" u="none" strike="noStrike">
                <a:solidFill>
                  <a:srgbClr val="000000"/>
                </a:solidFill>
                <a:effectLst/>
                <a:uFillTx/>
                <a:latin typeface="Arial"/>
              </a:rPr>
              <a:t>permit udp any any range 33434 33463 ttl eq 1</a:t>
            </a:r>
            <a:endParaRPr lang="en-AU" sz="1600" b="0" u="none" strike="noStrike">
              <a:solidFill>
                <a:srgbClr val="000000"/>
              </a:solidFill>
              <a:effectLst/>
              <a:uFillTx/>
              <a:latin typeface="Arial"/>
            </a:endParaRPr>
          </a:p>
          <a:p>
            <a:pPr defTabSz="914400">
              <a:lnSpc>
                <a:spcPct val="100000"/>
              </a:lnSpc>
            </a:pPr>
            <a:r>
              <a:rPr lang="en-AU" sz="1600" b="0" u="none" strike="noStrike">
                <a:solidFill>
                  <a:srgbClr val="000000"/>
                </a:solidFill>
                <a:effectLst/>
                <a:uFillTx/>
                <a:latin typeface="Arial"/>
              </a:rPr>
              <a:t>Ip access-list DHCP-IN</a:t>
            </a:r>
            <a:endParaRPr lang="en-AU" sz="1600" b="0" u="none" strike="noStrike">
              <a:solidFill>
                <a:srgbClr val="000000"/>
              </a:solidFill>
              <a:effectLst/>
              <a:uFillTx/>
              <a:latin typeface="Arial"/>
            </a:endParaRPr>
          </a:p>
          <a:p>
            <a:pPr marL="360000" defTabSz="914400">
              <a:lnSpc>
                <a:spcPct val="100000"/>
              </a:lnSpc>
            </a:pPr>
            <a:r>
              <a:rPr lang="en-AU" sz="1600" b="0" u="none" strike="noStrike">
                <a:solidFill>
                  <a:srgbClr val="000000"/>
                </a:solidFill>
                <a:effectLst/>
                <a:uFillTx/>
                <a:latin typeface="Arial"/>
              </a:rPr>
              <a:t>permit udp any eq bootps any eq bootpc</a:t>
            </a:r>
            <a:endParaRPr lang="en-AU" sz="1600" b="0" u="none" strike="noStrike">
              <a:solidFill>
                <a:srgbClr val="000000"/>
              </a:solidFill>
              <a:effectLst/>
              <a:uFillTx/>
              <a:latin typeface="Arial"/>
            </a:endParaRPr>
          </a:p>
          <a:p>
            <a:pPr defTabSz="914400">
              <a:lnSpc>
                <a:spcPct val="100000"/>
              </a:lnSpc>
            </a:pPr>
            <a:r>
              <a:rPr lang="en-AU" sz="1600" b="0" u="none" strike="noStrike">
                <a:solidFill>
                  <a:srgbClr val="000000"/>
                </a:solidFill>
                <a:effectLst/>
                <a:uFillTx/>
                <a:latin typeface="Arial"/>
              </a:rPr>
              <a:t>Ip access-list extended ESP-ACL</a:t>
            </a:r>
            <a:endParaRPr lang="en-AU" sz="1600" b="0" u="none" strike="noStrike">
              <a:solidFill>
                <a:srgbClr val="000000"/>
              </a:solidFill>
              <a:effectLst/>
              <a:uFillTx/>
              <a:latin typeface="Arial"/>
            </a:endParaRPr>
          </a:p>
          <a:p>
            <a:pPr marL="360000" defTabSz="914400">
              <a:lnSpc>
                <a:spcPct val="100000"/>
              </a:lnSpc>
            </a:pPr>
            <a:r>
              <a:rPr lang="en-AU" sz="1600" b="0" u="none" strike="noStrike">
                <a:solidFill>
                  <a:srgbClr val="000000"/>
                </a:solidFill>
                <a:effectLst/>
                <a:uFillTx/>
                <a:latin typeface="Arial"/>
              </a:rPr>
              <a:t>permit esp any any</a:t>
            </a:r>
            <a:endParaRPr lang="en-AU" sz="1600" b="0" u="none" strike="noStrike">
              <a:solidFill>
                <a:srgbClr val="000000"/>
              </a:solidFill>
              <a:effectLst/>
              <a:uFillTx/>
              <a:latin typeface="Arial"/>
            </a:endParaRPr>
          </a:p>
          <a:p>
            <a:pPr defTabSz="914400">
              <a:lnSpc>
                <a:spcPct val="100000"/>
              </a:lnSpc>
            </a:pPr>
            <a:r>
              <a:rPr lang="en-AU" sz="1600" b="0" u="none" strike="noStrike">
                <a:solidFill>
                  <a:srgbClr val="000000"/>
                </a:solidFill>
                <a:effectLst/>
                <a:uFillTx/>
                <a:latin typeface="Arial"/>
              </a:rPr>
              <a:t>Ip access-list extended GRE-ACL</a:t>
            </a:r>
            <a:endParaRPr lang="en-AU" sz="1600" b="0" u="none" strike="noStrike">
              <a:solidFill>
                <a:srgbClr val="000000"/>
              </a:solidFill>
              <a:effectLst/>
              <a:uFillTx/>
              <a:latin typeface="Arial"/>
            </a:endParaRPr>
          </a:p>
          <a:p>
            <a:pPr marL="360000" defTabSz="914400">
              <a:lnSpc>
                <a:spcPct val="100000"/>
              </a:lnSpc>
            </a:pPr>
            <a:r>
              <a:rPr lang="en-AU" sz="1600" b="0" u="none" strike="noStrike">
                <a:solidFill>
                  <a:srgbClr val="000000"/>
                </a:solidFill>
                <a:effectLst/>
                <a:uFillTx/>
                <a:latin typeface="Arial"/>
              </a:rPr>
              <a:t>permit gre any any</a:t>
            </a:r>
            <a:endParaRPr lang="en-AU" sz="1600" b="0" u="none" strike="noStrike">
              <a:solidFill>
                <a:srgbClr val="000000"/>
              </a:solidFill>
              <a:effectLst/>
              <a:uFillTx/>
              <a:latin typeface="Arial"/>
            </a:endParaRPr>
          </a:p>
          <a:p>
            <a:pPr defTabSz="914400">
              <a:lnSpc>
                <a:spcPct val="100000"/>
              </a:lnSpc>
            </a:pP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0" y="0"/>
            <a:ext cx="4138560" cy="125856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chemeClr val="lt1"/>
                </a:solidFill>
                <a:effectLst/>
                <a:uFillTx/>
                <a:latin typeface="Aptos Display"/>
              </a:rPr>
              <a:t>3. ZBFW</a:t>
            </a:r>
            <a:endParaRPr lang="en-US" sz="4400" b="0" u="none" strike="noStrike">
              <a:solidFill>
                <a:schemeClr val="dk1"/>
              </a:solidFill>
              <a:effectLst/>
              <a:uFillTx/>
              <a:latin typeface="Aptos Display"/>
            </a:endParaRPr>
          </a:p>
        </p:txBody>
      </p:sp>
      <p:sp>
        <p:nvSpPr>
          <p:cNvPr id="146" name="PlaceHolder 2"/>
          <p:cNvSpPr>
            <a:spLocks noGrp="1"/>
          </p:cNvSpPr>
          <p:nvPr>
            <p:ph/>
          </p:nvPr>
        </p:nvSpPr>
        <p:spPr>
          <a:xfrm>
            <a:off x="4317120" y="198000"/>
            <a:ext cx="7741440" cy="6516360"/>
          </a:xfrm>
          <a:prstGeom prst="rect">
            <a:avLst/>
          </a:prstGeom>
          <a:noFill/>
          <a:ln w="0">
            <a:noFill/>
          </a:ln>
        </p:spPr>
        <p:txBody>
          <a:bodyPr lIns="0" tIns="0" rIns="0" bIns="0" anchor="t">
            <a:spAutoFit/>
          </a:bodyPr>
          <a:p>
            <a:pPr marL="270000" indent="-270000" algn="l" defTabSz="914400">
              <a:lnSpc>
                <a:spcPct val="90000"/>
              </a:lnSpc>
              <a:spcBef>
                <a:spcPts val="717"/>
              </a:spcBef>
              <a:buClr>
                <a:srgbClr val="000000"/>
              </a:buClr>
              <a:buFont typeface="Arial"/>
              <a:buChar char="•"/>
            </a:pPr>
            <a:r>
              <a:rPr lang="en-US" sz="2000" b="1" u="none" strike="noStrike">
                <a:solidFill>
                  <a:schemeClr val="dk1"/>
                </a:solidFill>
                <a:effectLst/>
                <a:uFillTx/>
                <a:latin typeface="Arial"/>
              </a:rPr>
              <a:t>Steps to configuring Outside zone on internet facing interface:</a:t>
            </a:r>
            <a:endParaRPr lang="en-US" sz="2000" b="0" u="none" strike="noStrike">
              <a:solidFill>
                <a:schemeClr val="dk1"/>
              </a:solidFill>
              <a:effectLst/>
              <a:uFillTx/>
              <a:latin typeface="Aptos"/>
            </a:endParaRPr>
          </a:p>
          <a:p>
            <a:pPr marL="360000" indent="-270000" algn="l" defTabSz="914400">
              <a:lnSpc>
                <a:spcPct val="90000"/>
              </a:lnSpc>
              <a:spcBef>
                <a:spcPts val="717"/>
              </a:spcBef>
              <a:buClr>
                <a:srgbClr val="000000"/>
              </a:buClr>
              <a:buFont typeface="Arial"/>
              <a:buAutoNum type="arabicPeriod" startAt="3"/>
            </a:pPr>
            <a:r>
              <a:rPr lang="en-US" sz="1600" b="0" u="none" strike="noStrike">
                <a:solidFill>
                  <a:schemeClr val="dk1"/>
                </a:solidFill>
                <a:effectLst/>
                <a:uFillTx/>
                <a:latin typeface="Arial"/>
              </a:rPr>
              <a:t>Define the inspection policy map. Which applies firewall policy actions to the class maps. The policy maps are then applied to security zone pair.</a:t>
            </a:r>
            <a:endParaRPr lang="en-US" sz="1600" b="0" u="none" strike="noStrike">
              <a:solidFill>
                <a:schemeClr val="dk1"/>
              </a:solidFill>
              <a:effectLst/>
              <a:uFillTx/>
              <a:latin typeface="Aptos"/>
            </a:endParaRPr>
          </a:p>
          <a:p>
            <a:pPr marL="360000" indent="0" algn="l" defTabSz="914400">
              <a:lnSpc>
                <a:spcPct val="90000"/>
              </a:lnSpc>
              <a:spcBef>
                <a:spcPts val="434"/>
              </a:spcBef>
              <a:buNone/>
              <a:tabLst>
                <a:tab pos="0" algn="l"/>
              </a:tabLst>
            </a:pPr>
            <a:r>
              <a:rPr lang="en-US" sz="1600" b="0" u="none" strike="noStrike">
                <a:solidFill>
                  <a:schemeClr val="dk1"/>
                </a:solidFill>
                <a:effectLst/>
                <a:uFillTx/>
                <a:latin typeface="Arial"/>
              </a:rPr>
              <a:t>The policy map is defined with command</a:t>
            </a:r>
            <a:r>
              <a:rPr lang="en-US" sz="1800" b="0" u="none" strike="noStrike">
                <a:solidFill>
                  <a:schemeClr val="dk1"/>
                </a:solidFill>
                <a:effectLst/>
                <a:uFillTx/>
                <a:latin typeface="Arial"/>
              </a:rPr>
              <a:t>:</a:t>
            </a:r>
            <a:r>
              <a:rPr lang="en-US" sz="1600" b="0" u="none" strike="noStrike">
                <a:solidFill>
                  <a:schemeClr val="dk1"/>
                </a:solidFill>
                <a:effectLst/>
                <a:uFillTx/>
                <a:latin typeface="Arial"/>
              </a:rPr>
              <a:t> </a:t>
            </a:r>
            <a:r>
              <a:rPr lang="en-US" sz="1400" b="1" u="none" strike="noStrike">
                <a:solidFill>
                  <a:schemeClr val="dk1"/>
                </a:solidFill>
                <a:effectLst/>
                <a:uFillTx/>
                <a:latin typeface="Arial"/>
              </a:rPr>
              <a:t>policy-map type</a:t>
            </a:r>
            <a:endParaRPr lang="en-US" sz="1400" b="0" u="none" strike="noStrike">
              <a:solidFill>
                <a:schemeClr val="dk1"/>
              </a:solidFill>
              <a:effectLst/>
              <a:uFillTx/>
              <a:latin typeface="Aptos"/>
            </a:endParaRPr>
          </a:p>
          <a:p>
            <a:pPr marL="360000" indent="0" algn="l" defTabSz="914400">
              <a:lnSpc>
                <a:spcPct val="90000"/>
              </a:lnSpc>
              <a:spcBef>
                <a:spcPts val="434"/>
              </a:spcBef>
              <a:buNone/>
              <a:tabLst>
                <a:tab pos="0" algn="l"/>
              </a:tabLst>
            </a:pPr>
            <a:r>
              <a:rPr lang="en-US" sz="1400" b="1" u="none" strike="noStrike">
                <a:solidFill>
                  <a:schemeClr val="dk1"/>
                </a:solidFill>
                <a:effectLst/>
                <a:uFillTx/>
                <a:latin typeface="Arial"/>
              </a:rPr>
              <a:t>inspect</a:t>
            </a:r>
            <a:r>
              <a:rPr lang="en-US" sz="1400" b="0" u="none" strike="noStrike">
                <a:solidFill>
                  <a:schemeClr val="dk1"/>
                </a:solidFill>
                <a:effectLst/>
                <a:uFillTx/>
                <a:latin typeface="Arial"/>
              </a:rPr>
              <a:t> </a:t>
            </a:r>
            <a:r>
              <a:rPr lang="en-US" sz="1400" b="0" i="1" u="none" strike="noStrike">
                <a:solidFill>
                  <a:schemeClr val="dk1"/>
                </a:solidFill>
                <a:effectLst/>
                <a:uFillTx/>
                <a:latin typeface="Arial"/>
              </a:rPr>
              <a:t>policy-name</a:t>
            </a:r>
            <a:endParaRPr lang="en-US" sz="1400" b="0" u="none" strike="noStrike">
              <a:solidFill>
                <a:schemeClr val="dk1"/>
              </a:solidFill>
              <a:effectLst/>
              <a:uFillTx/>
              <a:latin typeface="Aptos"/>
            </a:endParaRPr>
          </a:p>
          <a:p>
            <a:pPr marL="360000" indent="0" algn="l" defTabSz="914400">
              <a:lnSpc>
                <a:spcPct val="90000"/>
              </a:lnSpc>
              <a:spcBef>
                <a:spcPts val="717"/>
              </a:spcBef>
              <a:buNone/>
              <a:tabLst>
                <a:tab pos="0" algn="l"/>
              </a:tabLst>
            </a:pPr>
            <a:r>
              <a:rPr lang="en-US" sz="1600" b="0" u="none" strike="noStrike">
                <a:solidFill>
                  <a:schemeClr val="dk1"/>
                </a:solidFill>
                <a:effectLst/>
                <a:uFillTx/>
                <a:latin typeface="Arial"/>
              </a:rPr>
              <a:t>Firewall policy actions can be:</a:t>
            </a:r>
            <a:endParaRPr lang="en-US" sz="1600" b="0" u="none" strike="noStrike">
              <a:solidFill>
                <a:schemeClr val="dk1"/>
              </a:solidFill>
              <a:effectLst/>
              <a:uFillTx/>
              <a:latin typeface="Aptos"/>
            </a:endParaRPr>
          </a:p>
          <a:p>
            <a:pPr marL="720000" indent="0" algn="l" defTabSz="914400">
              <a:lnSpc>
                <a:spcPct val="90000"/>
              </a:lnSpc>
              <a:spcBef>
                <a:spcPts val="717"/>
              </a:spcBef>
              <a:buNone/>
              <a:tabLst>
                <a:tab pos="0" algn="l"/>
              </a:tabLst>
            </a:pPr>
            <a:r>
              <a:rPr lang="en-US" sz="1600" b="1" u="none" strike="noStrike">
                <a:solidFill>
                  <a:schemeClr val="dk1"/>
                </a:solidFill>
                <a:effectLst/>
                <a:uFillTx/>
                <a:latin typeface="Arial"/>
                <a:ea typeface="Microsoft YaHei"/>
              </a:rPr>
              <a:t>Drop</a:t>
            </a:r>
            <a:r>
              <a:rPr lang="en-US" sz="1600" b="0" u="none" strike="noStrike">
                <a:solidFill>
                  <a:schemeClr val="dk1"/>
                </a:solidFill>
                <a:effectLst/>
                <a:uFillTx/>
                <a:latin typeface="Arial"/>
                <a:ea typeface="Microsoft YaHei"/>
              </a:rPr>
              <a:t>[</a:t>
            </a:r>
            <a:r>
              <a:rPr lang="en-US" sz="1600" b="1" u="none" strike="noStrike">
                <a:solidFill>
                  <a:schemeClr val="dk1"/>
                </a:solidFill>
                <a:effectLst/>
                <a:uFillTx/>
                <a:latin typeface="Arial"/>
                <a:ea typeface="Microsoft YaHei"/>
              </a:rPr>
              <a:t>log</a:t>
            </a:r>
            <a:r>
              <a:rPr lang="en-US" sz="1600" b="0" u="none" strike="noStrike">
                <a:solidFill>
                  <a:schemeClr val="dk1"/>
                </a:solidFill>
                <a:effectLst/>
                <a:uFillTx/>
                <a:latin typeface="Arial"/>
                <a:ea typeface="Microsoft YaHei"/>
              </a:rPr>
              <a:t>]: Silently drops the packets that match the class map. Optional log keyword logs the drop matches.</a:t>
            </a:r>
            <a:endParaRPr lang="en-US" sz="1600" b="0" u="none" strike="noStrike">
              <a:solidFill>
                <a:schemeClr val="dk1"/>
              </a:solidFill>
              <a:effectLst/>
              <a:uFillTx/>
              <a:latin typeface="Aptos"/>
            </a:endParaRPr>
          </a:p>
          <a:p>
            <a:pPr marL="720000" indent="0" algn="l" defTabSz="914400">
              <a:lnSpc>
                <a:spcPct val="90000"/>
              </a:lnSpc>
              <a:spcBef>
                <a:spcPts val="717"/>
              </a:spcBef>
              <a:buNone/>
              <a:tabLst>
                <a:tab pos="0" algn="l"/>
              </a:tabLst>
            </a:pPr>
            <a:r>
              <a:rPr lang="en-US" sz="1600" b="1" u="none" strike="noStrike">
                <a:solidFill>
                  <a:schemeClr val="dk1"/>
                </a:solidFill>
                <a:effectLst/>
                <a:uFillTx/>
                <a:latin typeface="Arial"/>
                <a:ea typeface="Microsoft YaHei"/>
              </a:rPr>
              <a:t>Pass</a:t>
            </a:r>
            <a:r>
              <a:rPr lang="en-US" sz="1600" b="0" u="none" strike="noStrike">
                <a:solidFill>
                  <a:schemeClr val="dk1"/>
                </a:solidFill>
                <a:effectLst/>
                <a:uFillTx/>
                <a:latin typeface="Arial"/>
                <a:ea typeface="Microsoft YaHei"/>
              </a:rPr>
              <a:t>[</a:t>
            </a:r>
            <a:r>
              <a:rPr lang="en-US" sz="1600" b="1" u="none" strike="noStrike">
                <a:solidFill>
                  <a:schemeClr val="dk1"/>
                </a:solidFill>
                <a:effectLst/>
                <a:uFillTx/>
                <a:latin typeface="Arial"/>
                <a:ea typeface="Microsoft YaHei"/>
              </a:rPr>
              <a:t>log</a:t>
            </a:r>
            <a:r>
              <a:rPr lang="en-US" sz="1600" b="0" u="none" strike="noStrike">
                <a:solidFill>
                  <a:schemeClr val="dk1"/>
                </a:solidFill>
                <a:effectLst/>
                <a:uFillTx/>
                <a:latin typeface="Arial"/>
                <a:ea typeface="Microsoft YaHei"/>
              </a:rPr>
              <a:t>]: Unidirectional passing of the packets from source to destination zone that matches the class map. Reverse policy is required for bidirectional passing of the packets.</a:t>
            </a:r>
            <a:endParaRPr lang="en-US" sz="1600" b="0" u="none" strike="noStrike">
              <a:solidFill>
                <a:schemeClr val="dk1"/>
              </a:solidFill>
              <a:effectLst/>
              <a:uFillTx/>
              <a:latin typeface="Aptos"/>
            </a:endParaRPr>
          </a:p>
          <a:p>
            <a:pPr marL="720000" indent="0" algn="l" defTabSz="914400">
              <a:lnSpc>
                <a:spcPct val="90000"/>
              </a:lnSpc>
              <a:spcBef>
                <a:spcPts val="717"/>
              </a:spcBef>
              <a:buNone/>
              <a:tabLst>
                <a:tab pos="0" algn="l"/>
              </a:tabLst>
            </a:pPr>
            <a:r>
              <a:rPr lang="en-US" sz="1600" b="1" u="none" strike="noStrike">
                <a:solidFill>
                  <a:schemeClr val="dk1"/>
                </a:solidFill>
                <a:effectLst/>
                <a:uFillTx/>
                <a:latin typeface="Arial"/>
                <a:ea typeface="Microsoft YaHei"/>
              </a:rPr>
              <a:t>Inspect</a:t>
            </a:r>
            <a:r>
              <a:rPr lang="en-US" sz="1600" b="0" u="none" strike="noStrike">
                <a:solidFill>
                  <a:schemeClr val="dk1"/>
                </a:solidFill>
                <a:effectLst/>
                <a:uFillTx/>
                <a:latin typeface="Arial"/>
                <a:ea typeface="Microsoft YaHei"/>
              </a:rPr>
              <a:t>: State-based traffic control. Keeps information about the connection/session thus allowing traffic in reverse direction automatically.</a:t>
            </a:r>
            <a:endParaRPr lang="en-US" sz="1600" b="0" u="none" strike="noStrike">
              <a:solidFill>
                <a:schemeClr val="dk1"/>
              </a:solidFill>
              <a:effectLst/>
              <a:uFillTx/>
              <a:latin typeface="Aptos"/>
            </a:endParaRPr>
          </a:p>
          <a:p>
            <a:pPr marL="720000" indent="0" algn="l" defTabSz="914400">
              <a:lnSpc>
                <a:spcPct val="90000"/>
              </a:lnSpc>
              <a:spcBef>
                <a:spcPts val="717"/>
              </a:spcBef>
              <a:buNone/>
              <a:tabLst>
                <a:tab pos="0" algn="l"/>
              </a:tabLst>
            </a:pPr>
            <a:r>
              <a:rPr lang="en-US" sz="1400" b="0" u="none" strike="noStrike">
                <a:solidFill>
                  <a:schemeClr val="dk1"/>
                </a:solidFill>
                <a:effectLst/>
                <a:uFillTx/>
                <a:latin typeface="Arial"/>
                <a:ea typeface="Microsoft YaHei"/>
              </a:rPr>
              <a:t>Policy-map type inspect POLICY-OUTSIDE-TO-SELF</a:t>
            </a:r>
            <a:endParaRPr lang="en-US" sz="1400" b="0" u="none" strike="noStrike">
              <a:solidFill>
                <a:schemeClr val="dk1"/>
              </a:solidFill>
              <a:effectLst/>
              <a:uFillTx/>
              <a:latin typeface="Aptos"/>
            </a:endParaRPr>
          </a:p>
          <a:p>
            <a:pPr marL="1080000" indent="0" algn="l" defTabSz="914400">
              <a:lnSpc>
                <a:spcPct val="90000"/>
              </a:lnSpc>
              <a:spcBef>
                <a:spcPts val="717"/>
              </a:spcBef>
              <a:buNone/>
              <a:tabLst>
                <a:tab pos="0" algn="l"/>
              </a:tabLst>
            </a:pPr>
            <a:r>
              <a:rPr lang="en-US" sz="1400" b="0" u="none" strike="noStrike">
                <a:solidFill>
                  <a:schemeClr val="dk1"/>
                </a:solidFill>
                <a:effectLst/>
                <a:uFillTx/>
                <a:latin typeface="Arial"/>
                <a:ea typeface="Microsoft YaHei"/>
              </a:rPr>
              <a:t>class type inspect  OUTSIDE-TO-SELF-INSPECT</a:t>
            </a:r>
            <a:endParaRPr lang="en-US" sz="1400" b="0" u="none" strike="noStrike">
              <a:solidFill>
                <a:schemeClr val="dk1"/>
              </a:solidFill>
              <a:effectLst/>
              <a:uFillTx/>
              <a:latin typeface="Aptos"/>
            </a:endParaRPr>
          </a:p>
          <a:p>
            <a:pPr marL="1440000" indent="0" algn="l" defTabSz="914400">
              <a:lnSpc>
                <a:spcPct val="90000"/>
              </a:lnSpc>
              <a:spcBef>
                <a:spcPts val="717"/>
              </a:spcBef>
              <a:buNone/>
              <a:tabLst>
                <a:tab pos="0" algn="l"/>
              </a:tabLst>
            </a:pPr>
            <a:r>
              <a:rPr lang="en-US" sz="1400" b="0" u="none" strike="noStrike">
                <a:solidFill>
                  <a:schemeClr val="dk1"/>
                </a:solidFill>
                <a:effectLst/>
                <a:uFillTx/>
                <a:latin typeface="Arial"/>
                <a:ea typeface="Microsoft YaHei"/>
              </a:rPr>
              <a:t>inspect</a:t>
            </a:r>
            <a:endParaRPr lang="en-US" sz="1400" b="0" u="none" strike="noStrike">
              <a:solidFill>
                <a:schemeClr val="dk1"/>
              </a:solidFill>
              <a:effectLst/>
              <a:uFillTx/>
              <a:latin typeface="Aptos"/>
            </a:endParaRPr>
          </a:p>
          <a:p>
            <a:pPr marL="1080000" indent="0" algn="l" defTabSz="914400">
              <a:lnSpc>
                <a:spcPct val="90000"/>
              </a:lnSpc>
              <a:spcBef>
                <a:spcPts val="717"/>
              </a:spcBef>
              <a:buNone/>
              <a:tabLst>
                <a:tab pos="0" algn="l"/>
              </a:tabLst>
            </a:pPr>
            <a:r>
              <a:rPr lang="en-US" sz="1400" b="0" u="none" strike="noStrike">
                <a:solidFill>
                  <a:schemeClr val="dk1"/>
                </a:solidFill>
                <a:effectLst/>
                <a:uFillTx/>
                <a:latin typeface="Arial"/>
                <a:ea typeface="Microsoft YaHei"/>
              </a:rPr>
              <a:t>class type inspect OUTSIDE-TO-SELF-PASS</a:t>
            </a:r>
            <a:endParaRPr lang="en-US" sz="1400" b="0" u="none" strike="noStrike">
              <a:solidFill>
                <a:schemeClr val="dk1"/>
              </a:solidFill>
              <a:effectLst/>
              <a:uFillTx/>
              <a:latin typeface="Aptos"/>
            </a:endParaRPr>
          </a:p>
          <a:p>
            <a:pPr marL="1440000" indent="0" algn="l" defTabSz="914400">
              <a:lnSpc>
                <a:spcPct val="90000"/>
              </a:lnSpc>
              <a:spcBef>
                <a:spcPts val="717"/>
              </a:spcBef>
              <a:buNone/>
              <a:tabLst>
                <a:tab pos="0" algn="l"/>
              </a:tabLst>
            </a:pPr>
            <a:r>
              <a:rPr lang="en-US" sz="1400" b="0" u="none" strike="noStrike">
                <a:solidFill>
                  <a:schemeClr val="dk1"/>
                </a:solidFill>
                <a:effectLst/>
                <a:uFillTx/>
                <a:latin typeface="Arial"/>
                <a:ea typeface="Microsoft YaHei"/>
              </a:rPr>
              <a:t>pass</a:t>
            </a:r>
            <a:endParaRPr lang="en-US" sz="1400" b="0" u="none" strike="noStrike">
              <a:solidFill>
                <a:schemeClr val="dk1"/>
              </a:solidFill>
              <a:effectLst/>
              <a:uFillTx/>
              <a:latin typeface="Aptos"/>
            </a:endParaRPr>
          </a:p>
          <a:p>
            <a:pPr marL="1080000" indent="0" algn="l" defTabSz="914400">
              <a:lnSpc>
                <a:spcPct val="90000"/>
              </a:lnSpc>
              <a:spcBef>
                <a:spcPts val="717"/>
              </a:spcBef>
              <a:buNone/>
              <a:tabLst>
                <a:tab pos="0" algn="l"/>
              </a:tabLst>
            </a:pPr>
            <a:r>
              <a:rPr lang="en-US" sz="1400" b="0" u="none" strike="noStrike">
                <a:solidFill>
                  <a:schemeClr val="dk1"/>
                </a:solidFill>
                <a:effectLst/>
                <a:uFillTx/>
                <a:latin typeface="Arial"/>
                <a:ea typeface="Microsoft YaHei"/>
              </a:rPr>
              <a:t>class class-default</a:t>
            </a:r>
            <a:endParaRPr lang="en-US" sz="1400" b="0" u="none" strike="noStrike">
              <a:solidFill>
                <a:schemeClr val="dk1"/>
              </a:solidFill>
              <a:effectLst/>
              <a:uFillTx/>
              <a:latin typeface="Aptos"/>
            </a:endParaRPr>
          </a:p>
          <a:p>
            <a:pPr marL="1440000" indent="0" algn="l" defTabSz="914400">
              <a:lnSpc>
                <a:spcPct val="90000"/>
              </a:lnSpc>
              <a:spcBef>
                <a:spcPts val="717"/>
              </a:spcBef>
              <a:buNone/>
              <a:tabLst>
                <a:tab pos="0" algn="l"/>
              </a:tabLst>
            </a:pPr>
            <a:r>
              <a:rPr lang="en-US" sz="1400" b="0" u="none" strike="noStrike">
                <a:solidFill>
                  <a:schemeClr val="dk1"/>
                </a:solidFill>
                <a:effectLst/>
                <a:uFillTx/>
                <a:latin typeface="Arial"/>
                <a:ea typeface="Microsoft YaHei"/>
              </a:rPr>
              <a:t>drop</a:t>
            </a:r>
            <a:endParaRPr lang="en-US" sz="1400" b="0" u="none" strike="noStrike">
              <a:solidFill>
                <a:schemeClr val="dk1"/>
              </a:solidFill>
              <a:effectLst/>
              <a:uFillTx/>
              <a:latin typeface="Aptos"/>
            </a:endParaRPr>
          </a:p>
          <a:p>
            <a:pPr marL="720000" indent="0" algn="l" defTabSz="914400">
              <a:lnSpc>
                <a:spcPct val="90000"/>
              </a:lnSpc>
              <a:spcBef>
                <a:spcPts val="717"/>
              </a:spcBef>
              <a:buNone/>
              <a:tabLst>
                <a:tab pos="0" algn="l"/>
              </a:tabLst>
            </a:pPr>
            <a:r>
              <a:rPr lang="en-US" sz="1600" b="0" u="none" strike="noStrike">
                <a:solidFill>
                  <a:schemeClr val="dk1"/>
                </a:solidFill>
                <a:effectLst/>
                <a:uFillTx/>
                <a:latin typeface="Arial"/>
                <a:ea typeface="Microsoft YaHei"/>
              </a:rPr>
              <a:t>Although a default drop is implied, specifying makes it easier to troubleshoot.</a:t>
            </a:r>
            <a:endParaRPr lang="en-US" sz="1600" b="0" u="none" strike="noStrike">
              <a:solidFill>
                <a:schemeClr val="dk1"/>
              </a:solidFill>
              <a:effectLst/>
              <a:uFillTx/>
              <a:latin typeface="Aptos"/>
            </a:endParaRPr>
          </a:p>
          <a:p>
            <a:pPr marL="720000" indent="0" algn="l" defTabSz="914400">
              <a:lnSpc>
                <a:spcPct val="90000"/>
              </a:lnSpc>
              <a:spcBef>
                <a:spcPts val="717"/>
              </a:spcBef>
              <a:buNone/>
              <a:tabLst>
                <a:tab pos="0" algn="l"/>
              </a:tabLst>
            </a:pPr>
            <a:r>
              <a:rPr lang="en-US" sz="1600" b="0" u="none" strike="noStrike">
                <a:solidFill>
                  <a:schemeClr val="dk1"/>
                </a:solidFill>
                <a:effectLst/>
                <a:uFillTx/>
                <a:latin typeface="Arial"/>
                <a:ea typeface="Microsoft YaHei"/>
              </a:rPr>
              <a:t>Verify using </a:t>
            </a:r>
            <a:r>
              <a:rPr lang="en-US" sz="1600" b="1" u="none" strike="noStrike">
                <a:solidFill>
                  <a:schemeClr val="dk1"/>
                </a:solidFill>
                <a:effectLst/>
                <a:uFillTx/>
                <a:latin typeface="Arial"/>
                <a:ea typeface="Microsoft YaHei"/>
              </a:rPr>
              <a:t>show policy-map type inspect</a:t>
            </a:r>
            <a:endParaRPr lang="en-US" sz="1600" b="0" u="none" strike="noStrike">
              <a:solidFill>
                <a:schemeClr val="dk1"/>
              </a:solidFill>
              <a:effectLst/>
              <a:uFillTx/>
              <a:latin typeface="Aptos"/>
            </a:endParaRPr>
          </a:p>
          <a:p>
            <a:pPr marL="360000" indent="0" algn="l" defTabSz="914400">
              <a:lnSpc>
                <a:spcPct val="90000"/>
              </a:lnSpc>
              <a:spcBef>
                <a:spcPts val="1001"/>
              </a:spcBef>
              <a:buNone/>
              <a:tabLst>
                <a:tab pos="0" algn="l"/>
              </a:tabLst>
            </a:pPr>
            <a:endParaRPr lang="en-US" sz="1600" b="0" u="none" strike="noStrike">
              <a:solidFill>
                <a:schemeClr val="dk1"/>
              </a:solidFill>
              <a:effectLst/>
              <a:uFillTx/>
              <a:latin typeface="Aptos"/>
            </a:endParaRPr>
          </a:p>
        </p:txBody>
      </p:sp>
      <p:sp>
        <p:nvSpPr>
          <p:cNvPr id="147" name="Rectangle 146"/>
          <p:cNvSpPr/>
          <p:nvPr/>
        </p:nvSpPr>
        <p:spPr>
          <a:xfrm>
            <a:off x="189360" y="5442480"/>
            <a:ext cx="4317840" cy="89784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48" name="Rectangle 147"/>
          <p:cNvSpPr/>
          <p:nvPr/>
        </p:nvSpPr>
        <p:spPr>
          <a:xfrm>
            <a:off x="3817440" y="2792880"/>
            <a:ext cx="179280" cy="372600"/>
          </a:xfrm>
          <a:prstGeom prst="rect">
            <a:avLst/>
          </a:prstGeom>
          <a:noFill/>
          <a:ln w="0">
            <a:noFill/>
          </a:ln>
        </p:spPr>
        <p:style>
          <a:lnRef idx="0"/>
          <a:fillRef idx="0"/>
          <a:effectRef idx="0"/>
          <a:fontRef idx="minor"/>
        </p:style>
        <p:txBody>
          <a:bodyPr lIns="89640" tIns="45000" rIns="89640" bIns="45000" anchor="t">
            <a:spAutoFit/>
          </a:bodyPr>
          <a:p>
            <a:endParaRPr lang="en-AU" sz="1800" b="0" u="none" strike="noStrike">
              <a:solidFill>
                <a:srgbClr val="000000"/>
              </a:solidFill>
              <a:effectLst/>
              <a:uFillTx/>
              <a:latin typeface="Arial"/>
            </a:endParaRPr>
          </a:p>
        </p:txBody>
      </p:sp>
      <p:sp>
        <p:nvSpPr>
          <p:cNvPr id="149" name="Rectangle 148"/>
          <p:cNvSpPr/>
          <p:nvPr/>
        </p:nvSpPr>
        <p:spPr>
          <a:xfrm>
            <a:off x="108000" y="1440000"/>
            <a:ext cx="3958560" cy="539568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50" name="Rectangle 149"/>
          <p:cNvSpPr/>
          <p:nvPr/>
        </p:nvSpPr>
        <p:spPr>
          <a:xfrm>
            <a:off x="180000" y="1440000"/>
            <a:ext cx="4136040" cy="5207400"/>
          </a:xfrm>
          <a:prstGeom prst="rect">
            <a:avLst/>
          </a:prstGeom>
          <a:noFill/>
          <a:ln w="0">
            <a:noFill/>
          </a:ln>
        </p:spPr>
        <p:style>
          <a:lnRef idx="0"/>
          <a:fillRef idx="0"/>
          <a:effectRef idx="0"/>
          <a:fontRef idx="minor"/>
        </p:style>
        <p:txBody>
          <a:bodyPr lIns="90000" tIns="45000" rIns="90000" bIns="45000" anchor="t">
            <a:spAutoFit/>
          </a:bodyPr>
          <a:p>
            <a:pPr marL="216000" indent="-216000" defTabSz="914400">
              <a:lnSpc>
                <a:spcPct val="100000"/>
              </a:lnSpc>
              <a:buClr>
                <a:srgbClr val="000000"/>
              </a:buClr>
              <a:buFont typeface="OpenSymbol"/>
              <a:buAutoNum type="arabicPeriod" startAt="4"/>
            </a:pPr>
            <a:r>
              <a:rPr lang="en-AU" sz="1600" b="0" u="none" strike="noStrike">
                <a:solidFill>
                  <a:srgbClr val="000000"/>
                </a:solidFill>
                <a:effectLst/>
                <a:uFillTx/>
                <a:latin typeface="Arial"/>
              </a:rPr>
              <a:t>Create security zone pair and apply the policy map to security zone pair with command:</a:t>
            </a:r>
            <a:endParaRPr lang="en-AU" sz="1600" b="0" u="none" strike="noStrike">
              <a:solidFill>
                <a:srgbClr val="000000"/>
              </a:solidFill>
              <a:effectLst/>
              <a:uFillTx/>
              <a:latin typeface="Arial"/>
            </a:endParaRPr>
          </a:p>
          <a:p>
            <a:pPr marL="216000" indent="-216000" defTabSz="914400">
              <a:lnSpc>
                <a:spcPct val="100000"/>
              </a:lnSpc>
              <a:buClr>
                <a:srgbClr val="000000"/>
              </a:buClr>
              <a:buFont typeface="OpenSymbol"/>
              <a:buAutoNum type="arabicPeriod" startAt="4"/>
            </a:pPr>
            <a:r>
              <a:rPr lang="en-AU" sz="1400" b="1" u="none" strike="noStrike">
                <a:solidFill>
                  <a:srgbClr val="000000"/>
                </a:solidFill>
                <a:effectLst/>
                <a:uFillTx/>
                <a:latin typeface="Arial"/>
              </a:rPr>
              <a:t>zone-pair security</a:t>
            </a:r>
            <a:r>
              <a:rPr lang="en-AU" sz="1400" b="0" u="none" strike="noStrike">
                <a:solidFill>
                  <a:srgbClr val="000000"/>
                </a:solidFill>
                <a:effectLst/>
                <a:uFillTx/>
                <a:latin typeface="Arial"/>
              </a:rPr>
              <a:t> </a:t>
            </a:r>
            <a:r>
              <a:rPr lang="en-AU" sz="1400" b="0" i="1" u="none" strike="noStrike">
                <a:solidFill>
                  <a:srgbClr val="000000"/>
                </a:solidFill>
                <a:effectLst/>
                <a:uFillTx/>
                <a:latin typeface="Arial"/>
              </a:rPr>
              <a:t>zone-pair-name</a:t>
            </a:r>
            <a:r>
              <a:rPr lang="en-AU" sz="1400" b="0" u="none" strike="noStrike">
                <a:solidFill>
                  <a:srgbClr val="000000"/>
                </a:solidFill>
                <a:effectLst/>
                <a:uFillTx/>
                <a:latin typeface="Arial"/>
              </a:rPr>
              <a:t> </a:t>
            </a:r>
            <a:r>
              <a:rPr lang="en-AU" sz="1400" b="1" u="none" strike="noStrike">
                <a:solidFill>
                  <a:srgbClr val="000000"/>
                </a:solidFill>
                <a:effectLst/>
                <a:uFillTx/>
                <a:latin typeface="Arial"/>
              </a:rPr>
              <a:t>source</a:t>
            </a:r>
            <a:r>
              <a:rPr lang="en-AU" sz="1400" b="0" u="none" strike="noStrike">
                <a:solidFill>
                  <a:srgbClr val="000000"/>
                </a:solidFill>
                <a:effectLst/>
                <a:uFillTx/>
                <a:latin typeface="Arial"/>
              </a:rPr>
              <a:t> </a:t>
            </a:r>
            <a:r>
              <a:rPr lang="en-AU" sz="1400" b="0" i="1" u="none" strike="noStrike">
                <a:solidFill>
                  <a:srgbClr val="000000"/>
                </a:solidFill>
                <a:effectLst/>
                <a:uFillTx/>
                <a:latin typeface="Arial"/>
              </a:rPr>
              <a:t>source-zone-name</a:t>
            </a:r>
            <a:r>
              <a:rPr lang="en-AU" sz="1400" b="0" u="none" strike="noStrike">
                <a:solidFill>
                  <a:srgbClr val="000000"/>
                </a:solidFill>
                <a:effectLst/>
                <a:uFillTx/>
                <a:latin typeface="Arial"/>
              </a:rPr>
              <a:t> </a:t>
            </a:r>
            <a:r>
              <a:rPr lang="en-AU" sz="1400" b="1" u="none" strike="noStrike">
                <a:solidFill>
                  <a:srgbClr val="000000"/>
                </a:solidFill>
                <a:effectLst/>
                <a:uFillTx/>
                <a:latin typeface="Arial"/>
              </a:rPr>
              <a:t>destination</a:t>
            </a:r>
            <a:r>
              <a:rPr lang="en-AU" sz="1400" b="0" u="none" strike="noStrike">
                <a:solidFill>
                  <a:srgbClr val="000000"/>
                </a:solidFill>
                <a:effectLst/>
                <a:uFillTx/>
                <a:latin typeface="Arial"/>
              </a:rPr>
              <a:t> </a:t>
            </a:r>
            <a:r>
              <a:rPr lang="en-AU" sz="1400" b="0" i="1" u="none" strike="noStrike">
                <a:solidFill>
                  <a:srgbClr val="000000"/>
                </a:solidFill>
                <a:effectLst/>
                <a:uFillTx/>
                <a:latin typeface="Arial"/>
              </a:rPr>
              <a:t>destination-zone-name</a:t>
            </a:r>
            <a:r>
              <a:rPr lang="en-AU" sz="1600" b="0" i="1" u="none" strike="noStrike">
                <a:solidFill>
                  <a:srgbClr val="000000"/>
                </a:solidFill>
                <a:effectLst/>
                <a:uFillTx/>
                <a:latin typeface="Arial"/>
              </a:rPr>
              <a:t> </a:t>
            </a:r>
            <a:endParaRPr lang="en-AU" sz="1600" b="0" u="none" strike="noStrike">
              <a:solidFill>
                <a:srgbClr val="000000"/>
              </a:solidFill>
              <a:effectLst/>
              <a:uFillTx/>
              <a:latin typeface="Arial"/>
            </a:endParaRPr>
          </a:p>
          <a:p>
            <a:pPr defTabSz="914400">
              <a:lnSpc>
                <a:spcPct val="100000"/>
              </a:lnSpc>
              <a:spcBef>
                <a:spcPts val="283"/>
              </a:spcBef>
              <a:spcAft>
                <a:spcPts val="283"/>
              </a:spcAft>
            </a:pPr>
            <a:r>
              <a:rPr lang="en-AU" sz="1400" b="1" u="none" strike="noStrike">
                <a:solidFill>
                  <a:srgbClr val="000000"/>
                </a:solidFill>
                <a:effectLst/>
                <a:uFillTx/>
                <a:latin typeface="Arial"/>
              </a:rPr>
              <a:t>service-policy type inspect</a:t>
            </a:r>
            <a:r>
              <a:rPr lang="en-AU" sz="1400" b="0" u="none" strike="noStrike">
                <a:solidFill>
                  <a:srgbClr val="000000"/>
                </a:solidFill>
                <a:effectLst/>
                <a:uFillTx/>
                <a:latin typeface="Arial"/>
              </a:rPr>
              <a:t> </a:t>
            </a:r>
            <a:r>
              <a:rPr lang="en-AU" sz="1400" b="0" i="1" u="none" strike="noStrike">
                <a:solidFill>
                  <a:srgbClr val="000000"/>
                </a:solidFill>
                <a:effectLst/>
                <a:uFillTx/>
                <a:latin typeface="Arial"/>
              </a:rPr>
              <a:t>policy-name</a:t>
            </a:r>
            <a:endParaRPr lang="en-AU" sz="1400" b="0" u="none" strike="noStrike">
              <a:solidFill>
                <a:srgbClr val="000000"/>
              </a:solidFill>
              <a:effectLst/>
              <a:uFillTx/>
              <a:latin typeface="Arial"/>
            </a:endParaRPr>
          </a:p>
          <a:p>
            <a:pPr marL="360000" defTabSz="914400">
              <a:lnSpc>
                <a:spcPct val="100000"/>
              </a:lnSpc>
              <a:spcBef>
                <a:spcPts val="283"/>
              </a:spcBef>
              <a:spcAft>
                <a:spcPts val="283"/>
              </a:spcAft>
            </a:pPr>
            <a:r>
              <a:rPr lang="en-AU" sz="1400" b="0" u="none" strike="noStrike">
                <a:solidFill>
                  <a:srgbClr val="000000"/>
                </a:solidFill>
                <a:effectLst/>
                <a:uFillTx/>
                <a:latin typeface="Arial"/>
              </a:rPr>
              <a:t>zone-pair security OUTSIDE-TO-SELF source OUTSIDE destination self</a:t>
            </a:r>
            <a:endParaRPr lang="en-AU" sz="1400" b="0" u="none" strike="noStrike">
              <a:solidFill>
                <a:srgbClr val="000000"/>
              </a:solidFill>
              <a:effectLst/>
              <a:uFillTx/>
              <a:latin typeface="Arial"/>
            </a:endParaRPr>
          </a:p>
          <a:p>
            <a:pPr marL="360000" defTabSz="914400">
              <a:lnSpc>
                <a:spcPct val="100000"/>
              </a:lnSpc>
              <a:spcBef>
                <a:spcPts val="283"/>
              </a:spcBef>
              <a:spcAft>
                <a:spcPts val="283"/>
              </a:spcAft>
            </a:pPr>
            <a:r>
              <a:rPr lang="en-AU" sz="1400" b="0" u="none" strike="noStrike">
                <a:solidFill>
                  <a:srgbClr val="000000"/>
                </a:solidFill>
                <a:effectLst/>
                <a:uFillTx/>
                <a:latin typeface="Arial"/>
              </a:rPr>
              <a:t>service-policy type inspect POLICY-OUTSIDE-TO-SELF</a:t>
            </a:r>
            <a:endParaRPr lang="en-AU" sz="1400" b="0" u="none" strike="noStrike">
              <a:solidFill>
                <a:srgbClr val="000000"/>
              </a:solidFill>
              <a:effectLst/>
              <a:uFillTx/>
              <a:latin typeface="Arial"/>
            </a:endParaRPr>
          </a:p>
          <a:p>
            <a:pPr marL="216000" indent="-216000" defTabSz="914400">
              <a:lnSpc>
                <a:spcPct val="100000"/>
              </a:lnSpc>
              <a:spcBef>
                <a:spcPts val="283"/>
              </a:spcBef>
              <a:spcAft>
                <a:spcPts val="283"/>
              </a:spcAft>
              <a:buClr>
                <a:srgbClr val="000000"/>
              </a:buClr>
              <a:buFont typeface="OpenSymbol"/>
              <a:buAutoNum type="arabicPeriod" startAt="5"/>
            </a:pPr>
            <a:r>
              <a:rPr lang="en-AU" sz="1600" b="0" u="none" strike="noStrike">
                <a:solidFill>
                  <a:srgbClr val="000000"/>
                </a:solidFill>
                <a:effectLst/>
                <a:uFillTx/>
                <a:latin typeface="Arial"/>
              </a:rPr>
              <a:t>Apply security zones to appropriate interfaces by entering interface configuration command and using:</a:t>
            </a:r>
            <a:endParaRPr lang="en-AU" sz="1600" b="0" u="none" strike="noStrike">
              <a:solidFill>
                <a:srgbClr val="000000"/>
              </a:solidFill>
              <a:effectLst/>
              <a:uFillTx/>
              <a:latin typeface="Arial"/>
            </a:endParaRPr>
          </a:p>
          <a:p>
            <a:pPr marL="360000" defTabSz="914400">
              <a:lnSpc>
                <a:spcPct val="100000"/>
              </a:lnSpc>
              <a:spcBef>
                <a:spcPts val="283"/>
              </a:spcBef>
              <a:spcAft>
                <a:spcPts val="283"/>
              </a:spcAft>
            </a:pPr>
            <a:r>
              <a:rPr lang="en-AU" sz="1400" b="1" u="none" strike="noStrike">
                <a:solidFill>
                  <a:srgbClr val="000000"/>
                </a:solidFill>
                <a:effectLst/>
                <a:uFillTx/>
                <a:latin typeface="Arial"/>
              </a:rPr>
              <a:t>interface</a:t>
            </a:r>
            <a:r>
              <a:rPr lang="en-AU" sz="1400" b="0" u="none" strike="noStrike">
                <a:solidFill>
                  <a:srgbClr val="000000"/>
                </a:solidFill>
                <a:effectLst/>
                <a:uFillTx/>
                <a:latin typeface="Arial"/>
              </a:rPr>
              <a:t> </a:t>
            </a:r>
            <a:r>
              <a:rPr lang="en-AU" sz="1400" b="0" i="1" u="none" strike="noStrike">
                <a:solidFill>
                  <a:srgbClr val="000000"/>
                </a:solidFill>
                <a:effectLst/>
                <a:uFillTx/>
                <a:latin typeface="Arial"/>
              </a:rPr>
              <a:t>interface-id</a:t>
            </a:r>
            <a:endParaRPr lang="en-AU" sz="1400" b="0" u="none" strike="noStrike">
              <a:solidFill>
                <a:srgbClr val="000000"/>
              </a:solidFill>
              <a:effectLst/>
              <a:uFillTx/>
              <a:latin typeface="Arial"/>
            </a:endParaRPr>
          </a:p>
          <a:p>
            <a:pPr marL="360000" defTabSz="914400">
              <a:lnSpc>
                <a:spcPct val="100000"/>
              </a:lnSpc>
              <a:spcBef>
                <a:spcPts val="283"/>
              </a:spcBef>
              <a:spcAft>
                <a:spcPts val="283"/>
              </a:spcAft>
            </a:pPr>
            <a:r>
              <a:rPr lang="en-AU" sz="1400" b="1" u="none" strike="noStrike">
                <a:solidFill>
                  <a:srgbClr val="000000"/>
                </a:solidFill>
                <a:effectLst/>
                <a:uFillTx/>
                <a:latin typeface="Arial"/>
              </a:rPr>
              <a:t>zone-member security</a:t>
            </a:r>
            <a:r>
              <a:rPr lang="en-AU" sz="1400" b="0" u="none" strike="noStrike">
                <a:solidFill>
                  <a:srgbClr val="000000"/>
                </a:solidFill>
                <a:effectLst/>
                <a:uFillTx/>
                <a:latin typeface="Arial"/>
              </a:rPr>
              <a:t> </a:t>
            </a:r>
            <a:r>
              <a:rPr lang="en-AU" sz="1400" b="0" i="1" u="none" strike="noStrike">
                <a:solidFill>
                  <a:srgbClr val="000000"/>
                </a:solidFill>
                <a:effectLst/>
                <a:uFillTx/>
                <a:latin typeface="Arial"/>
              </a:rPr>
              <a:t>zone-name</a:t>
            </a:r>
            <a:endParaRPr lang="en-AU" sz="1400" b="0" u="none" strike="noStrike">
              <a:solidFill>
                <a:srgbClr val="000000"/>
              </a:solidFill>
              <a:effectLst/>
              <a:uFillTx/>
              <a:latin typeface="Arial"/>
            </a:endParaRPr>
          </a:p>
          <a:p>
            <a:pPr marL="360000" defTabSz="914400">
              <a:lnSpc>
                <a:spcPct val="100000"/>
              </a:lnSpc>
              <a:spcBef>
                <a:spcPts val="283"/>
              </a:spcBef>
              <a:spcAft>
                <a:spcPts val="283"/>
              </a:spcAft>
            </a:pPr>
            <a:r>
              <a:rPr lang="en-AU" sz="1400" b="1" u="none" strike="noStrike">
                <a:solidFill>
                  <a:srgbClr val="000000"/>
                </a:solidFill>
                <a:effectLst/>
                <a:uFillTx/>
                <a:latin typeface="Arial"/>
                <a:ea typeface="Microsoft YaHei"/>
              </a:rPr>
              <a:t>zone-member security</a:t>
            </a:r>
            <a:r>
              <a:rPr lang="en-AU" sz="1400" b="0" u="none" strike="noStrike">
                <a:solidFill>
                  <a:srgbClr val="000000"/>
                </a:solidFill>
                <a:effectLst/>
                <a:uFillTx/>
                <a:latin typeface="Arial"/>
                <a:ea typeface="Microsoft YaHei"/>
              </a:rPr>
              <a:t> </a:t>
            </a:r>
            <a:r>
              <a:rPr lang="en-AU" sz="1400" b="0" i="1" u="none" strike="noStrike">
                <a:solidFill>
                  <a:srgbClr val="000000"/>
                </a:solidFill>
                <a:effectLst/>
                <a:uFillTx/>
                <a:latin typeface="Arial"/>
                <a:ea typeface="Microsoft YaHei"/>
              </a:rPr>
              <a:t>OUTSIDE</a:t>
            </a:r>
            <a:endParaRPr lang="en-AU" sz="1400" b="0" u="none" strike="noStrike">
              <a:solidFill>
                <a:srgbClr val="000000"/>
              </a:solidFill>
              <a:effectLst/>
              <a:uFillTx/>
              <a:latin typeface="Arial"/>
            </a:endParaRPr>
          </a:p>
          <a:p>
            <a:pPr defTabSz="914400">
              <a:lnSpc>
                <a:spcPct val="100000"/>
              </a:lnSpc>
              <a:spcBef>
                <a:spcPts val="283"/>
              </a:spcBef>
              <a:spcAft>
                <a:spcPts val="283"/>
              </a:spcAft>
            </a:pPr>
            <a:endParaRPr lang="en-AU" sz="1400" b="0" u="none" strike="noStrike">
              <a:solidFill>
                <a:srgbClr val="000000"/>
              </a:solidFill>
              <a:effectLst/>
              <a:uFillTx/>
              <a:latin typeface="Arial"/>
            </a:endParaRPr>
          </a:p>
          <a:p>
            <a:pPr defTabSz="914400">
              <a:lnSpc>
                <a:spcPct val="100000"/>
              </a:lnSpc>
            </a:pPr>
            <a:endParaRPr lang="en-AU" sz="1600" b="0" u="none" strike="noStrike">
              <a:solidFill>
                <a:srgbClr val="000000"/>
              </a:solidFill>
              <a:effectLst/>
              <a:uFillTx/>
              <a:latin typeface="Arial"/>
            </a:endParaRPr>
          </a:p>
          <a:p>
            <a:pPr defTabSz="914400">
              <a:lnSpc>
                <a:spcPct val="100000"/>
              </a:lnSpc>
            </a:pP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0" y="0"/>
            <a:ext cx="4138560" cy="125856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chemeClr val="lt1"/>
                </a:solidFill>
                <a:effectLst/>
                <a:uFillTx/>
                <a:latin typeface="Aptos Display"/>
              </a:rPr>
              <a:t>3. ZBFW</a:t>
            </a:r>
            <a:endParaRPr lang="en-US" sz="4400" b="0" u="none" strike="noStrike">
              <a:solidFill>
                <a:schemeClr val="dk1"/>
              </a:solidFill>
              <a:effectLst/>
              <a:uFillTx/>
              <a:latin typeface="Aptos Display"/>
            </a:endParaRPr>
          </a:p>
        </p:txBody>
      </p:sp>
      <p:sp>
        <p:nvSpPr>
          <p:cNvPr id="152" name="PlaceHolder 2"/>
          <p:cNvSpPr>
            <a:spLocks noGrp="1"/>
          </p:cNvSpPr>
          <p:nvPr>
            <p:ph/>
          </p:nvPr>
        </p:nvSpPr>
        <p:spPr>
          <a:xfrm>
            <a:off x="6005880" y="198000"/>
            <a:ext cx="5873400" cy="7302600"/>
          </a:xfrm>
          <a:prstGeom prst="rect">
            <a:avLst/>
          </a:prstGeom>
          <a:noFill/>
          <a:ln w="0">
            <a:noFill/>
          </a:ln>
        </p:spPr>
        <p:txBody>
          <a:bodyPr lIns="0" tIns="0" rIns="0" bIns="0" anchor="t">
            <a:spAutoFit/>
          </a:bodyPr>
          <a:p>
            <a:pPr marL="270000" indent="-270000" algn="l" defTabSz="914400">
              <a:lnSpc>
                <a:spcPct val="90000"/>
              </a:lnSpc>
              <a:buClr>
                <a:srgbClr val="000000"/>
              </a:buClr>
              <a:buFont typeface="Arial"/>
              <a:buChar char="•"/>
            </a:pPr>
            <a:r>
              <a:rPr lang="en-US" sz="2000" b="1" u="none" strike="noStrike">
                <a:solidFill>
                  <a:schemeClr val="dk1"/>
                </a:solidFill>
                <a:effectLst/>
                <a:uFillTx/>
                <a:latin typeface="Arial"/>
              </a:rPr>
              <a:t>Verify Security zones</a:t>
            </a:r>
            <a:endParaRPr lang="en-US" sz="20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Router#</a:t>
            </a:r>
            <a:r>
              <a:rPr lang="en-US" sz="1200" b="1" u="none" strike="noStrike">
                <a:solidFill>
                  <a:schemeClr val="dk1"/>
                </a:solidFill>
                <a:effectLst/>
                <a:uFillTx/>
                <a:latin typeface="Arial"/>
                <a:ea typeface="Microsoft YaHei"/>
              </a:rPr>
              <a:t>sh policy-map type inspect zone-pair OUTSIDE-TO-SELF</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Zone-pair: OUTSIDE-TO-SELF</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Service-policy inspect : OUTSIDE-TO-SELF</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Class-map: OUTSIDE-TO-SELF-INSPECT (match-any)</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Match: access-group name IPSEC-ACL</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Match: access-group name PING-AND-TRACEROUTE</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Inspect</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Session creations since subsystem startup or last reset 0</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Current session counts (estab/half-open/terminating) [0:0:0]</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Maxever session counts (estab/half-open/terminating) [0:0:0]</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Last session created never</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Last statistic reset never</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Last session creation rate 0</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Last half-open session total 0</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Class-map: OUTSIDE-TO-SELF-PASS (match-any)</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Match: access-group name ACL-DHCP-IN</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Match: access-group name ACL-GRE</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Match: access-group name ACL-ESP</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Pass</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0 packets, 0 bytes</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Class-map: class-default (match-any)</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Match: any</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Drop</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61 packets, 8714 bytes</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Router#</a:t>
            </a:r>
            <a:r>
              <a:rPr lang="en-US" sz="1200" b="1" u="none" strike="noStrike">
                <a:solidFill>
                  <a:schemeClr val="dk1"/>
                </a:solidFill>
                <a:effectLst/>
                <a:uFillTx/>
                <a:latin typeface="Arial"/>
                <a:ea typeface="Microsoft YaHei"/>
              </a:rPr>
              <a:t>ping 8.8.8.8</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Type escape sequence to abort.</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Sending 5, 100-byte ICMP Echos to 8.8.8.8, timeout is 2 seconds:</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a:t>
            </a: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Success rate is 0 percent (0/5)</a:t>
            </a:r>
            <a:endParaRPr lang="en-US" sz="1200" b="0" u="none" strike="noStrike">
              <a:solidFill>
                <a:schemeClr val="dk1"/>
              </a:solidFill>
              <a:effectLst/>
              <a:uFillTx/>
              <a:latin typeface="Aptos"/>
            </a:endParaRPr>
          </a:p>
          <a:p>
            <a:pPr indent="0" algn="l" defTabSz="914400">
              <a:lnSpc>
                <a:spcPct val="90000"/>
              </a:lnSpc>
              <a:buNone/>
              <a:tabLst>
                <a:tab pos="0" algn="l"/>
              </a:tabLst>
            </a:pPr>
            <a:endParaRPr lang="en-US" sz="12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 Ping is not successful as the policy is applied to zone-pair outside to self.   </a:t>
            </a:r>
            <a:endParaRPr lang="en-US" sz="1200" b="0" u="none" strike="noStrike">
              <a:solidFill>
                <a:schemeClr val="dk1"/>
              </a:solidFill>
              <a:effectLst/>
              <a:uFillTx/>
              <a:latin typeface="Aptos"/>
            </a:endParaRPr>
          </a:p>
          <a:p>
            <a:pPr marL="270000" indent="-270000" algn="l" defTabSz="914400">
              <a:lnSpc>
                <a:spcPct val="90000"/>
              </a:lnSpc>
              <a:buClr>
                <a:srgbClr val="000000"/>
              </a:buClr>
              <a:buFont typeface="Arial"/>
              <a:buChar char="•"/>
              <a:tabLst>
                <a:tab pos="0" algn="l"/>
              </a:tabLst>
            </a:pPr>
            <a:r>
              <a:rPr lang="en-US" sz="2000" b="1" u="none" strike="noStrike">
                <a:solidFill>
                  <a:schemeClr val="dk1"/>
                </a:solidFill>
                <a:effectLst/>
                <a:uFillTx/>
                <a:latin typeface="Arial"/>
                <a:ea typeface="Microsoft YaHei"/>
              </a:rPr>
              <a:t>To fix ping, a policy is required for self-zone to outside-zone zone-pair:</a:t>
            </a:r>
            <a:endParaRPr lang="en-US" sz="2000" b="0" u="none" strike="noStrike">
              <a:solidFill>
                <a:schemeClr val="dk1"/>
              </a:solidFill>
              <a:effectLst/>
              <a:uFillTx/>
              <a:latin typeface="Aptos"/>
            </a:endParaRPr>
          </a:p>
          <a:p>
            <a:pPr indent="0" algn="l" defTabSz="914400">
              <a:lnSpc>
                <a:spcPct val="90000"/>
              </a:lnSpc>
              <a:buNone/>
              <a:tabLst>
                <a:tab pos="0" algn="l"/>
              </a:tabLst>
            </a:pPr>
            <a:r>
              <a:rPr lang="en-US" sz="1200" b="0" u="none" strike="noStrike">
                <a:solidFill>
                  <a:schemeClr val="dk1"/>
                </a:solidFill>
                <a:effectLst/>
                <a:uFillTx/>
                <a:latin typeface="Arial"/>
                <a:ea typeface="Microsoft YaHei"/>
              </a:rPr>
              <a:t>We will use same PING-AND-TRACEROUTE access list.</a:t>
            </a:r>
            <a:endParaRPr lang="en-US" sz="1200" b="0" u="none" strike="noStrike">
              <a:solidFill>
                <a:schemeClr val="dk1"/>
              </a:solidFill>
              <a:effectLst/>
              <a:uFillTx/>
              <a:latin typeface="Aptos"/>
            </a:endParaRPr>
          </a:p>
          <a:p>
            <a:pPr indent="0" algn="l" defTabSz="914400">
              <a:lnSpc>
                <a:spcPct val="90000"/>
              </a:lnSpc>
              <a:spcBef>
                <a:spcPts val="434"/>
              </a:spcBef>
              <a:buNone/>
              <a:tabLst>
                <a:tab pos="0" algn="l"/>
              </a:tabLst>
            </a:pPr>
            <a:r>
              <a:rPr lang="en-US" sz="1200" b="0" u="none" strike="noStrike">
                <a:solidFill>
                  <a:schemeClr val="dk1"/>
                </a:solidFill>
                <a:effectLst/>
                <a:uFillTx/>
                <a:latin typeface="Arial"/>
                <a:ea typeface="Microsoft YaHei"/>
              </a:rPr>
              <a:t>class-map type inspect match-any SELF-OUTSIDE-INSPECT</a:t>
            </a:r>
            <a:endParaRPr lang="en-US" sz="1200" b="0" u="none" strike="noStrike">
              <a:solidFill>
                <a:schemeClr val="dk1"/>
              </a:solidFill>
              <a:effectLst/>
              <a:uFillTx/>
              <a:latin typeface="Aptos"/>
            </a:endParaRPr>
          </a:p>
          <a:p>
            <a:pPr marL="360000" indent="0" algn="l" defTabSz="914400">
              <a:lnSpc>
                <a:spcPct val="90000"/>
              </a:lnSpc>
              <a:spcBef>
                <a:spcPts val="434"/>
              </a:spcBef>
              <a:buNone/>
              <a:tabLst>
                <a:tab pos="0" algn="l"/>
              </a:tabLst>
            </a:pPr>
            <a:r>
              <a:rPr lang="en-US" sz="1200" b="0" u="none" strike="noStrike">
                <a:solidFill>
                  <a:schemeClr val="dk1"/>
                </a:solidFill>
                <a:effectLst/>
                <a:uFillTx/>
                <a:latin typeface="Arial"/>
                <a:ea typeface="Microsoft YaHei"/>
              </a:rPr>
              <a:t>match access-group name PING-AND-TRACEROUTE</a:t>
            </a:r>
            <a:endParaRPr lang="en-US" sz="1200" b="0" u="none" strike="noStrike">
              <a:solidFill>
                <a:schemeClr val="dk1"/>
              </a:solidFill>
              <a:effectLst/>
              <a:uFillTx/>
              <a:latin typeface="Aptos"/>
            </a:endParaRPr>
          </a:p>
          <a:p>
            <a:pPr indent="0" algn="l" defTabSz="914400">
              <a:lnSpc>
                <a:spcPct val="90000"/>
              </a:lnSpc>
              <a:spcBef>
                <a:spcPts val="717"/>
              </a:spcBef>
              <a:buNone/>
              <a:tabLst>
                <a:tab pos="0" algn="l"/>
              </a:tabLst>
            </a:pPr>
            <a:endParaRPr lang="en-US" sz="1400" b="0" u="none" strike="noStrike">
              <a:solidFill>
                <a:schemeClr val="dk1"/>
              </a:solidFill>
              <a:effectLst/>
              <a:uFillTx/>
              <a:latin typeface="Aptos"/>
            </a:endParaRPr>
          </a:p>
          <a:p>
            <a:pPr marL="360000" indent="0" algn="l" defTabSz="914400">
              <a:lnSpc>
                <a:spcPct val="90000"/>
              </a:lnSpc>
              <a:spcBef>
                <a:spcPts val="1001"/>
              </a:spcBef>
              <a:buNone/>
              <a:tabLst>
                <a:tab pos="0" algn="l"/>
              </a:tabLst>
            </a:pPr>
            <a:endParaRPr lang="en-US" sz="1400" b="0" u="none" strike="noStrike">
              <a:solidFill>
                <a:schemeClr val="dk1"/>
              </a:solidFill>
              <a:effectLst/>
              <a:uFillTx/>
              <a:latin typeface="Aptos"/>
            </a:endParaRPr>
          </a:p>
        </p:txBody>
      </p:sp>
      <p:sp>
        <p:nvSpPr>
          <p:cNvPr id="153" name="Rectangle 152"/>
          <p:cNvSpPr/>
          <p:nvPr/>
        </p:nvSpPr>
        <p:spPr>
          <a:xfrm>
            <a:off x="189360" y="5442480"/>
            <a:ext cx="4317840" cy="89784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54" name="Rectangle 153"/>
          <p:cNvSpPr/>
          <p:nvPr/>
        </p:nvSpPr>
        <p:spPr>
          <a:xfrm>
            <a:off x="3817440" y="2792880"/>
            <a:ext cx="179280" cy="372600"/>
          </a:xfrm>
          <a:prstGeom prst="rect">
            <a:avLst/>
          </a:prstGeom>
          <a:noFill/>
          <a:ln w="0">
            <a:noFill/>
          </a:ln>
        </p:spPr>
        <p:style>
          <a:lnRef idx="0"/>
          <a:fillRef idx="0"/>
          <a:effectRef idx="0"/>
          <a:fontRef idx="minor"/>
        </p:style>
        <p:txBody>
          <a:bodyPr lIns="89640" tIns="45000" rIns="89640" bIns="45000" anchor="t">
            <a:spAutoFit/>
          </a:bodyPr>
          <a:p>
            <a:endParaRPr lang="en-AU" sz="1800" b="0" u="none" strike="noStrike">
              <a:solidFill>
                <a:srgbClr val="000000"/>
              </a:solidFill>
              <a:effectLst/>
              <a:uFillTx/>
              <a:latin typeface="Arial"/>
            </a:endParaRPr>
          </a:p>
        </p:txBody>
      </p:sp>
      <p:sp>
        <p:nvSpPr>
          <p:cNvPr id="155" name="Rectangle 154"/>
          <p:cNvSpPr/>
          <p:nvPr/>
        </p:nvSpPr>
        <p:spPr>
          <a:xfrm>
            <a:off x="108000" y="1440000"/>
            <a:ext cx="3958560" cy="539568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56" name="Rectangle 155"/>
          <p:cNvSpPr/>
          <p:nvPr/>
        </p:nvSpPr>
        <p:spPr>
          <a:xfrm>
            <a:off x="189360" y="1332000"/>
            <a:ext cx="5504040" cy="6836760"/>
          </a:xfrm>
          <a:prstGeom prst="rect">
            <a:avLst/>
          </a:prstGeom>
          <a:noFill/>
          <a:ln w="0">
            <a:noFill/>
          </a:ln>
        </p:spPr>
        <p:style>
          <a:lnRef idx="0"/>
          <a:fillRef idx="0"/>
          <a:effectRef idx="0"/>
          <a:fontRef idx="minor"/>
        </p:style>
        <p:txBody>
          <a:bodyPr lIns="90000" tIns="45000" rIns="90000" bIns="45000" anchor="t">
            <a:spAutoFit/>
          </a:bodyPr>
          <a:p>
            <a:pPr defTabSz="914400">
              <a:lnSpc>
                <a:spcPct val="90000"/>
              </a:lnSpc>
            </a:pPr>
            <a:r>
              <a:rPr lang="en-US" sz="1200" b="0" u="none" strike="noStrike">
                <a:solidFill>
                  <a:schemeClr val="dk1"/>
                </a:solidFill>
                <a:effectLst/>
                <a:uFillTx/>
                <a:latin typeface="Arial"/>
                <a:ea typeface="Microsoft YaHei"/>
              </a:rPr>
              <a:t>policy-map type inspect POLICY-SELF-TO-OUTSIDE</a:t>
            </a:r>
            <a:r>
              <a:rPr lang="en-US" sz="1200" b="0" u="none" strike="noStrike">
                <a:solidFill>
                  <a:schemeClr val="dk1"/>
                </a:solidFill>
                <a:effectLst/>
                <a:uFillTx/>
                <a:latin typeface="Arial"/>
                <a:ea typeface="Microsoft YaHei"/>
              </a:rPr>
              <a:t>	</a:t>
            </a:r>
            <a:endParaRPr lang="en-AU" sz="1200" b="0" u="none" strike="noStrike">
              <a:solidFill>
                <a:srgbClr val="000000"/>
              </a:solidFill>
              <a:effectLst/>
              <a:uFillTx/>
              <a:latin typeface="Arial"/>
            </a:endParaRPr>
          </a:p>
          <a:p>
            <a:pPr marL="360000" defTabSz="914400">
              <a:lnSpc>
                <a:spcPct val="90000"/>
              </a:lnSpc>
            </a:pPr>
            <a:r>
              <a:rPr lang="en-US" sz="1200" b="0" u="none" strike="noStrike">
                <a:solidFill>
                  <a:schemeClr val="dk1"/>
                </a:solidFill>
                <a:effectLst/>
                <a:uFillTx/>
                <a:latin typeface="Arial"/>
                <a:ea typeface="Microsoft YaHei"/>
              </a:rPr>
              <a:t>class type inspect SELF-OUTSIDE-INSPECT</a:t>
            </a:r>
            <a:endParaRPr lang="en-AU" sz="1200" b="0" u="none" strike="noStrike">
              <a:solidFill>
                <a:srgbClr val="000000"/>
              </a:solidFill>
              <a:effectLst/>
              <a:uFillTx/>
              <a:latin typeface="Arial"/>
            </a:endParaRPr>
          </a:p>
          <a:p>
            <a:pPr marL="720000" defTabSz="914400">
              <a:lnSpc>
                <a:spcPct val="90000"/>
              </a:lnSpc>
            </a:pPr>
            <a:r>
              <a:rPr lang="en-US" sz="1200" b="0" u="none" strike="noStrike">
                <a:solidFill>
                  <a:schemeClr val="dk1"/>
                </a:solidFill>
                <a:effectLst/>
                <a:uFillTx/>
                <a:latin typeface="Arial"/>
                <a:ea typeface="Microsoft YaHei"/>
              </a:rPr>
              <a:t>inspect</a:t>
            </a:r>
            <a:endParaRPr lang="en-AU" sz="1200" b="0" u="none" strike="noStrike">
              <a:solidFill>
                <a:srgbClr val="000000"/>
              </a:solidFill>
              <a:effectLst/>
              <a:uFillTx/>
              <a:latin typeface="Arial"/>
            </a:endParaRPr>
          </a:p>
          <a:p>
            <a:pPr marL="360000" defTabSz="914400">
              <a:lnSpc>
                <a:spcPct val="90000"/>
              </a:lnSpc>
            </a:pPr>
            <a:r>
              <a:rPr lang="en-US" sz="1200" b="0" u="none" strike="noStrike">
                <a:solidFill>
                  <a:schemeClr val="dk1"/>
                </a:solidFill>
                <a:effectLst/>
                <a:uFillTx/>
                <a:latin typeface="Arial"/>
                <a:ea typeface="Microsoft YaHei"/>
              </a:rPr>
              <a:t>class class-default</a:t>
            </a:r>
            <a:endParaRPr lang="en-AU" sz="1200" b="0" u="none" strike="noStrike">
              <a:solidFill>
                <a:srgbClr val="000000"/>
              </a:solidFill>
              <a:effectLst/>
              <a:uFillTx/>
              <a:latin typeface="Arial"/>
            </a:endParaRPr>
          </a:p>
          <a:p>
            <a:pPr marL="720000" defTabSz="914400">
              <a:lnSpc>
                <a:spcPct val="90000"/>
              </a:lnSpc>
            </a:pPr>
            <a:r>
              <a:rPr lang="en-US" sz="1200" b="0" u="none" strike="noStrike">
                <a:solidFill>
                  <a:schemeClr val="dk1"/>
                </a:solidFill>
                <a:effectLst/>
                <a:uFillTx/>
                <a:latin typeface="Arial"/>
                <a:ea typeface="Microsoft YaHei"/>
              </a:rPr>
              <a:t>drop</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Zone-pair security SELF-TO-OUTSIDE source self destination OUTSIDE</a:t>
            </a:r>
            <a:endParaRPr lang="en-AU" sz="1200" b="0" u="none" strike="noStrike">
              <a:solidFill>
                <a:srgbClr val="000000"/>
              </a:solidFill>
              <a:effectLst/>
              <a:uFillTx/>
              <a:latin typeface="Arial"/>
            </a:endParaRPr>
          </a:p>
          <a:p>
            <a:pPr marL="360000" defTabSz="914400">
              <a:lnSpc>
                <a:spcPct val="90000"/>
              </a:lnSpc>
            </a:pPr>
            <a:r>
              <a:rPr lang="en-US" sz="1200" b="0" u="none" strike="noStrike">
                <a:solidFill>
                  <a:schemeClr val="dk1"/>
                </a:solidFill>
                <a:effectLst/>
                <a:uFillTx/>
                <a:latin typeface="Arial"/>
                <a:ea typeface="Microsoft YaHei"/>
              </a:rPr>
              <a:t>service-policy type inspect POLICY-SELF-TO-OUTSIDE</a:t>
            </a:r>
            <a:endParaRPr lang="en-AU" sz="1200" b="0" u="none" strike="noStrike">
              <a:solidFill>
                <a:srgbClr val="000000"/>
              </a:solidFill>
              <a:effectLst/>
              <a:uFillTx/>
              <a:latin typeface="Arial"/>
            </a:endParaRPr>
          </a:p>
          <a:p>
            <a:pPr defTabSz="914400">
              <a:lnSpc>
                <a:spcPct val="90000"/>
              </a:lnSpc>
            </a:pPr>
            <a:endParaRPr lang="en-AU" sz="8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Router#</a:t>
            </a:r>
            <a:r>
              <a:rPr lang="en-US" sz="1200" b="1" u="none" strike="noStrike">
                <a:solidFill>
                  <a:schemeClr val="dk1"/>
                </a:solidFill>
                <a:effectLst/>
                <a:uFillTx/>
                <a:latin typeface="Arial"/>
                <a:ea typeface="Microsoft YaHei"/>
              </a:rPr>
              <a:t>sh policy-map type inspect zone-pair SELF-TO-OUTSIDE</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  Zone-pair: SELF-TO-OUTSIDE</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  Service-policy inspect : POLICY-SELF-TO-OUTSIDE</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    Class-map: SELF-OUTSIDE-INSPECT (match-any)</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      Match: access-group name PING-AND-TRACEROUTE</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      Inspect</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        Packet inspection statistics [process switch:fast switch]</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        icmp packets: [0:20]</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        Session creations since subsystem startup or last reset 2</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        Current session counts (estab/half-open/terminating) [0:0:0]</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        Maxever session counts (estab/half-open/terminating) [2:0:0]</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        Last session created 00:05:03</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        Last statistic reset never</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        Last session creation rate 0</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        Last half-open session total 0</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    Class-map: class-default (match-any)</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      Match: any</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      Drop</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        4 packets, 176 bytes</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Router#</a:t>
            </a:r>
            <a:r>
              <a:rPr lang="en-US" sz="1200" b="1" u="none" strike="noStrike">
                <a:solidFill>
                  <a:schemeClr val="dk1"/>
                </a:solidFill>
                <a:effectLst/>
                <a:uFillTx/>
                <a:latin typeface="Arial"/>
                <a:ea typeface="Microsoft YaHei"/>
              </a:rPr>
              <a:t>ping 8.8.8.8</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Type escape sequence to abort.</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Sending 5, 100-byte ICMP Echos to 8.8.8.8, timeout is 2 seconds:</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a:t>
            </a:r>
            <a:endParaRPr lang="en-AU" sz="1200" b="0" u="none" strike="noStrike">
              <a:solidFill>
                <a:srgbClr val="000000"/>
              </a:solidFill>
              <a:effectLst/>
              <a:uFillTx/>
              <a:latin typeface="Arial"/>
            </a:endParaRPr>
          </a:p>
          <a:p>
            <a:pPr defTabSz="914400">
              <a:lnSpc>
                <a:spcPct val="90000"/>
              </a:lnSpc>
            </a:pPr>
            <a:r>
              <a:rPr lang="en-US" sz="1200" b="0" u="none" strike="noStrike">
                <a:solidFill>
                  <a:schemeClr val="dk1"/>
                </a:solidFill>
                <a:effectLst/>
                <a:uFillTx/>
                <a:latin typeface="Arial"/>
                <a:ea typeface="Microsoft YaHei"/>
              </a:rPr>
              <a:t>Success rate is 100 percent (5/5), round-trip min/avg/max = 12/13/15 ms</a:t>
            </a:r>
            <a:endParaRPr lang="en-AU" sz="1200" b="0" u="none" strike="noStrike">
              <a:solidFill>
                <a:srgbClr val="000000"/>
              </a:solidFill>
              <a:effectLst/>
              <a:uFillTx/>
              <a:latin typeface="Arial"/>
            </a:endParaRPr>
          </a:p>
          <a:p>
            <a:pPr defTabSz="914400">
              <a:lnSpc>
                <a:spcPct val="90000"/>
              </a:lnSpc>
            </a:pPr>
            <a:endParaRPr lang="en-AU" sz="1400" b="0" u="none" strike="noStrike">
              <a:solidFill>
                <a:srgbClr val="000000"/>
              </a:solidFill>
              <a:effectLst/>
              <a:uFillTx/>
              <a:latin typeface="Arial"/>
            </a:endParaRPr>
          </a:p>
          <a:p>
            <a:pPr marL="360000" defTabSz="914400">
              <a:lnSpc>
                <a:spcPct val="90000"/>
              </a:lnSpc>
            </a:pPr>
            <a:r>
              <a:rPr lang="en-US" sz="1400" b="0" u="none" strike="noStrike">
                <a:solidFill>
                  <a:schemeClr val="dk1"/>
                </a:solidFill>
                <a:effectLst/>
                <a:uFillTx/>
                <a:latin typeface="Arial"/>
                <a:ea typeface="Microsoft YaHei"/>
              </a:rPr>
              <a:t>	</a:t>
            </a:r>
            <a:endParaRPr lang="en-AU" sz="1400" b="0" u="none" strike="noStrike">
              <a:solidFill>
                <a:srgbClr val="000000"/>
              </a:solidFill>
              <a:effectLst/>
              <a:uFillTx/>
              <a:latin typeface="Arial"/>
            </a:endParaRPr>
          </a:p>
          <a:p>
            <a:pPr defTabSz="914400">
              <a:lnSpc>
                <a:spcPct val="90000"/>
              </a:lnSpc>
            </a:pPr>
            <a:r>
              <a:rPr lang="en-US" sz="1400" b="0" u="none" strike="noStrike">
                <a:solidFill>
                  <a:schemeClr val="dk1"/>
                </a:solidFill>
                <a:effectLst/>
                <a:uFillTx/>
                <a:latin typeface="Arial"/>
                <a:ea typeface="Microsoft YaHei"/>
              </a:rPr>
              <a:t> </a:t>
            </a:r>
            <a:endParaRPr lang="en-AU" sz="1400" b="0" u="none" strike="noStrike">
              <a:solidFill>
                <a:srgbClr val="000000"/>
              </a:solidFill>
              <a:effectLst/>
              <a:uFillTx/>
              <a:latin typeface="Arial"/>
            </a:endParaRPr>
          </a:p>
          <a:p>
            <a:pPr defTabSz="914400">
              <a:lnSpc>
                <a:spcPct val="90000"/>
              </a:lnSpc>
            </a:pPr>
            <a:endParaRPr lang="en-AU" sz="1400" b="0" u="none" strike="noStrike">
              <a:solidFill>
                <a:srgbClr val="000000"/>
              </a:solidFill>
              <a:effectLst/>
              <a:uFillTx/>
              <a:latin typeface="Arial"/>
            </a:endParaRPr>
          </a:p>
          <a:p>
            <a:pPr defTabSz="914400">
              <a:lnSpc>
                <a:spcPct val="100000"/>
              </a:lnSpc>
            </a:pPr>
            <a:endParaRPr lang="en-AU" sz="1400" b="0" u="none" strike="noStrike">
              <a:solidFill>
                <a:srgbClr val="000000"/>
              </a:solidFill>
              <a:effectLst/>
              <a:uFillTx/>
              <a:latin typeface="Arial"/>
            </a:endParaRPr>
          </a:p>
          <a:p>
            <a:pPr defTabSz="914400">
              <a:lnSpc>
                <a:spcPct val="100000"/>
              </a:lnSpc>
            </a:pPr>
            <a:endParaRPr lang="en-AU" sz="1600" b="0" u="none" strike="noStrike">
              <a:solidFill>
                <a:srgbClr val="000000"/>
              </a:solidFill>
              <a:effectLst/>
              <a:uFillTx/>
              <a:latin typeface="Arial"/>
            </a:endParaRPr>
          </a:p>
          <a:p>
            <a:pPr defTabSz="914400">
              <a:lnSpc>
                <a:spcPct val="100000"/>
              </a:lnSpc>
            </a:pP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0" y="0"/>
            <a:ext cx="4138560" cy="125856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chemeClr val="lt1"/>
                </a:solidFill>
                <a:effectLst/>
                <a:uFillTx/>
                <a:latin typeface="Aptos Display"/>
              </a:rPr>
              <a:t>3. CoPP</a:t>
            </a:r>
            <a:endParaRPr lang="en-US" sz="4400" b="0" u="none" strike="noStrike">
              <a:solidFill>
                <a:schemeClr val="dk1"/>
              </a:solidFill>
              <a:effectLst/>
              <a:uFillTx/>
              <a:latin typeface="Aptos Display"/>
            </a:endParaRPr>
          </a:p>
        </p:txBody>
      </p:sp>
      <p:sp>
        <p:nvSpPr>
          <p:cNvPr id="158" name="PlaceHolder 2"/>
          <p:cNvSpPr>
            <a:spLocks noGrp="1"/>
          </p:cNvSpPr>
          <p:nvPr>
            <p:ph/>
          </p:nvPr>
        </p:nvSpPr>
        <p:spPr>
          <a:xfrm>
            <a:off x="4680000" y="180000"/>
            <a:ext cx="7199280" cy="7687800"/>
          </a:xfrm>
          <a:prstGeom prst="rect">
            <a:avLst/>
          </a:prstGeom>
          <a:noFill/>
          <a:ln w="0">
            <a:noFill/>
          </a:ln>
        </p:spPr>
        <p:txBody>
          <a:bodyPr lIns="0" tIns="0" rIns="0" bIns="0" anchor="t">
            <a:spAutoFit/>
          </a:bodyPr>
          <a:p>
            <a:pPr marL="270000" indent="-270000" algn="l" defTabSz="914400">
              <a:lnSpc>
                <a:spcPct val="90000"/>
              </a:lnSpc>
              <a:spcBef>
                <a:spcPts val="717"/>
              </a:spcBef>
              <a:buClr>
                <a:srgbClr val="000000"/>
              </a:buClr>
              <a:buFont typeface="Arial"/>
              <a:buChar char="•"/>
            </a:pPr>
            <a:r>
              <a:rPr lang="en-US" sz="2000" b="1" u="none" strike="noStrike">
                <a:solidFill>
                  <a:schemeClr val="dk1"/>
                </a:solidFill>
                <a:effectLst/>
                <a:uFillTx/>
                <a:latin typeface="Arial"/>
                <a:ea typeface="Microsoft YaHei"/>
              </a:rPr>
              <a:t>Control Plane Policing (CoPP) : </a:t>
            </a:r>
            <a:r>
              <a:rPr lang="en-US" sz="2000" b="0" u="none" strike="noStrike">
                <a:solidFill>
                  <a:schemeClr val="dk1"/>
                </a:solidFill>
                <a:effectLst/>
                <a:uFillTx/>
                <a:latin typeface="Arial"/>
                <a:ea typeface="Microsoft YaHei"/>
              </a:rPr>
              <a:t>QoS policy to police the traffic to or from router’s control plane.</a:t>
            </a:r>
            <a:endParaRPr lang="en-US" sz="2000" b="0" u="none" strike="noStrike">
              <a:solidFill>
                <a:schemeClr val="dk1"/>
              </a:solidFill>
              <a:effectLst/>
              <a:uFillTx/>
              <a:latin typeface="Aptos"/>
            </a:endParaRPr>
          </a:p>
          <a:p>
            <a:pPr marL="270000" indent="-270000" algn="l" defTabSz="914400">
              <a:lnSpc>
                <a:spcPct val="90000"/>
              </a:lnSpc>
              <a:spcBef>
                <a:spcPts val="717"/>
              </a:spcBef>
              <a:buClr>
                <a:srgbClr val="000000"/>
              </a:buClr>
              <a:buFont typeface="Arial"/>
              <a:buChar char="•"/>
            </a:pPr>
            <a:r>
              <a:rPr lang="en-US" sz="2000" b="0" u="none" strike="noStrike">
                <a:solidFill>
                  <a:schemeClr val="dk1"/>
                </a:solidFill>
                <a:effectLst/>
                <a:uFillTx/>
                <a:latin typeface="Arial"/>
                <a:ea typeface="Microsoft YaHei"/>
              </a:rPr>
              <a:t>Generally this is done to rate limit the control plane traffic towards router CPU to control CPU load.</a:t>
            </a:r>
            <a:endParaRPr lang="en-US" sz="2000" b="0" u="none" strike="noStrike">
              <a:solidFill>
                <a:schemeClr val="dk1"/>
              </a:solidFill>
              <a:effectLst/>
              <a:uFillTx/>
              <a:latin typeface="Aptos"/>
            </a:endParaRPr>
          </a:p>
          <a:p>
            <a:pPr marL="270000" indent="-270000" algn="l" defTabSz="914400">
              <a:lnSpc>
                <a:spcPct val="90000"/>
              </a:lnSpc>
              <a:spcBef>
                <a:spcPts val="717"/>
              </a:spcBef>
              <a:buClr>
                <a:srgbClr val="000000"/>
              </a:buClr>
              <a:buFont typeface="Arial"/>
              <a:buChar char="•"/>
            </a:pPr>
            <a:r>
              <a:rPr lang="en-US" sz="2000" b="0" u="none" strike="noStrike">
                <a:solidFill>
                  <a:schemeClr val="dk1"/>
                </a:solidFill>
                <a:effectLst/>
                <a:uFillTx/>
                <a:latin typeface="Arial"/>
                <a:ea typeface="Microsoft YaHei"/>
              </a:rPr>
              <a:t>Traffic (management, routing protocols and other known ip addresses) is classified using traffic classes and a QoS policy to rate limit those classes is applied.</a:t>
            </a:r>
            <a:endParaRPr lang="en-US" sz="2000" b="0" u="none" strike="noStrike">
              <a:solidFill>
                <a:schemeClr val="dk1"/>
              </a:solidFill>
              <a:effectLst/>
              <a:uFillTx/>
              <a:latin typeface="Aptos"/>
            </a:endParaRPr>
          </a:p>
          <a:p>
            <a:pPr marL="270000" indent="-270000" algn="l" defTabSz="914400">
              <a:lnSpc>
                <a:spcPct val="90000"/>
              </a:lnSpc>
              <a:spcBef>
                <a:spcPts val="717"/>
              </a:spcBef>
              <a:buClr>
                <a:srgbClr val="000000"/>
              </a:buClr>
              <a:buFont typeface="Arial"/>
              <a:buChar char="•"/>
            </a:pPr>
            <a:r>
              <a:rPr lang="en-US" sz="2000" b="0" u="none" strike="noStrike">
                <a:solidFill>
                  <a:schemeClr val="dk1"/>
                </a:solidFill>
                <a:effectLst/>
                <a:uFillTx/>
                <a:latin typeface="Arial"/>
                <a:ea typeface="Microsoft YaHei"/>
              </a:rPr>
              <a:t>Information required to classify the traffic can be obtained from protocol documentation or protocol packet captures.</a:t>
            </a:r>
            <a:endParaRPr lang="en-US" sz="2000" b="0" u="none" strike="noStrike">
              <a:solidFill>
                <a:schemeClr val="dk1"/>
              </a:solidFill>
              <a:effectLst/>
              <a:uFillTx/>
              <a:latin typeface="Aptos"/>
            </a:endParaRPr>
          </a:p>
          <a:p>
            <a:pPr marL="270000" indent="-270000" algn="l" defTabSz="914400">
              <a:lnSpc>
                <a:spcPct val="90000"/>
              </a:lnSpc>
              <a:spcBef>
                <a:spcPts val="717"/>
              </a:spcBef>
              <a:buClr>
                <a:srgbClr val="000000"/>
              </a:buClr>
              <a:buFont typeface="Arial"/>
              <a:buChar char="•"/>
            </a:pPr>
            <a:r>
              <a:rPr lang="en-US" sz="2000" b="0" u="none" strike="noStrike">
                <a:solidFill>
                  <a:schemeClr val="dk1"/>
                </a:solidFill>
                <a:effectLst/>
                <a:uFillTx/>
                <a:latin typeface="Arial"/>
                <a:ea typeface="Microsoft YaHei"/>
              </a:rPr>
              <a:t>A QoS policy can police traffic as per keywords </a:t>
            </a:r>
            <a:r>
              <a:rPr lang="en-US" sz="2000" b="1" u="none" strike="noStrike">
                <a:solidFill>
                  <a:schemeClr val="dk1"/>
                </a:solidFill>
                <a:effectLst/>
                <a:uFillTx/>
                <a:latin typeface="Arial"/>
                <a:ea typeface="Microsoft YaHei"/>
              </a:rPr>
              <a:t>confirm</a:t>
            </a:r>
            <a:r>
              <a:rPr lang="en-US" sz="2000" b="0" u="none" strike="noStrike">
                <a:solidFill>
                  <a:schemeClr val="dk1"/>
                </a:solidFill>
                <a:effectLst/>
                <a:uFillTx/>
                <a:latin typeface="Arial"/>
                <a:ea typeface="Microsoft YaHei"/>
              </a:rPr>
              <a:t>, </a:t>
            </a:r>
            <a:r>
              <a:rPr lang="en-US" sz="2000" b="1" u="none" strike="noStrike">
                <a:solidFill>
                  <a:schemeClr val="dk1"/>
                </a:solidFill>
                <a:effectLst/>
                <a:uFillTx/>
                <a:latin typeface="Arial"/>
                <a:ea typeface="Microsoft YaHei"/>
              </a:rPr>
              <a:t>exceed</a:t>
            </a:r>
            <a:r>
              <a:rPr lang="en-US" sz="2000" b="0" u="none" strike="noStrike">
                <a:solidFill>
                  <a:schemeClr val="dk1"/>
                </a:solidFill>
                <a:effectLst/>
                <a:uFillTx/>
                <a:latin typeface="Arial"/>
                <a:ea typeface="Microsoft YaHei"/>
              </a:rPr>
              <a:t> or </a:t>
            </a:r>
            <a:r>
              <a:rPr lang="en-US" sz="2000" b="1" u="none" strike="noStrike">
                <a:solidFill>
                  <a:schemeClr val="dk1"/>
                </a:solidFill>
                <a:effectLst/>
                <a:uFillTx/>
                <a:latin typeface="Arial"/>
                <a:ea typeface="Microsoft YaHei"/>
              </a:rPr>
              <a:t>violate</a:t>
            </a:r>
            <a:r>
              <a:rPr lang="en-US" sz="2000" b="0" u="none" strike="noStrike">
                <a:solidFill>
                  <a:schemeClr val="dk1"/>
                </a:solidFill>
                <a:effectLst/>
                <a:uFillTx/>
                <a:latin typeface="Arial"/>
                <a:ea typeface="Microsoft YaHei"/>
              </a:rPr>
              <a:t>.</a:t>
            </a:r>
            <a:endParaRPr lang="en-US" sz="2000" b="0" u="none" strike="noStrike">
              <a:solidFill>
                <a:schemeClr val="dk1"/>
              </a:solidFill>
              <a:effectLst/>
              <a:uFillTx/>
              <a:latin typeface="Aptos"/>
            </a:endParaRPr>
          </a:p>
          <a:p>
            <a:pPr marL="270000" indent="-270000" algn="l" defTabSz="914400">
              <a:lnSpc>
                <a:spcPct val="90000"/>
              </a:lnSpc>
              <a:spcBef>
                <a:spcPts val="717"/>
              </a:spcBef>
              <a:buClr>
                <a:srgbClr val="000000"/>
              </a:buClr>
              <a:buFont typeface="Arial"/>
              <a:buChar char="•"/>
            </a:pPr>
            <a:r>
              <a:rPr lang="en-US" sz="2000" b="0" u="none" strike="noStrike">
                <a:solidFill>
                  <a:schemeClr val="dk1"/>
                </a:solidFill>
                <a:effectLst/>
                <a:uFillTx/>
                <a:latin typeface="Arial"/>
                <a:ea typeface="Microsoft YaHei"/>
              </a:rPr>
              <a:t>The rate for policing a traffic class needs to be pre-determined and can be changed as per the requirements.</a:t>
            </a:r>
            <a:endParaRPr lang="en-US" sz="2000" b="0" u="none" strike="noStrike">
              <a:solidFill>
                <a:schemeClr val="dk1"/>
              </a:solidFill>
              <a:effectLst/>
              <a:uFillTx/>
              <a:latin typeface="Aptos"/>
            </a:endParaRPr>
          </a:p>
          <a:p>
            <a:pPr marL="270000" indent="-270000" algn="l" defTabSz="914400">
              <a:lnSpc>
                <a:spcPct val="90000"/>
              </a:lnSpc>
              <a:spcBef>
                <a:spcPts val="717"/>
              </a:spcBef>
              <a:buClr>
                <a:srgbClr val="000000"/>
              </a:buClr>
              <a:buFont typeface="Arial"/>
              <a:buChar char="•"/>
            </a:pPr>
            <a:r>
              <a:rPr lang="en-US" sz="2000" b="1" u="none" strike="noStrike">
                <a:solidFill>
                  <a:schemeClr val="dk1"/>
                </a:solidFill>
                <a:effectLst/>
                <a:uFillTx/>
                <a:latin typeface="Arial"/>
                <a:ea typeface="Microsoft YaHei"/>
              </a:rPr>
              <a:t>Steps to configure CoPP:</a:t>
            </a:r>
            <a:endParaRPr lang="en-US" sz="2000" b="0" u="none" strike="noStrike">
              <a:solidFill>
                <a:schemeClr val="dk1"/>
              </a:solidFill>
              <a:effectLst/>
              <a:uFillTx/>
              <a:latin typeface="Aptos"/>
            </a:endParaRPr>
          </a:p>
          <a:p>
            <a:pPr marL="360000" indent="-270000" algn="l" defTabSz="914400">
              <a:lnSpc>
                <a:spcPct val="90000"/>
              </a:lnSpc>
              <a:spcBef>
                <a:spcPts val="150"/>
              </a:spcBef>
              <a:buClr>
                <a:srgbClr val="000000"/>
              </a:buClr>
              <a:buFont typeface="Arial"/>
              <a:buAutoNum type="arabicPeriod"/>
            </a:pPr>
            <a:r>
              <a:rPr lang="en-US" sz="1800" b="0" u="none" strike="noStrike">
                <a:solidFill>
                  <a:schemeClr val="dk1"/>
                </a:solidFill>
                <a:effectLst/>
                <a:uFillTx/>
                <a:latin typeface="Arial"/>
                <a:ea typeface="Microsoft YaHei"/>
              </a:rPr>
              <a:t>Define ACL to capture particular traffic using:</a:t>
            </a:r>
            <a:r>
              <a:rPr lang="en-US" sz="2000" b="0" u="none" strike="noStrike">
                <a:solidFill>
                  <a:schemeClr val="dk1"/>
                </a:solidFill>
                <a:effectLst/>
                <a:uFillTx/>
                <a:latin typeface="Arial"/>
                <a:ea typeface="Microsoft YaHei"/>
              </a:rPr>
              <a:t> </a:t>
            </a:r>
            <a:r>
              <a:rPr lang="en-US" sz="1600" b="1" u="none" strike="noStrike">
                <a:solidFill>
                  <a:schemeClr val="dk1"/>
                </a:solidFill>
                <a:effectLst/>
                <a:uFillTx/>
                <a:latin typeface="Arial"/>
                <a:ea typeface="Microsoft YaHei"/>
              </a:rPr>
              <a:t>ip access -list extended</a:t>
            </a:r>
            <a:r>
              <a:rPr lang="en-US" sz="1600" b="0" u="none" strike="noStrike">
                <a:solidFill>
                  <a:schemeClr val="dk1"/>
                </a:solidFill>
                <a:effectLst/>
                <a:uFillTx/>
                <a:latin typeface="Arial"/>
                <a:ea typeface="Microsoft YaHei"/>
              </a:rPr>
              <a:t> </a:t>
            </a:r>
            <a:r>
              <a:rPr lang="en-US" sz="1600" b="0" i="1" u="none" strike="noStrike">
                <a:solidFill>
                  <a:schemeClr val="dk1"/>
                </a:solidFill>
                <a:effectLst/>
                <a:uFillTx/>
                <a:latin typeface="Arial"/>
                <a:ea typeface="Microsoft YaHei"/>
              </a:rPr>
              <a:t>ACL-Name</a:t>
            </a:r>
            <a:endParaRPr lang="en-US" sz="1600" b="0" u="none" strike="noStrike">
              <a:solidFill>
                <a:schemeClr val="dk1"/>
              </a:solidFill>
              <a:effectLst/>
              <a:uFillTx/>
              <a:latin typeface="Aptos"/>
            </a:endParaRPr>
          </a:p>
          <a:p>
            <a:pPr marL="360000" indent="0" algn="l" defTabSz="914400">
              <a:lnSpc>
                <a:spcPct val="100000"/>
              </a:lnSpc>
              <a:spcBef>
                <a:spcPts val="434"/>
              </a:spcBef>
              <a:buNone/>
              <a:tabLst>
                <a:tab pos="0" algn="l"/>
              </a:tabLst>
            </a:pPr>
            <a:r>
              <a:rPr lang="en-US" sz="1400" b="1" u="none" strike="noStrike">
                <a:solidFill>
                  <a:schemeClr val="dk1"/>
                </a:solidFill>
                <a:effectLst/>
                <a:uFillTx/>
                <a:latin typeface="Arial"/>
                <a:ea typeface="Microsoft YaHei"/>
              </a:rPr>
              <a:t>ip access-list extended ACL-CoPP-ICMP</a:t>
            </a:r>
            <a:endParaRPr lang="en-US" sz="1400" b="0" u="none" strike="noStrike">
              <a:solidFill>
                <a:schemeClr val="dk1"/>
              </a:solidFill>
              <a:effectLst/>
              <a:uFillTx/>
              <a:latin typeface="Aptos"/>
            </a:endParaRPr>
          </a:p>
          <a:p>
            <a:pPr marL="720000" indent="0" algn="l" defTabSz="914400">
              <a:lnSpc>
                <a:spcPct val="100000"/>
              </a:lnSpc>
              <a:spcBef>
                <a:spcPts val="434"/>
              </a:spcBef>
              <a:buNone/>
              <a:tabLst>
                <a:tab pos="0" algn="l"/>
              </a:tabLst>
            </a:pPr>
            <a:r>
              <a:rPr lang="en-US" sz="1400" b="0" u="none" strike="noStrike">
                <a:solidFill>
                  <a:srgbClr val="000000"/>
                </a:solidFill>
                <a:effectLst/>
                <a:uFillTx/>
                <a:latin typeface="Arial"/>
                <a:ea typeface="Microsoft YaHei"/>
              </a:rPr>
              <a:t>permit icmp any any echo !(ping request)</a:t>
            </a:r>
            <a:endParaRPr lang="en-US" sz="1400" b="0" u="none" strike="noStrike">
              <a:solidFill>
                <a:schemeClr val="dk1"/>
              </a:solidFill>
              <a:effectLst/>
              <a:uFillTx/>
              <a:latin typeface="Aptos"/>
            </a:endParaRPr>
          </a:p>
          <a:p>
            <a:pPr marL="720000" indent="0" algn="l" defTabSz="914400">
              <a:lnSpc>
                <a:spcPct val="100000"/>
              </a:lnSpc>
              <a:spcBef>
                <a:spcPts val="434"/>
              </a:spcBef>
              <a:buNone/>
              <a:tabLst>
                <a:tab pos="0" algn="l"/>
              </a:tabLst>
            </a:pPr>
            <a:r>
              <a:rPr lang="en-US" sz="1400" b="0" u="none" strike="noStrike">
                <a:solidFill>
                  <a:srgbClr val="000000"/>
                </a:solidFill>
                <a:effectLst/>
                <a:uFillTx/>
                <a:latin typeface="Arial"/>
                <a:ea typeface="Microsoft YaHei"/>
              </a:rPr>
              <a:t>permit icmp any any echo-reply !(ping reply)</a:t>
            </a:r>
            <a:endParaRPr lang="en-US" sz="1400" b="0" u="none" strike="noStrike">
              <a:solidFill>
                <a:schemeClr val="dk1"/>
              </a:solidFill>
              <a:effectLst/>
              <a:uFillTx/>
              <a:latin typeface="Aptos"/>
            </a:endParaRPr>
          </a:p>
          <a:p>
            <a:pPr marL="720000" indent="0" algn="l" defTabSz="914400">
              <a:lnSpc>
                <a:spcPct val="100000"/>
              </a:lnSpc>
              <a:spcBef>
                <a:spcPts val="434"/>
              </a:spcBef>
              <a:buNone/>
              <a:tabLst>
                <a:tab pos="0" algn="l"/>
              </a:tabLst>
            </a:pPr>
            <a:r>
              <a:rPr lang="en-US" sz="1400" b="0" u="none" strike="noStrike">
                <a:solidFill>
                  <a:srgbClr val="000000"/>
                </a:solidFill>
                <a:effectLst/>
                <a:uFillTx/>
                <a:latin typeface="Arial"/>
                <a:ea typeface="Microsoft YaHei"/>
              </a:rPr>
              <a:t>permit icmp any any time-exceeded !(tr-receive)</a:t>
            </a:r>
            <a:endParaRPr lang="en-US" sz="1400" b="0" u="none" strike="noStrike">
              <a:solidFill>
                <a:schemeClr val="dk1"/>
              </a:solidFill>
              <a:effectLst/>
              <a:uFillTx/>
              <a:latin typeface="Aptos"/>
            </a:endParaRPr>
          </a:p>
          <a:p>
            <a:pPr marL="720000" indent="0" algn="l" defTabSz="914400">
              <a:lnSpc>
                <a:spcPct val="100000"/>
              </a:lnSpc>
              <a:spcBef>
                <a:spcPts val="434"/>
              </a:spcBef>
              <a:buNone/>
              <a:tabLst>
                <a:tab pos="0" algn="l"/>
              </a:tabLst>
            </a:pPr>
            <a:r>
              <a:rPr lang="en-US" sz="1400" b="0" u="none" strike="noStrike">
                <a:solidFill>
                  <a:srgbClr val="000000"/>
                </a:solidFill>
                <a:effectLst/>
                <a:uFillTx/>
                <a:latin typeface="Arial"/>
                <a:ea typeface="Microsoft YaHei"/>
              </a:rPr>
              <a:t>permit icmp any any port-unreachable !(tr-receive)</a:t>
            </a:r>
            <a:endParaRPr lang="en-US" sz="1400" b="0" u="none" strike="noStrike">
              <a:solidFill>
                <a:schemeClr val="dk1"/>
              </a:solidFill>
              <a:effectLst/>
              <a:uFillTx/>
              <a:latin typeface="Aptos"/>
            </a:endParaRPr>
          </a:p>
          <a:p>
            <a:pPr marL="720000" indent="0" algn="l" defTabSz="914400">
              <a:lnSpc>
                <a:spcPct val="100000"/>
              </a:lnSpc>
              <a:spcBef>
                <a:spcPts val="434"/>
              </a:spcBef>
              <a:buNone/>
              <a:tabLst>
                <a:tab pos="0" algn="l"/>
              </a:tabLst>
            </a:pPr>
            <a:r>
              <a:rPr lang="en-US" sz="1400" b="0" u="none" strike="noStrike">
                <a:solidFill>
                  <a:srgbClr val="000000"/>
                </a:solidFill>
                <a:effectLst/>
                <a:uFillTx/>
                <a:latin typeface="Arial"/>
                <a:ea typeface="Microsoft YaHei"/>
              </a:rPr>
              <a:t>permit udp any any range 33434 33463 ttl eq 1 !(tr-send)</a:t>
            </a:r>
            <a:endParaRPr lang="en-US" sz="1400" b="0" u="none" strike="noStrike">
              <a:solidFill>
                <a:schemeClr val="dk1"/>
              </a:solidFill>
              <a:effectLst/>
              <a:uFillTx/>
              <a:latin typeface="Aptos"/>
            </a:endParaRPr>
          </a:p>
          <a:p>
            <a:pPr marL="360000" indent="0" algn="l" defTabSz="914400">
              <a:lnSpc>
                <a:spcPct val="90000"/>
              </a:lnSpc>
              <a:spcBef>
                <a:spcPts val="717"/>
              </a:spcBef>
              <a:buNone/>
              <a:tabLst>
                <a:tab pos="0" algn="l"/>
              </a:tabLst>
            </a:pPr>
            <a:endParaRPr lang="en-US" sz="14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1200" b="0" u="none" strike="noStrike">
                <a:solidFill>
                  <a:schemeClr val="dk1"/>
                </a:solidFill>
                <a:effectLst/>
                <a:uFillTx/>
                <a:latin typeface="Arial"/>
                <a:ea typeface="Microsoft YaHei"/>
              </a:rPr>
              <a:t>     </a:t>
            </a:r>
            <a:endParaRPr lang="en-US" sz="1200" b="0" u="none" strike="noStrike">
              <a:solidFill>
                <a:schemeClr val="dk1"/>
              </a:solidFill>
              <a:effectLst/>
              <a:uFillTx/>
              <a:latin typeface="Aptos"/>
            </a:endParaRPr>
          </a:p>
          <a:p>
            <a:pPr indent="0" algn="l" defTabSz="914400">
              <a:lnSpc>
                <a:spcPct val="90000"/>
              </a:lnSpc>
              <a:spcBef>
                <a:spcPts val="717"/>
              </a:spcBef>
              <a:buNone/>
              <a:tabLst>
                <a:tab pos="0" algn="l"/>
              </a:tabLst>
            </a:pPr>
            <a:endParaRPr lang="en-US" sz="1400" b="0" u="none" strike="noStrike">
              <a:solidFill>
                <a:schemeClr val="dk1"/>
              </a:solidFill>
              <a:effectLst/>
              <a:uFillTx/>
              <a:latin typeface="Aptos"/>
            </a:endParaRPr>
          </a:p>
          <a:p>
            <a:pPr marL="360000" indent="0" algn="l" defTabSz="914400">
              <a:lnSpc>
                <a:spcPct val="90000"/>
              </a:lnSpc>
              <a:spcBef>
                <a:spcPts val="1001"/>
              </a:spcBef>
              <a:buNone/>
              <a:tabLst>
                <a:tab pos="0" algn="l"/>
              </a:tabLst>
            </a:pPr>
            <a:endParaRPr lang="en-US" sz="1400" b="0" u="none" strike="noStrike">
              <a:solidFill>
                <a:schemeClr val="dk1"/>
              </a:solidFill>
              <a:effectLst/>
              <a:uFillTx/>
              <a:latin typeface="Aptos"/>
            </a:endParaRPr>
          </a:p>
        </p:txBody>
      </p:sp>
      <p:sp>
        <p:nvSpPr>
          <p:cNvPr id="159" name="Rectangle 158"/>
          <p:cNvSpPr/>
          <p:nvPr/>
        </p:nvSpPr>
        <p:spPr>
          <a:xfrm>
            <a:off x="189360" y="5442480"/>
            <a:ext cx="4317840" cy="89784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60" name="Rectangle 159"/>
          <p:cNvSpPr/>
          <p:nvPr/>
        </p:nvSpPr>
        <p:spPr>
          <a:xfrm>
            <a:off x="3817440" y="2792880"/>
            <a:ext cx="179280" cy="372600"/>
          </a:xfrm>
          <a:prstGeom prst="rect">
            <a:avLst/>
          </a:prstGeom>
          <a:noFill/>
          <a:ln w="0">
            <a:noFill/>
          </a:ln>
        </p:spPr>
        <p:style>
          <a:lnRef idx="0"/>
          <a:fillRef idx="0"/>
          <a:effectRef idx="0"/>
          <a:fontRef idx="minor"/>
        </p:style>
        <p:txBody>
          <a:bodyPr lIns="89640" tIns="45000" rIns="89640" bIns="45000" anchor="t">
            <a:spAutoFit/>
          </a:bodyPr>
          <a:p>
            <a:endParaRPr lang="en-AU" sz="1800" b="0" u="none" strike="noStrike">
              <a:solidFill>
                <a:srgbClr val="000000"/>
              </a:solidFill>
              <a:effectLst/>
              <a:uFillTx/>
              <a:latin typeface="Arial"/>
            </a:endParaRPr>
          </a:p>
        </p:txBody>
      </p:sp>
      <p:sp>
        <p:nvSpPr>
          <p:cNvPr id="161" name="Rectangle 160"/>
          <p:cNvSpPr/>
          <p:nvPr/>
        </p:nvSpPr>
        <p:spPr>
          <a:xfrm>
            <a:off x="108000" y="1332000"/>
            <a:ext cx="4031280" cy="1741680"/>
          </a:xfrm>
          <a:prstGeom prst="rect">
            <a:avLst/>
          </a:prstGeom>
          <a:noFill/>
          <a:ln w="0">
            <a:noFill/>
          </a:ln>
        </p:spPr>
        <p:style>
          <a:lnRef idx="0"/>
          <a:fillRef idx="0"/>
          <a:effectRef idx="0"/>
          <a:fontRef idx="minor"/>
        </p:style>
        <p:txBody>
          <a:bodyPr lIns="90000" tIns="45000" rIns="90000" bIns="45000" anchor="t">
            <a:spAutoFit/>
          </a:bodyPr>
          <a:p>
            <a:pPr defTabSz="914400">
              <a:lnSpc>
                <a:spcPct val="90000"/>
              </a:lnSpc>
            </a:pPr>
            <a:endParaRPr lang="en-AU" sz="1200" b="0" u="none" strike="noStrike">
              <a:solidFill>
                <a:srgbClr val="000000"/>
              </a:solidFill>
              <a:effectLst/>
              <a:uFillTx/>
              <a:latin typeface="Arial"/>
            </a:endParaRPr>
          </a:p>
          <a:p>
            <a:pPr defTabSz="914400">
              <a:lnSpc>
                <a:spcPct val="90000"/>
              </a:lnSpc>
            </a:pPr>
            <a:endParaRPr lang="en-AU" sz="1400" b="0" u="none" strike="noStrike">
              <a:solidFill>
                <a:srgbClr val="000000"/>
              </a:solidFill>
              <a:effectLst/>
              <a:uFillTx/>
              <a:latin typeface="Arial"/>
            </a:endParaRPr>
          </a:p>
          <a:p>
            <a:pPr marL="360000" defTabSz="914400">
              <a:lnSpc>
                <a:spcPct val="90000"/>
              </a:lnSpc>
            </a:pPr>
            <a:r>
              <a:rPr lang="en-US" sz="1400" b="0" u="none" strike="noStrike">
                <a:solidFill>
                  <a:schemeClr val="dk1"/>
                </a:solidFill>
                <a:effectLst/>
                <a:uFillTx/>
                <a:latin typeface="Arial"/>
                <a:ea typeface="Microsoft YaHei"/>
              </a:rPr>
              <a:t>	</a:t>
            </a:r>
            <a:endParaRPr lang="en-AU" sz="1400" b="0" u="none" strike="noStrike">
              <a:solidFill>
                <a:srgbClr val="000000"/>
              </a:solidFill>
              <a:effectLst/>
              <a:uFillTx/>
              <a:latin typeface="Arial"/>
            </a:endParaRPr>
          </a:p>
          <a:p>
            <a:pPr defTabSz="914400">
              <a:lnSpc>
                <a:spcPct val="90000"/>
              </a:lnSpc>
            </a:pPr>
            <a:r>
              <a:rPr lang="en-US" sz="1400" b="0" u="none" strike="noStrike">
                <a:solidFill>
                  <a:schemeClr val="dk1"/>
                </a:solidFill>
                <a:effectLst/>
                <a:uFillTx/>
                <a:latin typeface="Arial"/>
                <a:ea typeface="Microsoft YaHei"/>
              </a:rPr>
              <a:t> </a:t>
            </a:r>
            <a:endParaRPr lang="en-AU" sz="1400" b="0" u="none" strike="noStrike">
              <a:solidFill>
                <a:srgbClr val="000000"/>
              </a:solidFill>
              <a:effectLst/>
              <a:uFillTx/>
              <a:latin typeface="Arial"/>
            </a:endParaRPr>
          </a:p>
          <a:p>
            <a:pPr defTabSz="914400">
              <a:lnSpc>
                <a:spcPct val="90000"/>
              </a:lnSpc>
            </a:pPr>
            <a:endParaRPr lang="en-AU" sz="1400" b="0" u="none" strike="noStrike">
              <a:solidFill>
                <a:srgbClr val="000000"/>
              </a:solidFill>
              <a:effectLst/>
              <a:uFillTx/>
              <a:latin typeface="Arial"/>
            </a:endParaRPr>
          </a:p>
          <a:p>
            <a:pPr defTabSz="914400">
              <a:lnSpc>
                <a:spcPct val="100000"/>
              </a:lnSpc>
            </a:pPr>
            <a:endParaRPr lang="en-AU" sz="1400" b="0" u="none" strike="noStrike">
              <a:solidFill>
                <a:srgbClr val="000000"/>
              </a:solidFill>
              <a:effectLst/>
              <a:uFillTx/>
              <a:latin typeface="Arial"/>
            </a:endParaRPr>
          </a:p>
          <a:p>
            <a:pPr defTabSz="914400">
              <a:lnSpc>
                <a:spcPct val="100000"/>
              </a:lnSpc>
            </a:pPr>
            <a:endParaRPr lang="en-AU" sz="1600" b="0" u="none" strike="noStrike">
              <a:solidFill>
                <a:srgbClr val="000000"/>
              </a:solidFill>
              <a:effectLst/>
              <a:uFillTx/>
              <a:latin typeface="Arial"/>
            </a:endParaRPr>
          </a:p>
          <a:p>
            <a:pPr defTabSz="914400">
              <a:lnSpc>
                <a:spcPct val="100000"/>
              </a:lnSpc>
            </a:pPr>
            <a:endParaRPr lang="en-AU" sz="1600" b="0" u="none" strike="noStrike">
              <a:solidFill>
                <a:srgbClr val="000000"/>
              </a:solidFill>
              <a:effectLst/>
              <a:uFillTx/>
              <a:latin typeface="Arial"/>
            </a:endParaRPr>
          </a:p>
        </p:txBody>
      </p:sp>
      <p:sp>
        <p:nvSpPr>
          <p:cNvPr id="162" name="TextBox 161"/>
          <p:cNvSpPr/>
          <p:nvPr/>
        </p:nvSpPr>
        <p:spPr>
          <a:xfrm>
            <a:off x="108000" y="1332000"/>
            <a:ext cx="4211280" cy="56401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1400" b="1" u="none" strike="noStrike">
                <a:solidFill>
                  <a:srgbClr val="000000"/>
                </a:solidFill>
                <a:effectLst/>
                <a:uFillTx/>
                <a:latin typeface="Arial"/>
              </a:rPr>
              <a:t>ip access-list extended ACL-CoPP-IPSec</a:t>
            </a:r>
            <a:endParaRPr lang="en-AU" sz="1400" b="0" u="none" strike="noStrike">
              <a:solidFill>
                <a:srgbClr val="000000"/>
              </a:solidFill>
              <a:effectLst/>
              <a:uFillTx/>
              <a:latin typeface="Arial"/>
            </a:endParaRPr>
          </a:p>
          <a:p>
            <a:pPr marL="360000" defTabSz="914400">
              <a:lnSpc>
                <a:spcPct val="100000"/>
              </a:lnSpc>
            </a:pPr>
            <a:r>
              <a:rPr lang="en-AU" sz="1400" b="0" u="none" strike="noStrike">
                <a:solidFill>
                  <a:srgbClr val="000000"/>
                </a:solidFill>
                <a:effectLst/>
                <a:uFillTx/>
                <a:latin typeface="Arial"/>
              </a:rPr>
              <a:t>permit udp any any eq non500-isakmp</a:t>
            </a:r>
            <a:endParaRPr lang="en-AU" sz="1400" b="0" u="none" strike="noStrike">
              <a:solidFill>
                <a:srgbClr val="000000"/>
              </a:solidFill>
              <a:effectLst/>
              <a:uFillTx/>
              <a:latin typeface="Arial"/>
            </a:endParaRPr>
          </a:p>
          <a:p>
            <a:pPr marL="360000" defTabSz="914400">
              <a:lnSpc>
                <a:spcPct val="100000"/>
              </a:lnSpc>
            </a:pPr>
            <a:r>
              <a:rPr lang="en-AU" sz="1400" b="0" u="none" strike="noStrike">
                <a:solidFill>
                  <a:srgbClr val="000000"/>
                </a:solidFill>
                <a:effectLst/>
                <a:uFillTx/>
                <a:latin typeface="Arial"/>
              </a:rPr>
              <a:t>permit udp any eq non500-isakmp any</a:t>
            </a:r>
            <a:endParaRPr lang="en-AU" sz="1400" b="0" u="none" strike="noStrike">
              <a:solidFill>
                <a:srgbClr val="000000"/>
              </a:solidFill>
              <a:effectLst/>
              <a:uFillTx/>
              <a:latin typeface="Arial"/>
            </a:endParaRPr>
          </a:p>
          <a:p>
            <a:pPr marL="360000" defTabSz="914400">
              <a:lnSpc>
                <a:spcPct val="100000"/>
              </a:lnSpc>
            </a:pPr>
            <a:r>
              <a:rPr lang="en-AU" sz="1400" b="0" u="none" strike="noStrike">
                <a:solidFill>
                  <a:srgbClr val="000000"/>
                </a:solidFill>
                <a:effectLst/>
                <a:uFillTx/>
                <a:latin typeface="Arial"/>
              </a:rPr>
              <a:t>permit udp any eq isakmp any eq isakmp</a:t>
            </a:r>
            <a:endParaRPr lang="en-AU" sz="1400" b="0" u="none" strike="noStrike">
              <a:solidFill>
                <a:srgbClr val="000000"/>
              </a:solidFill>
              <a:effectLst/>
              <a:uFillTx/>
              <a:latin typeface="Arial"/>
            </a:endParaRPr>
          </a:p>
          <a:p>
            <a:pPr marL="360000" defTabSz="914400">
              <a:lnSpc>
                <a:spcPct val="100000"/>
              </a:lnSpc>
            </a:pPr>
            <a:r>
              <a:rPr lang="en-AU" sz="1400" b="0" u="none" strike="noStrike">
                <a:solidFill>
                  <a:srgbClr val="000000"/>
                </a:solidFill>
                <a:effectLst/>
                <a:uFillTx/>
                <a:latin typeface="Arial"/>
              </a:rPr>
              <a:t>permit esp any any</a:t>
            </a:r>
            <a:endParaRPr lang="en-AU" sz="1400" b="0" u="none" strike="noStrike">
              <a:solidFill>
                <a:srgbClr val="000000"/>
              </a:solidFill>
              <a:effectLst/>
              <a:uFillTx/>
              <a:latin typeface="Arial"/>
            </a:endParaRPr>
          </a:p>
          <a:p>
            <a:pPr marL="360000" defTabSz="914400">
              <a:lnSpc>
                <a:spcPct val="100000"/>
              </a:lnSpc>
            </a:pPr>
            <a:r>
              <a:rPr lang="en-AU" sz="1400" b="0" u="none" strike="noStrike">
                <a:solidFill>
                  <a:srgbClr val="000000"/>
                </a:solidFill>
                <a:effectLst/>
                <a:uFillTx/>
                <a:latin typeface="Arial"/>
              </a:rPr>
              <a:t>permit gre any any </a:t>
            </a:r>
            <a:endParaRPr lang="en-AU" sz="1400" b="0" u="none" strike="noStrike">
              <a:solidFill>
                <a:srgbClr val="000000"/>
              </a:solidFill>
              <a:effectLst/>
              <a:uFillTx/>
              <a:latin typeface="Arial"/>
            </a:endParaRPr>
          </a:p>
          <a:p>
            <a:pPr marL="360000" defTabSz="914400">
              <a:lnSpc>
                <a:spcPct val="100000"/>
              </a:lnSpc>
            </a:pPr>
            <a:endParaRPr lang="en-AU" sz="1400" b="0" u="none" strike="noStrike">
              <a:solidFill>
                <a:srgbClr val="000000"/>
              </a:solidFill>
              <a:effectLst/>
              <a:uFillTx/>
              <a:latin typeface="Arial"/>
            </a:endParaRPr>
          </a:p>
          <a:p>
            <a:pPr defTabSz="914400">
              <a:lnSpc>
                <a:spcPct val="100000"/>
              </a:lnSpc>
            </a:pPr>
            <a:r>
              <a:rPr lang="en-AU" sz="1400" b="1" u="none" strike="noStrike">
                <a:solidFill>
                  <a:srgbClr val="000000"/>
                </a:solidFill>
                <a:effectLst/>
                <a:uFillTx/>
                <a:latin typeface="Arial"/>
              </a:rPr>
              <a:t>ip access-list extended ACL-CoPP-Management</a:t>
            </a:r>
            <a:endParaRPr lang="en-AU" sz="1400" b="0" u="none" strike="noStrike">
              <a:solidFill>
                <a:srgbClr val="000000"/>
              </a:solidFill>
              <a:effectLst/>
              <a:uFillTx/>
              <a:latin typeface="Arial"/>
            </a:endParaRPr>
          </a:p>
          <a:p>
            <a:pPr marL="360000" defTabSz="914400">
              <a:lnSpc>
                <a:spcPct val="100000"/>
              </a:lnSpc>
            </a:pPr>
            <a:r>
              <a:rPr lang="en-AU" sz="1400" b="0" u="none" strike="noStrike">
                <a:solidFill>
                  <a:srgbClr val="000000"/>
                </a:solidFill>
                <a:effectLst/>
                <a:uFillTx/>
                <a:latin typeface="Arial"/>
              </a:rPr>
              <a:t>permit udp any eq ntp any</a:t>
            </a:r>
            <a:endParaRPr lang="en-AU" sz="1400" b="0" u="none" strike="noStrike">
              <a:solidFill>
                <a:srgbClr val="000000"/>
              </a:solidFill>
              <a:effectLst/>
              <a:uFillTx/>
              <a:latin typeface="Arial"/>
            </a:endParaRPr>
          </a:p>
          <a:p>
            <a:pPr marL="360000" defTabSz="914400">
              <a:lnSpc>
                <a:spcPct val="100000"/>
              </a:lnSpc>
            </a:pPr>
            <a:r>
              <a:rPr lang="en-AU" sz="1400" b="0" u="none" strike="noStrike">
                <a:solidFill>
                  <a:srgbClr val="000000"/>
                </a:solidFill>
                <a:effectLst/>
                <a:uFillTx/>
                <a:latin typeface="Arial"/>
              </a:rPr>
              <a:t>permit udp any any eq snmp</a:t>
            </a:r>
            <a:endParaRPr lang="en-AU" sz="1400" b="0" u="none" strike="noStrike">
              <a:solidFill>
                <a:srgbClr val="000000"/>
              </a:solidFill>
              <a:effectLst/>
              <a:uFillTx/>
              <a:latin typeface="Arial"/>
            </a:endParaRPr>
          </a:p>
          <a:p>
            <a:pPr marL="360000" defTabSz="914400">
              <a:lnSpc>
                <a:spcPct val="100000"/>
              </a:lnSpc>
            </a:pPr>
            <a:r>
              <a:rPr lang="en-AU" sz="1400" b="0" u="none" strike="noStrike">
                <a:solidFill>
                  <a:srgbClr val="000000"/>
                </a:solidFill>
                <a:effectLst/>
                <a:uFillTx/>
                <a:latin typeface="Arial"/>
                <a:ea typeface="Microsoft YaHei"/>
              </a:rPr>
              <a:t>permit tcp any  any eq 22</a:t>
            </a:r>
            <a:endParaRPr lang="en-AU" sz="1400" b="0" u="none" strike="noStrike">
              <a:solidFill>
                <a:srgbClr val="000000"/>
              </a:solidFill>
              <a:effectLst/>
              <a:uFillTx/>
              <a:latin typeface="Arial"/>
            </a:endParaRPr>
          </a:p>
          <a:p>
            <a:pPr marL="360000" defTabSz="914400">
              <a:lnSpc>
                <a:spcPct val="100000"/>
              </a:lnSpc>
            </a:pPr>
            <a:r>
              <a:rPr lang="en-AU" sz="1400" b="0" u="none" strike="noStrike">
                <a:solidFill>
                  <a:srgbClr val="000000"/>
                </a:solidFill>
                <a:effectLst/>
                <a:uFillTx/>
                <a:latin typeface="Arial"/>
                <a:ea typeface="Microsoft YaHei"/>
              </a:rPr>
              <a:t>permit tcp any eq 22 any established </a:t>
            </a:r>
            <a:endParaRPr lang="en-AU" sz="1400" b="0" u="none" strike="noStrike">
              <a:solidFill>
                <a:srgbClr val="000000"/>
              </a:solidFill>
              <a:effectLst/>
              <a:uFillTx/>
              <a:latin typeface="Arial"/>
            </a:endParaRPr>
          </a:p>
          <a:p>
            <a:pPr marL="360000" defTabSz="914400">
              <a:lnSpc>
                <a:spcPct val="100000"/>
              </a:lnSpc>
            </a:pPr>
            <a:endParaRPr lang="en-AU" sz="1400" b="0" u="none" strike="noStrike">
              <a:solidFill>
                <a:srgbClr val="000000"/>
              </a:solidFill>
              <a:effectLst/>
              <a:uFillTx/>
              <a:latin typeface="Arial"/>
            </a:endParaRPr>
          </a:p>
          <a:p>
            <a:pPr defTabSz="914400">
              <a:lnSpc>
                <a:spcPct val="100000"/>
              </a:lnSpc>
            </a:pPr>
            <a:r>
              <a:rPr lang="en-AU" sz="1400" b="1" u="none" strike="noStrike">
                <a:solidFill>
                  <a:srgbClr val="000000"/>
                </a:solidFill>
                <a:effectLst/>
                <a:uFillTx/>
                <a:latin typeface="Arial"/>
                <a:ea typeface="Microsoft YaHei"/>
              </a:rPr>
              <a:t>Ip access-list extended ACL-CoPP-Initialize</a:t>
            </a:r>
            <a:endParaRPr lang="en-AU" sz="1400" b="0" u="none" strike="noStrike">
              <a:solidFill>
                <a:srgbClr val="000000"/>
              </a:solidFill>
              <a:effectLst/>
              <a:uFillTx/>
              <a:latin typeface="Arial"/>
            </a:endParaRPr>
          </a:p>
          <a:p>
            <a:pPr marL="360000" defTabSz="914400">
              <a:lnSpc>
                <a:spcPct val="100000"/>
              </a:lnSpc>
            </a:pPr>
            <a:r>
              <a:rPr lang="en-AU" sz="1400" b="0" u="none" strike="noStrike">
                <a:solidFill>
                  <a:srgbClr val="000000"/>
                </a:solidFill>
                <a:effectLst/>
                <a:uFillTx/>
                <a:latin typeface="Arial"/>
                <a:ea typeface="Microsoft YaHei"/>
              </a:rPr>
              <a:t>permit udp any eq bootps any eq bootpc</a:t>
            </a:r>
            <a:endParaRPr lang="en-AU" sz="1400" b="0" u="none" strike="noStrike">
              <a:solidFill>
                <a:srgbClr val="000000"/>
              </a:solidFill>
              <a:effectLst/>
              <a:uFillTx/>
              <a:latin typeface="Arial"/>
            </a:endParaRPr>
          </a:p>
          <a:p>
            <a:pPr marL="360000" defTabSz="914400">
              <a:lnSpc>
                <a:spcPct val="100000"/>
              </a:lnSpc>
            </a:pPr>
            <a:endParaRPr lang="en-AU" sz="1400" b="0" u="none" strike="noStrike">
              <a:solidFill>
                <a:srgbClr val="000000"/>
              </a:solidFill>
              <a:effectLst/>
              <a:uFillTx/>
              <a:latin typeface="Arial"/>
            </a:endParaRPr>
          </a:p>
          <a:p>
            <a:pPr defTabSz="914400">
              <a:lnSpc>
                <a:spcPct val="100000"/>
              </a:lnSpc>
            </a:pPr>
            <a:r>
              <a:rPr lang="en-AU" sz="1400" b="1" u="none" strike="noStrike">
                <a:solidFill>
                  <a:srgbClr val="000000"/>
                </a:solidFill>
                <a:effectLst/>
                <a:uFillTx/>
                <a:latin typeface="Arial"/>
                <a:ea typeface="Microsoft YaHei"/>
              </a:rPr>
              <a:t>Ip access-list extended ACL-CoPP-Routing</a:t>
            </a:r>
            <a:endParaRPr lang="en-AU" sz="1400" b="0" u="none" strike="noStrike">
              <a:solidFill>
                <a:srgbClr val="000000"/>
              </a:solidFill>
              <a:effectLst/>
              <a:uFillTx/>
              <a:latin typeface="Arial"/>
            </a:endParaRPr>
          </a:p>
          <a:p>
            <a:pPr marL="360000" defTabSz="914400">
              <a:lnSpc>
                <a:spcPct val="100000"/>
              </a:lnSpc>
            </a:pPr>
            <a:r>
              <a:rPr lang="en-AU" sz="1400" b="0" u="none" strike="noStrike">
                <a:solidFill>
                  <a:srgbClr val="000000"/>
                </a:solidFill>
                <a:effectLst/>
                <a:uFillTx/>
                <a:latin typeface="Arial"/>
                <a:ea typeface="Microsoft YaHei"/>
              </a:rPr>
              <a:t>permit tcp any eq bgp any established</a:t>
            </a:r>
            <a:endParaRPr lang="en-AU" sz="1400" b="0" u="none" strike="noStrike">
              <a:solidFill>
                <a:srgbClr val="000000"/>
              </a:solidFill>
              <a:effectLst/>
              <a:uFillTx/>
              <a:latin typeface="Arial"/>
            </a:endParaRPr>
          </a:p>
          <a:p>
            <a:pPr marL="360000" defTabSz="914400">
              <a:lnSpc>
                <a:spcPct val="100000"/>
              </a:lnSpc>
            </a:pPr>
            <a:r>
              <a:rPr lang="en-AU" sz="1400" b="0" u="none" strike="noStrike">
                <a:solidFill>
                  <a:srgbClr val="000000"/>
                </a:solidFill>
                <a:effectLst/>
                <a:uFillTx/>
                <a:latin typeface="Arial"/>
                <a:ea typeface="Microsoft YaHei"/>
              </a:rPr>
              <a:t>permit eigrp any host 224.0.0.10</a:t>
            </a:r>
            <a:endParaRPr lang="en-AU" sz="1400" b="0" u="none" strike="noStrike">
              <a:solidFill>
                <a:srgbClr val="000000"/>
              </a:solidFill>
              <a:effectLst/>
              <a:uFillTx/>
              <a:latin typeface="Arial"/>
            </a:endParaRPr>
          </a:p>
          <a:p>
            <a:pPr marL="360000" defTabSz="914400">
              <a:lnSpc>
                <a:spcPct val="100000"/>
              </a:lnSpc>
            </a:pPr>
            <a:r>
              <a:rPr lang="en-AU" sz="1400" b="0" u="none" strike="noStrike">
                <a:solidFill>
                  <a:srgbClr val="000000"/>
                </a:solidFill>
                <a:effectLst/>
                <a:uFillTx/>
                <a:latin typeface="Arial"/>
                <a:ea typeface="Microsoft YaHei"/>
              </a:rPr>
              <a:t>permit ospf any host 224.0.0.5</a:t>
            </a:r>
            <a:endParaRPr lang="en-AU" sz="1400" b="0" u="none" strike="noStrike">
              <a:solidFill>
                <a:srgbClr val="000000"/>
              </a:solidFill>
              <a:effectLst/>
              <a:uFillTx/>
              <a:latin typeface="Arial"/>
            </a:endParaRPr>
          </a:p>
          <a:p>
            <a:pPr marL="360000" defTabSz="914400">
              <a:lnSpc>
                <a:spcPct val="100000"/>
              </a:lnSpc>
            </a:pPr>
            <a:r>
              <a:rPr lang="en-AU" sz="1400" b="0" u="none" strike="noStrike">
                <a:solidFill>
                  <a:srgbClr val="000000"/>
                </a:solidFill>
                <a:effectLst/>
                <a:uFillTx/>
                <a:latin typeface="Arial"/>
                <a:ea typeface="Microsoft YaHei"/>
              </a:rPr>
              <a:t>Permit ospf any host 224.0.0.6</a:t>
            </a:r>
            <a:endParaRPr lang="en-AU" sz="1400" b="0" u="none" strike="noStrike">
              <a:solidFill>
                <a:srgbClr val="000000"/>
              </a:solidFill>
              <a:effectLst/>
              <a:uFillTx/>
              <a:latin typeface="Arial"/>
            </a:endParaRPr>
          </a:p>
          <a:p>
            <a:pPr marL="360000" defTabSz="914400">
              <a:lnSpc>
                <a:spcPct val="100000"/>
              </a:lnSpc>
            </a:pPr>
            <a:r>
              <a:rPr lang="en-AU" sz="1400" b="0" u="none" strike="noStrike">
                <a:solidFill>
                  <a:srgbClr val="000000"/>
                </a:solidFill>
                <a:effectLst/>
                <a:uFillTx/>
                <a:latin typeface="Arial"/>
                <a:ea typeface="Microsoft YaHei"/>
              </a:rPr>
              <a:t>permit pim any host 224.0.0.13  </a:t>
            </a:r>
            <a:endParaRPr lang="en-AU" sz="1400" b="0" u="none" strike="noStrike">
              <a:solidFill>
                <a:srgbClr val="000000"/>
              </a:solidFill>
              <a:effectLst/>
              <a:uFillTx/>
              <a:latin typeface="Arial"/>
            </a:endParaRPr>
          </a:p>
          <a:p>
            <a:pPr marL="360000" defTabSz="914400">
              <a:lnSpc>
                <a:spcPct val="100000"/>
              </a:lnSpc>
            </a:pPr>
            <a:r>
              <a:rPr lang="en-AU" sz="1400" b="0" u="none" strike="noStrike">
                <a:solidFill>
                  <a:srgbClr val="000000"/>
                </a:solidFill>
                <a:effectLst/>
                <a:uFillTx/>
                <a:latin typeface="Arial"/>
                <a:ea typeface="Microsoft YaHei"/>
              </a:rPr>
              <a:t>permit igmp any any</a:t>
            </a:r>
            <a:endParaRPr lang="en-AU" sz="1400" b="0" u="none" strike="noStrike">
              <a:solidFill>
                <a:srgbClr val="000000"/>
              </a:solidFill>
              <a:effectLst/>
              <a:uFillTx/>
              <a:latin typeface="Arial"/>
            </a:endParaRPr>
          </a:p>
          <a:p>
            <a:pPr defTabSz="914400">
              <a:lnSpc>
                <a:spcPct val="100000"/>
              </a:lnSpc>
            </a:pPr>
            <a:endParaRPr lang="en-AU" sz="1400" b="0" u="none" strike="noStrike">
              <a:solidFill>
                <a:srgbClr val="000000"/>
              </a:solidFill>
              <a:effectLst/>
              <a:uFillTx/>
              <a:latin typeface="Arial"/>
            </a:endParaRPr>
          </a:p>
          <a:p>
            <a:pPr defTabSz="914400">
              <a:lnSpc>
                <a:spcPct val="100000"/>
              </a:lnSpc>
            </a:pPr>
            <a:endParaRPr lang="en-AU"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0" y="720"/>
            <a:ext cx="5111280" cy="125856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chemeClr val="lt1"/>
                </a:solidFill>
                <a:effectLst/>
                <a:uFillTx/>
                <a:latin typeface="Aptos Display"/>
              </a:rPr>
              <a:t>3. CoPP</a:t>
            </a:r>
            <a:endParaRPr lang="en-US" sz="4400" b="0" u="none" strike="noStrike">
              <a:solidFill>
                <a:schemeClr val="dk1"/>
              </a:solidFill>
              <a:effectLst/>
              <a:uFillTx/>
              <a:latin typeface="Aptos Display"/>
            </a:endParaRPr>
          </a:p>
        </p:txBody>
      </p:sp>
      <p:sp>
        <p:nvSpPr>
          <p:cNvPr id="164" name="PlaceHolder 2"/>
          <p:cNvSpPr>
            <a:spLocks noGrp="1"/>
          </p:cNvSpPr>
          <p:nvPr>
            <p:ph/>
          </p:nvPr>
        </p:nvSpPr>
        <p:spPr>
          <a:xfrm>
            <a:off x="5400000" y="123120"/>
            <a:ext cx="6839280" cy="7736040"/>
          </a:xfrm>
          <a:prstGeom prst="rect">
            <a:avLst/>
          </a:prstGeom>
          <a:noFill/>
          <a:ln w="0">
            <a:noFill/>
          </a:ln>
        </p:spPr>
        <p:txBody>
          <a:bodyPr lIns="0" tIns="0" rIns="0" bIns="0" anchor="t">
            <a:spAutoFit/>
          </a:bodyPr>
          <a:p>
            <a:pPr indent="0" algn="l" defTabSz="914400">
              <a:lnSpc>
                <a:spcPct val="90000"/>
              </a:lnSpc>
              <a:spcBef>
                <a:spcPts val="717"/>
              </a:spcBef>
              <a:buNone/>
              <a:tabLst>
                <a:tab pos="0" algn="l"/>
              </a:tabLst>
            </a:pPr>
            <a:r>
              <a:rPr lang="en-US" sz="2000" b="1" u="none" strike="noStrike">
                <a:solidFill>
                  <a:schemeClr val="dk1"/>
                </a:solidFill>
                <a:effectLst/>
                <a:uFillTx/>
                <a:latin typeface="Arial"/>
                <a:ea typeface="Microsoft YaHei"/>
              </a:rPr>
              <a:t>Steps to configure CoPP</a:t>
            </a:r>
            <a:endParaRPr lang="en-US" sz="2000" b="0" u="none" strike="noStrike">
              <a:solidFill>
                <a:schemeClr val="dk1"/>
              </a:solidFill>
              <a:effectLst/>
              <a:uFillTx/>
              <a:latin typeface="Aptos"/>
            </a:endParaRPr>
          </a:p>
          <a:p>
            <a:pPr marL="270000" indent="-270000" algn="l" defTabSz="914400">
              <a:lnSpc>
                <a:spcPct val="90000"/>
              </a:lnSpc>
              <a:spcBef>
                <a:spcPts val="717"/>
              </a:spcBef>
              <a:buClr>
                <a:srgbClr val="000000"/>
              </a:buClr>
              <a:buFont typeface="Arial"/>
              <a:buAutoNum type="arabicPeriod" startAt="2"/>
              <a:tabLst>
                <a:tab pos="0" algn="l"/>
              </a:tabLst>
            </a:pPr>
            <a:r>
              <a:rPr lang="en-US" sz="1800" b="0" u="none" strike="noStrike">
                <a:solidFill>
                  <a:schemeClr val="dk1"/>
                </a:solidFill>
                <a:effectLst/>
                <a:uFillTx/>
                <a:latin typeface="Arial"/>
                <a:ea typeface="Microsoft YaHei"/>
              </a:rPr>
              <a:t>Classify captured traffic using class maps using:</a:t>
            </a:r>
            <a:r>
              <a:rPr lang="en-US" sz="2000" b="0" u="none" strike="noStrike">
                <a:solidFill>
                  <a:schemeClr val="dk1"/>
                </a:solidFill>
                <a:effectLst/>
                <a:uFillTx/>
                <a:latin typeface="Arial"/>
                <a:ea typeface="Microsoft YaHei"/>
              </a:rPr>
              <a:t> </a:t>
            </a:r>
            <a:r>
              <a:rPr lang="en-US" sz="1600" b="1" u="none" strike="noStrike">
                <a:solidFill>
                  <a:schemeClr val="dk1"/>
                </a:solidFill>
                <a:effectLst/>
                <a:uFillTx/>
                <a:latin typeface="Arial"/>
                <a:ea typeface="Microsoft YaHei"/>
              </a:rPr>
              <a:t>class map</a:t>
            </a:r>
            <a:r>
              <a:rPr lang="en-US" sz="1600" b="0" u="none" strike="noStrike">
                <a:solidFill>
                  <a:schemeClr val="dk1"/>
                </a:solidFill>
                <a:effectLst/>
                <a:uFillTx/>
                <a:latin typeface="Arial"/>
                <a:ea typeface="Microsoft YaHei"/>
              </a:rPr>
              <a:t> [</a:t>
            </a:r>
            <a:r>
              <a:rPr lang="en-US" sz="1600" b="1" u="none" strike="noStrike">
                <a:solidFill>
                  <a:schemeClr val="dk1"/>
                </a:solidFill>
                <a:effectLst/>
                <a:uFillTx/>
                <a:latin typeface="Arial"/>
                <a:ea typeface="Microsoft YaHei"/>
              </a:rPr>
              <a:t>match-all</a:t>
            </a:r>
            <a:r>
              <a:rPr lang="en-US" sz="1600" b="0" u="none" strike="noStrike">
                <a:solidFill>
                  <a:schemeClr val="dk1"/>
                </a:solidFill>
                <a:effectLst/>
                <a:uFillTx/>
                <a:latin typeface="Arial"/>
                <a:ea typeface="Microsoft YaHei"/>
              </a:rPr>
              <a:t>|</a:t>
            </a:r>
            <a:r>
              <a:rPr lang="en-US" sz="1600" b="1" u="none" strike="noStrike">
                <a:solidFill>
                  <a:schemeClr val="dk1"/>
                </a:solidFill>
                <a:effectLst/>
                <a:uFillTx/>
                <a:latin typeface="Arial"/>
                <a:ea typeface="Microsoft YaHei"/>
              </a:rPr>
              <a:t>match-any</a:t>
            </a:r>
            <a:r>
              <a:rPr lang="en-US" sz="1600" b="0" u="none" strike="noStrike">
                <a:solidFill>
                  <a:schemeClr val="dk1"/>
                </a:solidFill>
                <a:effectLst/>
                <a:uFillTx/>
                <a:latin typeface="Arial"/>
                <a:ea typeface="Microsoft YaHei"/>
              </a:rPr>
              <a:t>] </a:t>
            </a:r>
            <a:r>
              <a:rPr lang="en-US" sz="1600" b="0" i="1" u="none" strike="noStrike">
                <a:solidFill>
                  <a:schemeClr val="dk1"/>
                </a:solidFill>
                <a:effectLst/>
                <a:uFillTx/>
                <a:latin typeface="Arial"/>
                <a:ea typeface="Microsoft YaHei"/>
              </a:rPr>
              <a:t>class-map-name</a:t>
            </a:r>
            <a:endParaRPr lang="en-US" sz="1600" b="0" u="none" strike="noStrike">
              <a:solidFill>
                <a:schemeClr val="dk1"/>
              </a:solidFill>
              <a:effectLst/>
              <a:uFillTx/>
              <a:latin typeface="Aptos"/>
            </a:endParaRPr>
          </a:p>
          <a:p>
            <a:pPr marL="270000" indent="0" algn="l" defTabSz="914400">
              <a:lnSpc>
                <a:spcPct val="90000"/>
              </a:lnSpc>
              <a:spcBef>
                <a:spcPts val="717"/>
              </a:spcBef>
              <a:buNone/>
              <a:tabLst>
                <a:tab pos="0" algn="l"/>
              </a:tabLst>
            </a:pPr>
            <a:r>
              <a:rPr lang="en-US" sz="1600" b="0" u="none" strike="noStrike">
                <a:solidFill>
                  <a:schemeClr val="dk1"/>
                </a:solidFill>
                <a:effectLst/>
                <a:uFillTx/>
                <a:latin typeface="Arial"/>
                <a:ea typeface="Microsoft YaHei"/>
              </a:rPr>
              <a:t>class-map match-all CLASS-CoPP-IPsec</a:t>
            </a:r>
            <a:endParaRPr lang="en-US" sz="1600" b="0" u="none" strike="noStrike">
              <a:solidFill>
                <a:schemeClr val="dk1"/>
              </a:solidFill>
              <a:effectLst/>
              <a:uFillTx/>
              <a:latin typeface="Aptos"/>
            </a:endParaRPr>
          </a:p>
          <a:p>
            <a:pPr marL="360000" indent="0" algn="l" defTabSz="914400">
              <a:lnSpc>
                <a:spcPct val="90000"/>
              </a:lnSpc>
              <a:spcBef>
                <a:spcPts val="717"/>
              </a:spcBef>
              <a:buNone/>
              <a:tabLst>
                <a:tab pos="0" algn="l"/>
              </a:tabLst>
            </a:pPr>
            <a:r>
              <a:rPr lang="en-US" sz="1600" b="0" u="none" strike="noStrike">
                <a:solidFill>
                  <a:schemeClr val="dk1"/>
                </a:solidFill>
                <a:effectLst/>
                <a:uFillTx/>
                <a:latin typeface="Arial"/>
                <a:ea typeface="Microsoft YaHei"/>
              </a:rPr>
              <a:t>match access-group name ACL-CoPP-IPsec</a:t>
            </a:r>
            <a:endParaRPr lang="en-US" sz="1600" b="0" u="none" strike="noStrike">
              <a:solidFill>
                <a:schemeClr val="dk1"/>
              </a:solidFill>
              <a:effectLst/>
              <a:uFillTx/>
              <a:latin typeface="Aptos"/>
            </a:endParaRPr>
          </a:p>
          <a:p>
            <a:pPr marL="270000" indent="0" algn="l" defTabSz="914400">
              <a:lnSpc>
                <a:spcPct val="90000"/>
              </a:lnSpc>
              <a:spcBef>
                <a:spcPts val="717"/>
              </a:spcBef>
              <a:buNone/>
              <a:tabLst>
                <a:tab pos="0" algn="l"/>
              </a:tabLst>
            </a:pPr>
            <a:r>
              <a:rPr lang="en-US" sz="1600" b="0" u="none" strike="noStrike">
                <a:solidFill>
                  <a:schemeClr val="dk1"/>
                </a:solidFill>
                <a:effectLst/>
                <a:uFillTx/>
                <a:latin typeface="Arial"/>
                <a:ea typeface="Microsoft YaHei"/>
              </a:rPr>
              <a:t>class-map match-all CLASS-CoPP-Routing</a:t>
            </a:r>
            <a:endParaRPr lang="en-US" sz="1600" b="0" u="none" strike="noStrike">
              <a:solidFill>
                <a:schemeClr val="dk1"/>
              </a:solidFill>
              <a:effectLst/>
              <a:uFillTx/>
              <a:latin typeface="Aptos"/>
            </a:endParaRPr>
          </a:p>
          <a:p>
            <a:pPr marL="360000" indent="0" algn="l" defTabSz="914400">
              <a:lnSpc>
                <a:spcPct val="90000"/>
              </a:lnSpc>
              <a:spcBef>
                <a:spcPts val="717"/>
              </a:spcBef>
              <a:buNone/>
              <a:tabLst>
                <a:tab pos="0" algn="l"/>
              </a:tabLst>
            </a:pPr>
            <a:r>
              <a:rPr lang="en-US" sz="1600" b="0" u="none" strike="noStrike">
                <a:solidFill>
                  <a:schemeClr val="dk1"/>
                </a:solidFill>
                <a:effectLst/>
                <a:uFillTx/>
                <a:latin typeface="Arial"/>
                <a:ea typeface="Microsoft YaHei"/>
              </a:rPr>
              <a:t>match access-group name ACL-CoPP-Routing</a:t>
            </a:r>
            <a:endParaRPr lang="en-US" sz="1600" b="0" u="none" strike="noStrike">
              <a:solidFill>
                <a:schemeClr val="dk1"/>
              </a:solidFill>
              <a:effectLst/>
              <a:uFillTx/>
              <a:latin typeface="Aptos"/>
            </a:endParaRPr>
          </a:p>
          <a:p>
            <a:pPr marL="270000" indent="0" algn="l" defTabSz="914400">
              <a:lnSpc>
                <a:spcPct val="90000"/>
              </a:lnSpc>
              <a:spcBef>
                <a:spcPts val="717"/>
              </a:spcBef>
              <a:buNone/>
              <a:tabLst>
                <a:tab pos="0" algn="l"/>
              </a:tabLst>
            </a:pPr>
            <a:r>
              <a:rPr lang="en-US" sz="1600" b="0" u="none" strike="noStrike">
                <a:solidFill>
                  <a:schemeClr val="dk1"/>
                </a:solidFill>
                <a:effectLst/>
                <a:uFillTx/>
                <a:latin typeface="Arial"/>
                <a:ea typeface="Microsoft YaHei"/>
              </a:rPr>
              <a:t>class-map match-all CLASS-CoPP-Initialize</a:t>
            </a:r>
            <a:endParaRPr lang="en-US" sz="1600" b="0" u="none" strike="noStrike">
              <a:solidFill>
                <a:schemeClr val="dk1"/>
              </a:solidFill>
              <a:effectLst/>
              <a:uFillTx/>
              <a:latin typeface="Aptos"/>
            </a:endParaRPr>
          </a:p>
          <a:p>
            <a:pPr marL="360000" indent="0" algn="l" defTabSz="914400">
              <a:lnSpc>
                <a:spcPct val="90000"/>
              </a:lnSpc>
              <a:spcBef>
                <a:spcPts val="717"/>
              </a:spcBef>
              <a:buNone/>
              <a:tabLst>
                <a:tab pos="0" algn="l"/>
              </a:tabLst>
            </a:pPr>
            <a:r>
              <a:rPr lang="en-US" sz="1600" b="0" u="none" strike="noStrike">
                <a:solidFill>
                  <a:schemeClr val="dk1"/>
                </a:solidFill>
                <a:effectLst/>
                <a:uFillTx/>
                <a:latin typeface="Arial"/>
                <a:ea typeface="Microsoft YaHei"/>
              </a:rPr>
              <a:t>match access-group name ACL-CoPP-Initialize</a:t>
            </a:r>
            <a:endParaRPr lang="en-US" sz="1600" b="0" u="none" strike="noStrike">
              <a:solidFill>
                <a:schemeClr val="dk1"/>
              </a:solidFill>
              <a:effectLst/>
              <a:uFillTx/>
              <a:latin typeface="Aptos"/>
            </a:endParaRPr>
          </a:p>
          <a:p>
            <a:pPr marL="270000" indent="0" algn="l" defTabSz="914400">
              <a:lnSpc>
                <a:spcPct val="90000"/>
              </a:lnSpc>
              <a:spcBef>
                <a:spcPts val="717"/>
              </a:spcBef>
              <a:buNone/>
              <a:tabLst>
                <a:tab pos="0" algn="l"/>
              </a:tabLst>
            </a:pPr>
            <a:r>
              <a:rPr lang="en-US" sz="1600" b="0" u="none" strike="noStrike">
                <a:solidFill>
                  <a:schemeClr val="dk1"/>
                </a:solidFill>
                <a:effectLst/>
                <a:uFillTx/>
                <a:latin typeface="Arial"/>
                <a:ea typeface="Microsoft YaHei"/>
              </a:rPr>
              <a:t>class-map match-all CLASS-CoPP-Management</a:t>
            </a:r>
            <a:endParaRPr lang="en-US" sz="1600" b="0" u="none" strike="noStrike">
              <a:solidFill>
                <a:schemeClr val="dk1"/>
              </a:solidFill>
              <a:effectLst/>
              <a:uFillTx/>
              <a:latin typeface="Aptos"/>
            </a:endParaRPr>
          </a:p>
          <a:p>
            <a:pPr marL="360000" indent="0" algn="l" defTabSz="914400">
              <a:lnSpc>
                <a:spcPct val="90000"/>
              </a:lnSpc>
              <a:spcBef>
                <a:spcPts val="717"/>
              </a:spcBef>
              <a:buNone/>
              <a:tabLst>
                <a:tab pos="0" algn="l"/>
              </a:tabLst>
            </a:pPr>
            <a:r>
              <a:rPr lang="en-US" sz="1600" b="0" u="none" strike="noStrike">
                <a:solidFill>
                  <a:schemeClr val="dk1"/>
                </a:solidFill>
                <a:effectLst/>
                <a:uFillTx/>
                <a:latin typeface="Arial"/>
                <a:ea typeface="Microsoft YaHei"/>
              </a:rPr>
              <a:t>match access-group name ACL-CoPP-Management</a:t>
            </a:r>
            <a:endParaRPr lang="en-US" sz="1600" b="0" u="none" strike="noStrike">
              <a:solidFill>
                <a:schemeClr val="dk1"/>
              </a:solidFill>
              <a:effectLst/>
              <a:uFillTx/>
              <a:latin typeface="Aptos"/>
            </a:endParaRPr>
          </a:p>
          <a:p>
            <a:pPr marL="270000" indent="0" algn="l" defTabSz="914400">
              <a:lnSpc>
                <a:spcPct val="90000"/>
              </a:lnSpc>
              <a:spcBef>
                <a:spcPts val="717"/>
              </a:spcBef>
              <a:buNone/>
              <a:tabLst>
                <a:tab pos="0" algn="l"/>
              </a:tabLst>
            </a:pPr>
            <a:r>
              <a:rPr lang="en-US" sz="1600" b="0" u="none" strike="noStrike">
                <a:solidFill>
                  <a:schemeClr val="dk1"/>
                </a:solidFill>
                <a:effectLst/>
                <a:uFillTx/>
                <a:latin typeface="Arial"/>
                <a:ea typeface="Microsoft YaHei"/>
              </a:rPr>
              <a:t>class-map match-all CLASS-CoPP-ICMP</a:t>
            </a:r>
            <a:endParaRPr lang="en-US" sz="1600" b="0" u="none" strike="noStrike">
              <a:solidFill>
                <a:schemeClr val="dk1"/>
              </a:solidFill>
              <a:effectLst/>
              <a:uFillTx/>
              <a:latin typeface="Aptos"/>
            </a:endParaRPr>
          </a:p>
          <a:p>
            <a:pPr marL="360000" indent="0" algn="l" defTabSz="914400">
              <a:lnSpc>
                <a:spcPct val="90000"/>
              </a:lnSpc>
              <a:spcBef>
                <a:spcPts val="717"/>
              </a:spcBef>
              <a:buNone/>
              <a:tabLst>
                <a:tab pos="0" algn="l"/>
              </a:tabLst>
            </a:pPr>
            <a:r>
              <a:rPr lang="en-US" sz="1600" b="0" u="none" strike="noStrike">
                <a:solidFill>
                  <a:schemeClr val="dk1"/>
                </a:solidFill>
                <a:effectLst/>
                <a:uFillTx/>
                <a:latin typeface="Arial"/>
                <a:ea typeface="Microsoft YaHei"/>
              </a:rPr>
              <a:t>match access-group name ACL-CoPP-ICMP</a:t>
            </a:r>
            <a:endParaRPr lang="en-US" sz="1600" b="0" u="none" strike="noStrike">
              <a:solidFill>
                <a:schemeClr val="dk1"/>
              </a:solidFill>
              <a:effectLst/>
              <a:uFillTx/>
              <a:latin typeface="Aptos"/>
            </a:endParaRPr>
          </a:p>
          <a:p>
            <a:pPr marL="270000" indent="-270000" algn="l" defTabSz="914400">
              <a:lnSpc>
                <a:spcPct val="90000"/>
              </a:lnSpc>
              <a:spcBef>
                <a:spcPts val="717"/>
              </a:spcBef>
              <a:buClr>
                <a:srgbClr val="000000"/>
              </a:buClr>
              <a:buFont typeface="Arial"/>
              <a:buAutoNum type="arabicPeriod" startAt="2"/>
              <a:tabLst>
                <a:tab pos="0" algn="l"/>
              </a:tabLst>
            </a:pPr>
            <a:r>
              <a:rPr lang="en-US" sz="1800" b="0" u="none" strike="noStrike">
                <a:solidFill>
                  <a:schemeClr val="dk1"/>
                </a:solidFill>
                <a:effectLst/>
                <a:uFillTx/>
                <a:latin typeface="Arial"/>
                <a:ea typeface="Microsoft YaHei"/>
              </a:rPr>
              <a:t>Apply policy to traffic classes using policy maps:</a:t>
            </a:r>
            <a:r>
              <a:rPr lang="en-US" sz="2000" b="0" u="none" strike="noStrike">
                <a:solidFill>
                  <a:schemeClr val="dk1"/>
                </a:solidFill>
                <a:effectLst/>
                <a:uFillTx/>
                <a:latin typeface="Arial"/>
                <a:ea typeface="Microsoft YaHei"/>
              </a:rPr>
              <a:t> </a:t>
            </a:r>
            <a:r>
              <a:rPr lang="en-US" sz="1600" b="1" u="none" strike="noStrike">
                <a:solidFill>
                  <a:schemeClr val="dk1"/>
                </a:solidFill>
                <a:effectLst/>
                <a:uFillTx/>
                <a:latin typeface="Arial"/>
                <a:ea typeface="Microsoft YaHei"/>
              </a:rPr>
              <a:t>policy-map</a:t>
            </a:r>
            <a:r>
              <a:rPr lang="en-US" sz="1600" b="0" u="none" strike="noStrike">
                <a:solidFill>
                  <a:schemeClr val="dk1"/>
                </a:solidFill>
                <a:effectLst/>
                <a:uFillTx/>
                <a:latin typeface="Arial"/>
                <a:ea typeface="Microsoft YaHei"/>
              </a:rPr>
              <a:t> </a:t>
            </a:r>
            <a:r>
              <a:rPr lang="en-US" sz="1600" b="0" i="1" u="none" strike="noStrike">
                <a:solidFill>
                  <a:schemeClr val="dk1"/>
                </a:solidFill>
                <a:effectLst/>
                <a:uFillTx/>
                <a:latin typeface="Arial"/>
                <a:ea typeface="Microsoft YaHei"/>
              </a:rPr>
              <a:t>policy-map-name</a:t>
            </a:r>
            <a:endParaRPr lang="en-US" sz="1600" b="0" u="none" strike="noStrike">
              <a:solidFill>
                <a:schemeClr val="dk1"/>
              </a:solidFill>
              <a:effectLst/>
              <a:uFillTx/>
              <a:latin typeface="Aptos"/>
            </a:endParaRPr>
          </a:p>
          <a:p>
            <a:pPr marL="270000" indent="0" algn="l" defTabSz="914400">
              <a:lnSpc>
                <a:spcPct val="90000"/>
              </a:lnSpc>
              <a:spcBef>
                <a:spcPts val="717"/>
              </a:spcBef>
              <a:buNone/>
              <a:tabLst>
                <a:tab pos="0" algn="l"/>
              </a:tabLst>
            </a:pPr>
            <a:r>
              <a:rPr lang="en-US" sz="1600" b="0" u="none" strike="noStrike">
                <a:solidFill>
                  <a:schemeClr val="dk1"/>
                </a:solidFill>
                <a:effectLst/>
                <a:uFillTx/>
                <a:latin typeface="Arial"/>
                <a:ea typeface="Microsoft YaHei"/>
              </a:rPr>
              <a:t>Policing rate (CIR/PIR in bits per second) can be adjusted overtime.</a:t>
            </a:r>
            <a:endParaRPr lang="en-US" sz="1600" b="0" u="none" strike="noStrike">
              <a:solidFill>
                <a:schemeClr val="dk1"/>
              </a:solidFill>
              <a:effectLst/>
              <a:uFillTx/>
              <a:latin typeface="Aptos"/>
            </a:endParaRPr>
          </a:p>
          <a:p>
            <a:pPr marL="270000" indent="0" algn="l" defTabSz="914400">
              <a:lnSpc>
                <a:spcPct val="90000"/>
              </a:lnSpc>
              <a:spcBef>
                <a:spcPts val="717"/>
              </a:spcBef>
              <a:buNone/>
              <a:tabLst>
                <a:tab pos="0" algn="l"/>
              </a:tabLst>
            </a:pPr>
            <a:r>
              <a:rPr lang="en-US" sz="1600" b="0" u="none" strike="noStrike">
                <a:solidFill>
                  <a:schemeClr val="dk1"/>
                </a:solidFill>
                <a:effectLst/>
                <a:uFillTx/>
                <a:latin typeface="Arial"/>
                <a:ea typeface="Microsoft YaHei"/>
              </a:rPr>
              <a:t>Policing action confirm: transmit, exceed: transmit and violate: drop is applied to traffic classes. For critical protocols, violate: confirm is applied.</a:t>
            </a:r>
            <a:endParaRPr lang="en-US" sz="1600" b="0" u="none" strike="noStrike">
              <a:solidFill>
                <a:schemeClr val="dk1"/>
              </a:solidFill>
              <a:effectLst/>
              <a:uFillTx/>
              <a:latin typeface="Aptos"/>
            </a:endParaRPr>
          </a:p>
          <a:p>
            <a:pPr marL="270000" indent="0" algn="l" defTabSz="914400">
              <a:lnSpc>
                <a:spcPct val="90000"/>
              </a:lnSpc>
              <a:spcBef>
                <a:spcPts val="434"/>
              </a:spcBef>
              <a:buNone/>
              <a:tabLst>
                <a:tab pos="0" algn="l"/>
              </a:tabLst>
            </a:pPr>
            <a:r>
              <a:rPr lang="en-US" sz="1600" b="0" u="none" strike="noStrike">
                <a:solidFill>
                  <a:schemeClr val="dk1"/>
                </a:solidFill>
                <a:effectLst/>
                <a:uFillTx/>
                <a:latin typeface="Arial"/>
                <a:ea typeface="Microsoft YaHei"/>
              </a:rPr>
              <a:t>policy-map POLICY-CoPP</a:t>
            </a:r>
            <a:endParaRPr lang="en-US" sz="1600" b="0" u="none" strike="noStrike">
              <a:solidFill>
                <a:schemeClr val="dk1"/>
              </a:solidFill>
              <a:effectLst/>
              <a:uFillTx/>
              <a:latin typeface="Aptos"/>
            </a:endParaRPr>
          </a:p>
          <a:p>
            <a:pPr marL="360000" indent="0" algn="l" defTabSz="914400">
              <a:lnSpc>
                <a:spcPct val="90000"/>
              </a:lnSpc>
              <a:spcBef>
                <a:spcPts val="434"/>
              </a:spcBef>
              <a:buNone/>
              <a:tabLst>
                <a:tab pos="0" algn="l"/>
              </a:tabLst>
            </a:pPr>
            <a:r>
              <a:rPr lang="en-US" sz="1600" b="0" u="none" strike="noStrike">
                <a:solidFill>
                  <a:schemeClr val="dk1"/>
                </a:solidFill>
                <a:effectLst/>
                <a:uFillTx/>
                <a:latin typeface="Arial"/>
                <a:ea typeface="Microsoft YaHei"/>
              </a:rPr>
              <a:t>class CLASS-CoPP-IPSec</a:t>
            </a:r>
            <a:endParaRPr lang="en-US" sz="1600" b="0" u="none" strike="noStrike">
              <a:solidFill>
                <a:schemeClr val="dk1"/>
              </a:solidFill>
              <a:effectLst/>
              <a:uFillTx/>
              <a:latin typeface="Aptos"/>
            </a:endParaRPr>
          </a:p>
          <a:p>
            <a:pPr marL="720000" indent="0" algn="l" defTabSz="914400">
              <a:lnSpc>
                <a:spcPct val="90000"/>
              </a:lnSpc>
              <a:spcBef>
                <a:spcPts val="434"/>
              </a:spcBef>
              <a:buNone/>
              <a:tabLst>
                <a:tab pos="0" algn="l"/>
              </a:tabLst>
            </a:pPr>
            <a:r>
              <a:rPr lang="en-US" sz="1600" b="0" u="none" strike="noStrike">
                <a:solidFill>
                  <a:schemeClr val="dk1"/>
                </a:solidFill>
                <a:effectLst/>
                <a:uFillTx/>
                <a:latin typeface="Arial"/>
                <a:ea typeface="Microsoft YaHei"/>
              </a:rPr>
              <a:t>police 64000 confirm-action transmit exceed-action transmit</a:t>
            </a:r>
            <a:endParaRPr lang="en-US" sz="1600" b="0" u="none" strike="noStrike">
              <a:solidFill>
                <a:schemeClr val="dk1"/>
              </a:solidFill>
              <a:effectLst/>
              <a:uFillTx/>
              <a:latin typeface="Aptos"/>
            </a:endParaRPr>
          </a:p>
          <a:p>
            <a:pPr marL="1080000" indent="0" algn="l" defTabSz="914400">
              <a:lnSpc>
                <a:spcPct val="90000"/>
              </a:lnSpc>
              <a:spcBef>
                <a:spcPts val="434"/>
              </a:spcBef>
              <a:buNone/>
              <a:tabLst>
                <a:tab pos="0" algn="l"/>
              </a:tabLst>
            </a:pPr>
            <a:r>
              <a:rPr lang="en-US" sz="1600" b="0" u="none" strike="noStrike">
                <a:solidFill>
                  <a:schemeClr val="dk1"/>
                </a:solidFill>
                <a:effectLst/>
                <a:uFillTx/>
                <a:latin typeface="Arial"/>
                <a:ea typeface="Microsoft YaHei"/>
              </a:rPr>
              <a:t>violate-action transmit</a:t>
            </a:r>
            <a:endParaRPr lang="en-US" sz="1600" b="0" u="none" strike="noStrike">
              <a:solidFill>
                <a:schemeClr val="dk1"/>
              </a:solidFill>
              <a:effectLst/>
              <a:uFillTx/>
              <a:latin typeface="Aptos"/>
            </a:endParaRPr>
          </a:p>
          <a:p>
            <a:pPr marL="270000" indent="0" algn="l" defTabSz="914400">
              <a:lnSpc>
                <a:spcPct val="90000"/>
              </a:lnSpc>
              <a:spcBef>
                <a:spcPts val="717"/>
              </a:spcBef>
              <a:buNone/>
              <a:tabLst>
                <a:tab pos="0" algn="l"/>
              </a:tabLst>
            </a:pPr>
            <a:endParaRPr lang="en-US" sz="1400" b="0" u="none" strike="noStrike">
              <a:solidFill>
                <a:schemeClr val="dk1"/>
              </a:solidFill>
              <a:effectLst/>
              <a:uFillTx/>
              <a:latin typeface="Aptos"/>
            </a:endParaRPr>
          </a:p>
          <a:p>
            <a:pPr marL="270000" indent="0" algn="l" defTabSz="914400">
              <a:lnSpc>
                <a:spcPct val="90000"/>
              </a:lnSpc>
              <a:spcBef>
                <a:spcPts val="717"/>
              </a:spcBef>
              <a:buNone/>
              <a:tabLst>
                <a:tab pos="0" algn="l"/>
              </a:tabLst>
            </a:pPr>
            <a:endParaRPr lang="en-US" sz="20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1200" b="0" u="none" strike="noStrike">
                <a:solidFill>
                  <a:schemeClr val="dk1"/>
                </a:solidFill>
                <a:effectLst/>
                <a:uFillTx/>
                <a:latin typeface="Arial"/>
                <a:ea typeface="Microsoft YaHei"/>
              </a:rPr>
              <a:t>     </a:t>
            </a:r>
            <a:endParaRPr lang="en-US" sz="1200" b="0" u="none" strike="noStrike">
              <a:solidFill>
                <a:schemeClr val="dk1"/>
              </a:solidFill>
              <a:effectLst/>
              <a:uFillTx/>
              <a:latin typeface="Aptos"/>
            </a:endParaRPr>
          </a:p>
          <a:p>
            <a:pPr indent="0" algn="l" defTabSz="914400">
              <a:lnSpc>
                <a:spcPct val="90000"/>
              </a:lnSpc>
              <a:spcBef>
                <a:spcPts val="717"/>
              </a:spcBef>
              <a:buNone/>
              <a:tabLst>
                <a:tab pos="0" algn="l"/>
              </a:tabLst>
            </a:pPr>
            <a:endParaRPr lang="en-US" sz="1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1400" b="0" u="none" strike="noStrike">
              <a:solidFill>
                <a:schemeClr val="dk1"/>
              </a:solidFill>
              <a:effectLst/>
              <a:uFillTx/>
              <a:latin typeface="Aptos"/>
            </a:endParaRPr>
          </a:p>
        </p:txBody>
      </p:sp>
      <p:sp>
        <p:nvSpPr>
          <p:cNvPr id="165" name="Rectangle 164"/>
          <p:cNvSpPr/>
          <p:nvPr/>
        </p:nvSpPr>
        <p:spPr>
          <a:xfrm>
            <a:off x="189360" y="5442480"/>
            <a:ext cx="4317840" cy="89784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66" name="Rectangle 165"/>
          <p:cNvSpPr/>
          <p:nvPr/>
        </p:nvSpPr>
        <p:spPr>
          <a:xfrm>
            <a:off x="3817440" y="2792880"/>
            <a:ext cx="179280" cy="372600"/>
          </a:xfrm>
          <a:prstGeom prst="rect">
            <a:avLst/>
          </a:prstGeom>
          <a:noFill/>
          <a:ln w="0">
            <a:noFill/>
          </a:ln>
        </p:spPr>
        <p:style>
          <a:lnRef idx="0"/>
          <a:fillRef idx="0"/>
          <a:effectRef idx="0"/>
          <a:fontRef idx="minor"/>
        </p:style>
        <p:txBody>
          <a:bodyPr lIns="89640" tIns="45000" rIns="89640" bIns="45000" anchor="t">
            <a:spAutoFit/>
          </a:bodyPr>
          <a:p>
            <a:endParaRPr lang="en-AU" sz="1800" b="0" u="none" strike="noStrike">
              <a:solidFill>
                <a:srgbClr val="000000"/>
              </a:solidFill>
              <a:effectLst/>
              <a:uFillTx/>
              <a:latin typeface="Arial"/>
            </a:endParaRPr>
          </a:p>
        </p:txBody>
      </p:sp>
      <p:sp>
        <p:nvSpPr>
          <p:cNvPr id="167" name="Rectangle 166"/>
          <p:cNvSpPr/>
          <p:nvPr/>
        </p:nvSpPr>
        <p:spPr>
          <a:xfrm>
            <a:off x="108000" y="1332000"/>
            <a:ext cx="4031280" cy="1741680"/>
          </a:xfrm>
          <a:prstGeom prst="rect">
            <a:avLst/>
          </a:prstGeom>
          <a:noFill/>
          <a:ln w="0">
            <a:noFill/>
          </a:ln>
        </p:spPr>
        <p:style>
          <a:lnRef idx="0"/>
          <a:fillRef idx="0"/>
          <a:effectRef idx="0"/>
          <a:fontRef idx="minor"/>
        </p:style>
        <p:txBody>
          <a:bodyPr lIns="90000" tIns="45000" rIns="90000" bIns="45000" anchor="t">
            <a:spAutoFit/>
          </a:bodyPr>
          <a:p>
            <a:pPr defTabSz="914400">
              <a:lnSpc>
                <a:spcPct val="90000"/>
              </a:lnSpc>
            </a:pPr>
            <a:endParaRPr lang="en-AU" sz="1200" b="0" u="none" strike="noStrike">
              <a:solidFill>
                <a:srgbClr val="000000"/>
              </a:solidFill>
              <a:effectLst/>
              <a:uFillTx/>
              <a:latin typeface="Arial"/>
            </a:endParaRPr>
          </a:p>
          <a:p>
            <a:pPr defTabSz="914400">
              <a:lnSpc>
                <a:spcPct val="90000"/>
              </a:lnSpc>
            </a:pPr>
            <a:endParaRPr lang="en-AU" sz="1400" b="0" u="none" strike="noStrike">
              <a:solidFill>
                <a:srgbClr val="000000"/>
              </a:solidFill>
              <a:effectLst/>
              <a:uFillTx/>
              <a:latin typeface="Arial"/>
            </a:endParaRPr>
          </a:p>
          <a:p>
            <a:pPr marL="360000" defTabSz="914400">
              <a:lnSpc>
                <a:spcPct val="90000"/>
              </a:lnSpc>
            </a:pPr>
            <a:r>
              <a:rPr lang="en-US" sz="1400" b="0" u="none" strike="noStrike">
                <a:solidFill>
                  <a:schemeClr val="dk1"/>
                </a:solidFill>
                <a:effectLst/>
                <a:uFillTx/>
                <a:latin typeface="Arial"/>
                <a:ea typeface="Microsoft YaHei"/>
              </a:rPr>
              <a:t>	</a:t>
            </a:r>
            <a:endParaRPr lang="en-AU" sz="1400" b="0" u="none" strike="noStrike">
              <a:solidFill>
                <a:srgbClr val="000000"/>
              </a:solidFill>
              <a:effectLst/>
              <a:uFillTx/>
              <a:latin typeface="Arial"/>
            </a:endParaRPr>
          </a:p>
          <a:p>
            <a:pPr defTabSz="914400">
              <a:lnSpc>
                <a:spcPct val="90000"/>
              </a:lnSpc>
            </a:pPr>
            <a:r>
              <a:rPr lang="en-US" sz="1400" b="0" u="none" strike="noStrike">
                <a:solidFill>
                  <a:schemeClr val="dk1"/>
                </a:solidFill>
                <a:effectLst/>
                <a:uFillTx/>
                <a:latin typeface="Arial"/>
                <a:ea typeface="Microsoft YaHei"/>
              </a:rPr>
              <a:t> </a:t>
            </a:r>
            <a:endParaRPr lang="en-AU" sz="1400" b="0" u="none" strike="noStrike">
              <a:solidFill>
                <a:srgbClr val="000000"/>
              </a:solidFill>
              <a:effectLst/>
              <a:uFillTx/>
              <a:latin typeface="Arial"/>
            </a:endParaRPr>
          </a:p>
          <a:p>
            <a:pPr defTabSz="914400">
              <a:lnSpc>
                <a:spcPct val="90000"/>
              </a:lnSpc>
            </a:pPr>
            <a:endParaRPr lang="en-AU" sz="1400" b="0" u="none" strike="noStrike">
              <a:solidFill>
                <a:srgbClr val="000000"/>
              </a:solidFill>
              <a:effectLst/>
              <a:uFillTx/>
              <a:latin typeface="Arial"/>
            </a:endParaRPr>
          </a:p>
          <a:p>
            <a:pPr defTabSz="914400">
              <a:lnSpc>
                <a:spcPct val="100000"/>
              </a:lnSpc>
            </a:pPr>
            <a:endParaRPr lang="en-AU" sz="1400" b="0" u="none" strike="noStrike">
              <a:solidFill>
                <a:srgbClr val="000000"/>
              </a:solidFill>
              <a:effectLst/>
              <a:uFillTx/>
              <a:latin typeface="Arial"/>
            </a:endParaRPr>
          </a:p>
          <a:p>
            <a:pPr defTabSz="914400">
              <a:lnSpc>
                <a:spcPct val="100000"/>
              </a:lnSpc>
            </a:pPr>
            <a:endParaRPr lang="en-AU" sz="1600" b="0" u="none" strike="noStrike">
              <a:solidFill>
                <a:srgbClr val="000000"/>
              </a:solidFill>
              <a:effectLst/>
              <a:uFillTx/>
              <a:latin typeface="Arial"/>
            </a:endParaRPr>
          </a:p>
          <a:p>
            <a:pPr defTabSz="914400">
              <a:lnSpc>
                <a:spcPct val="100000"/>
              </a:lnSpc>
            </a:pPr>
            <a:endParaRPr lang="en-AU" sz="1600" b="0" u="none" strike="noStrike">
              <a:solidFill>
                <a:srgbClr val="000000"/>
              </a:solidFill>
              <a:effectLst/>
              <a:uFillTx/>
              <a:latin typeface="Arial"/>
            </a:endParaRPr>
          </a:p>
        </p:txBody>
      </p:sp>
      <p:sp>
        <p:nvSpPr>
          <p:cNvPr id="168" name="TextBox 167"/>
          <p:cNvSpPr/>
          <p:nvPr/>
        </p:nvSpPr>
        <p:spPr>
          <a:xfrm>
            <a:off x="108000" y="1332000"/>
            <a:ext cx="4931280" cy="6741000"/>
          </a:xfrm>
          <a:prstGeom prst="rect">
            <a:avLst/>
          </a:prstGeom>
          <a:noFill/>
          <a:ln w="0">
            <a:noFill/>
          </a:ln>
        </p:spPr>
        <p:style>
          <a:lnRef idx="0"/>
          <a:fillRef idx="0"/>
          <a:effectRef idx="0"/>
          <a:fontRef idx="minor"/>
        </p:style>
        <p:txBody>
          <a:bodyPr lIns="90000" tIns="45000" rIns="90000" bIns="45000" anchor="t">
            <a:spAutoFit/>
          </a:bodyPr>
          <a:p>
            <a:pPr defTabSz="914400">
              <a:lnSpc>
                <a:spcPct val="90000"/>
              </a:lnSpc>
              <a:spcBef>
                <a:spcPts val="434"/>
              </a:spcBef>
            </a:pPr>
            <a:r>
              <a:rPr lang="en-US" sz="1600" b="0" u="none" strike="noStrike">
                <a:solidFill>
                  <a:schemeClr val="dk1"/>
                </a:solidFill>
                <a:effectLst/>
                <a:uFillTx/>
                <a:latin typeface="Arial"/>
                <a:ea typeface="Microsoft YaHei"/>
              </a:rPr>
              <a:t>class CLASS-CoPP-ICMP</a:t>
            </a:r>
            <a:endParaRPr lang="en-AU" sz="1600" b="0" u="none" strike="noStrike">
              <a:solidFill>
                <a:srgbClr val="000000"/>
              </a:solidFill>
              <a:effectLst/>
              <a:uFillTx/>
              <a:latin typeface="Arial"/>
            </a:endParaRPr>
          </a:p>
          <a:p>
            <a:pPr marL="360000" defTabSz="914400">
              <a:lnSpc>
                <a:spcPct val="90000"/>
              </a:lnSpc>
              <a:spcBef>
                <a:spcPts val="150"/>
              </a:spcBef>
            </a:pPr>
            <a:r>
              <a:rPr lang="en-US" sz="1600" b="0" u="none" strike="noStrike">
                <a:solidFill>
                  <a:schemeClr val="dk1"/>
                </a:solidFill>
                <a:effectLst/>
                <a:uFillTx/>
                <a:latin typeface="Arial"/>
                <a:ea typeface="Microsoft YaHei"/>
              </a:rPr>
              <a:t>police 8000 confirm-action transmit exceed-action transmit</a:t>
            </a:r>
            <a:endParaRPr lang="en-AU" sz="1600" b="0" u="none" strike="noStrike">
              <a:solidFill>
                <a:srgbClr val="000000"/>
              </a:solidFill>
              <a:effectLst/>
              <a:uFillTx/>
              <a:latin typeface="Arial"/>
            </a:endParaRPr>
          </a:p>
          <a:p>
            <a:pPr marL="720000" defTabSz="914400">
              <a:lnSpc>
                <a:spcPct val="90000"/>
              </a:lnSpc>
              <a:spcBef>
                <a:spcPts val="150"/>
              </a:spcBef>
            </a:pPr>
            <a:r>
              <a:rPr lang="en-US" sz="1600" b="0" u="none" strike="noStrike">
                <a:solidFill>
                  <a:schemeClr val="dk1"/>
                </a:solidFill>
                <a:effectLst/>
                <a:uFillTx/>
                <a:latin typeface="Arial"/>
                <a:ea typeface="Microsoft YaHei"/>
              </a:rPr>
              <a:t>violate-action drop</a:t>
            </a:r>
            <a:endParaRPr lang="en-AU" sz="1600" b="0" u="none" strike="noStrike">
              <a:solidFill>
                <a:srgbClr val="000000"/>
              </a:solidFill>
              <a:effectLst/>
              <a:uFillTx/>
              <a:latin typeface="Arial"/>
            </a:endParaRPr>
          </a:p>
          <a:p>
            <a:pPr defTabSz="914400">
              <a:lnSpc>
                <a:spcPct val="90000"/>
              </a:lnSpc>
              <a:spcBef>
                <a:spcPts val="434"/>
              </a:spcBef>
            </a:pPr>
            <a:r>
              <a:rPr lang="en-US" sz="1600" b="0" u="none" strike="noStrike">
                <a:solidFill>
                  <a:schemeClr val="dk1"/>
                </a:solidFill>
                <a:effectLst/>
                <a:uFillTx/>
                <a:latin typeface="Arial"/>
                <a:ea typeface="Microsoft YaHei"/>
              </a:rPr>
              <a:t>class CLASS-CoPP-Initialize</a:t>
            </a:r>
            <a:endParaRPr lang="en-AU" sz="1600" b="0" u="none" strike="noStrike">
              <a:solidFill>
                <a:srgbClr val="000000"/>
              </a:solidFill>
              <a:effectLst/>
              <a:uFillTx/>
              <a:latin typeface="Arial"/>
            </a:endParaRPr>
          </a:p>
          <a:p>
            <a:pPr marL="360000" defTabSz="914400">
              <a:lnSpc>
                <a:spcPct val="90000"/>
              </a:lnSpc>
              <a:spcBef>
                <a:spcPts val="150"/>
              </a:spcBef>
            </a:pPr>
            <a:r>
              <a:rPr lang="en-US" sz="1600" b="0" u="none" strike="noStrike">
                <a:solidFill>
                  <a:schemeClr val="dk1"/>
                </a:solidFill>
                <a:effectLst/>
                <a:uFillTx/>
                <a:latin typeface="Arial"/>
                <a:ea typeface="Microsoft YaHei"/>
              </a:rPr>
              <a:t> police 8000 confirm-action transmit exceed-action transmit</a:t>
            </a:r>
            <a:endParaRPr lang="en-AU" sz="1600" b="0" u="none" strike="noStrike">
              <a:solidFill>
                <a:srgbClr val="000000"/>
              </a:solidFill>
              <a:effectLst/>
              <a:uFillTx/>
              <a:latin typeface="Arial"/>
            </a:endParaRPr>
          </a:p>
          <a:p>
            <a:pPr marL="720000" defTabSz="914400">
              <a:lnSpc>
                <a:spcPct val="90000"/>
              </a:lnSpc>
              <a:spcBef>
                <a:spcPts val="150"/>
              </a:spcBef>
            </a:pPr>
            <a:r>
              <a:rPr lang="en-US" sz="1600" b="0" u="none" strike="noStrike">
                <a:solidFill>
                  <a:schemeClr val="dk1"/>
                </a:solidFill>
                <a:effectLst/>
                <a:uFillTx/>
                <a:latin typeface="Arial"/>
                <a:ea typeface="Microsoft YaHei"/>
              </a:rPr>
              <a:t>violate-action drop</a:t>
            </a:r>
            <a:endParaRPr lang="en-AU" sz="1600" b="0" u="none" strike="noStrike">
              <a:solidFill>
                <a:srgbClr val="000000"/>
              </a:solidFill>
              <a:effectLst/>
              <a:uFillTx/>
              <a:latin typeface="Arial"/>
            </a:endParaRPr>
          </a:p>
          <a:p>
            <a:pPr defTabSz="914400">
              <a:lnSpc>
                <a:spcPct val="90000"/>
              </a:lnSpc>
              <a:spcBef>
                <a:spcPts val="434"/>
              </a:spcBef>
            </a:pPr>
            <a:r>
              <a:rPr lang="en-US" sz="1600" b="0" u="none" strike="noStrike">
                <a:solidFill>
                  <a:schemeClr val="dk1"/>
                </a:solidFill>
                <a:effectLst/>
                <a:uFillTx/>
                <a:latin typeface="Arial"/>
                <a:ea typeface="Microsoft YaHei"/>
              </a:rPr>
              <a:t>class CLASS-CoPP-Management</a:t>
            </a:r>
            <a:endParaRPr lang="en-AU" sz="1600" b="0" u="none" strike="noStrike">
              <a:solidFill>
                <a:srgbClr val="000000"/>
              </a:solidFill>
              <a:effectLst/>
              <a:uFillTx/>
              <a:latin typeface="Arial"/>
            </a:endParaRPr>
          </a:p>
          <a:p>
            <a:pPr marL="360000" defTabSz="914400">
              <a:lnSpc>
                <a:spcPct val="90000"/>
              </a:lnSpc>
              <a:spcBef>
                <a:spcPts val="150"/>
              </a:spcBef>
            </a:pPr>
            <a:r>
              <a:rPr lang="en-US" sz="1600" b="0" u="none" strike="noStrike">
                <a:solidFill>
                  <a:schemeClr val="dk1"/>
                </a:solidFill>
                <a:effectLst/>
                <a:uFillTx/>
                <a:latin typeface="Arial"/>
                <a:ea typeface="Microsoft YaHei"/>
              </a:rPr>
              <a:t>police 32000 confirm-action transmit exceed-action transmit</a:t>
            </a:r>
            <a:endParaRPr lang="en-AU" sz="1600" b="0" u="none" strike="noStrike">
              <a:solidFill>
                <a:srgbClr val="000000"/>
              </a:solidFill>
              <a:effectLst/>
              <a:uFillTx/>
              <a:latin typeface="Arial"/>
            </a:endParaRPr>
          </a:p>
          <a:p>
            <a:pPr marL="720000" defTabSz="914400">
              <a:lnSpc>
                <a:spcPct val="90000"/>
              </a:lnSpc>
              <a:spcBef>
                <a:spcPts val="150"/>
              </a:spcBef>
            </a:pPr>
            <a:r>
              <a:rPr lang="en-US" sz="1600" b="0" u="none" strike="noStrike">
                <a:solidFill>
                  <a:schemeClr val="dk1"/>
                </a:solidFill>
                <a:effectLst/>
                <a:uFillTx/>
                <a:latin typeface="Arial"/>
                <a:ea typeface="Microsoft YaHei"/>
              </a:rPr>
              <a:t>violate-action drop</a:t>
            </a:r>
            <a:endParaRPr lang="en-AU" sz="1600" b="0" u="none" strike="noStrike">
              <a:solidFill>
                <a:srgbClr val="000000"/>
              </a:solidFill>
              <a:effectLst/>
              <a:uFillTx/>
              <a:latin typeface="Arial"/>
            </a:endParaRPr>
          </a:p>
          <a:p>
            <a:pPr defTabSz="914400">
              <a:lnSpc>
                <a:spcPct val="90000"/>
              </a:lnSpc>
              <a:spcBef>
                <a:spcPts val="434"/>
              </a:spcBef>
            </a:pPr>
            <a:r>
              <a:rPr lang="en-US" sz="1600" b="0" u="none" strike="noStrike">
                <a:solidFill>
                  <a:schemeClr val="dk1"/>
                </a:solidFill>
                <a:effectLst/>
                <a:uFillTx/>
                <a:latin typeface="Arial"/>
                <a:ea typeface="Microsoft YaHei"/>
              </a:rPr>
              <a:t>class CLASS-CoPP-Routing</a:t>
            </a:r>
            <a:endParaRPr lang="en-AU" sz="1600" b="0" u="none" strike="noStrike">
              <a:solidFill>
                <a:srgbClr val="000000"/>
              </a:solidFill>
              <a:effectLst/>
              <a:uFillTx/>
              <a:latin typeface="Arial"/>
            </a:endParaRPr>
          </a:p>
          <a:p>
            <a:pPr marL="360000" defTabSz="914400">
              <a:lnSpc>
                <a:spcPct val="90000"/>
              </a:lnSpc>
              <a:spcBef>
                <a:spcPts val="150"/>
              </a:spcBef>
            </a:pPr>
            <a:r>
              <a:rPr lang="en-US" sz="1600" b="0" u="none" strike="noStrike">
                <a:solidFill>
                  <a:schemeClr val="dk1"/>
                </a:solidFill>
                <a:effectLst/>
                <a:uFillTx/>
                <a:latin typeface="Arial"/>
                <a:ea typeface="Microsoft YaHei"/>
              </a:rPr>
              <a:t>police 64000 confirm-action transmit exceed-action transmit</a:t>
            </a:r>
            <a:endParaRPr lang="en-AU" sz="1600" b="0" u="none" strike="noStrike">
              <a:solidFill>
                <a:srgbClr val="000000"/>
              </a:solidFill>
              <a:effectLst/>
              <a:uFillTx/>
              <a:latin typeface="Arial"/>
            </a:endParaRPr>
          </a:p>
          <a:p>
            <a:pPr marL="720000" defTabSz="914400">
              <a:lnSpc>
                <a:spcPct val="90000"/>
              </a:lnSpc>
              <a:spcBef>
                <a:spcPts val="150"/>
              </a:spcBef>
            </a:pPr>
            <a:r>
              <a:rPr lang="en-US" sz="1600" b="0" u="none" strike="noStrike">
                <a:solidFill>
                  <a:schemeClr val="dk1"/>
                </a:solidFill>
                <a:effectLst/>
                <a:uFillTx/>
                <a:latin typeface="Arial"/>
                <a:ea typeface="Microsoft YaHei"/>
              </a:rPr>
              <a:t>violate-action transmit</a:t>
            </a:r>
            <a:endParaRPr lang="en-AU" sz="1600" b="0" u="none" strike="noStrike">
              <a:solidFill>
                <a:srgbClr val="000000"/>
              </a:solidFill>
              <a:effectLst/>
              <a:uFillTx/>
              <a:latin typeface="Arial"/>
            </a:endParaRPr>
          </a:p>
          <a:p>
            <a:pPr defTabSz="914400">
              <a:lnSpc>
                <a:spcPct val="90000"/>
              </a:lnSpc>
              <a:spcBef>
                <a:spcPts val="150"/>
              </a:spcBef>
            </a:pPr>
            <a:r>
              <a:rPr lang="en-US" sz="1600" b="0" u="none" strike="noStrike">
                <a:solidFill>
                  <a:schemeClr val="dk1"/>
                </a:solidFill>
                <a:effectLst/>
                <a:uFillTx/>
                <a:latin typeface="Arial"/>
                <a:ea typeface="Microsoft YaHei"/>
              </a:rPr>
              <a:t>class class-default</a:t>
            </a:r>
            <a:endParaRPr lang="en-AU" sz="1600" b="0" u="none" strike="noStrike">
              <a:solidFill>
                <a:srgbClr val="000000"/>
              </a:solidFill>
              <a:effectLst/>
              <a:uFillTx/>
              <a:latin typeface="Arial"/>
            </a:endParaRPr>
          </a:p>
          <a:p>
            <a:pPr marL="360000" defTabSz="914400">
              <a:lnSpc>
                <a:spcPct val="90000"/>
              </a:lnSpc>
              <a:spcBef>
                <a:spcPts val="150"/>
              </a:spcBef>
            </a:pPr>
            <a:r>
              <a:rPr lang="en-US" sz="1600" b="0" u="none" strike="noStrike">
                <a:solidFill>
                  <a:schemeClr val="dk1"/>
                </a:solidFill>
                <a:effectLst/>
                <a:uFillTx/>
                <a:latin typeface="Arial"/>
                <a:ea typeface="Microsoft YaHei"/>
              </a:rPr>
              <a:t>police 8000 conform-action transmit exceed-action transmit</a:t>
            </a:r>
            <a:endParaRPr lang="en-AU" sz="1600" b="0" u="none" strike="noStrike">
              <a:solidFill>
                <a:srgbClr val="000000"/>
              </a:solidFill>
              <a:effectLst/>
              <a:uFillTx/>
              <a:latin typeface="Arial"/>
            </a:endParaRPr>
          </a:p>
          <a:p>
            <a:pPr marL="720000" defTabSz="914400">
              <a:lnSpc>
                <a:spcPct val="90000"/>
              </a:lnSpc>
              <a:spcBef>
                <a:spcPts val="150"/>
              </a:spcBef>
            </a:pPr>
            <a:r>
              <a:rPr lang="en-US" sz="1600" b="0" u="none" strike="noStrike">
                <a:solidFill>
                  <a:schemeClr val="dk1"/>
                </a:solidFill>
                <a:effectLst/>
                <a:uFillTx/>
                <a:latin typeface="Arial"/>
                <a:ea typeface="Microsoft YaHei"/>
              </a:rPr>
              <a:t>violate-action drop</a:t>
            </a:r>
            <a:endParaRPr lang="en-AU" sz="1600" b="0" u="none" strike="noStrike">
              <a:solidFill>
                <a:srgbClr val="000000"/>
              </a:solidFill>
              <a:effectLst/>
              <a:uFillTx/>
              <a:latin typeface="Arial"/>
            </a:endParaRPr>
          </a:p>
          <a:p>
            <a:pPr marL="270000" indent="-270000" defTabSz="914400">
              <a:lnSpc>
                <a:spcPct val="90000"/>
              </a:lnSpc>
              <a:spcBef>
                <a:spcPts val="434"/>
              </a:spcBef>
              <a:buClr>
                <a:srgbClr val="000000"/>
              </a:buClr>
              <a:buFont typeface="OpenSymbol"/>
              <a:buAutoNum type="arabicPeriod" startAt="4"/>
            </a:pPr>
            <a:r>
              <a:rPr lang="en-US" sz="1800" b="0" u="none" strike="noStrike">
                <a:solidFill>
                  <a:schemeClr val="dk1"/>
                </a:solidFill>
                <a:effectLst/>
                <a:uFillTx/>
                <a:latin typeface="Arial"/>
                <a:ea typeface="Microsoft YaHei"/>
              </a:rPr>
              <a:t>Apply policing to control plane by using:</a:t>
            </a:r>
            <a:r>
              <a:rPr lang="en-US" sz="1600" b="1" u="none" strike="noStrike">
                <a:solidFill>
                  <a:schemeClr val="dk1"/>
                </a:solidFill>
                <a:effectLst/>
                <a:uFillTx/>
                <a:latin typeface="Arial"/>
                <a:ea typeface="Microsoft YaHei"/>
              </a:rPr>
              <a:t>service policy input</a:t>
            </a:r>
            <a:r>
              <a:rPr lang="en-US" sz="1600" b="0" u="none" strike="noStrike">
                <a:solidFill>
                  <a:schemeClr val="dk1"/>
                </a:solidFill>
                <a:effectLst/>
                <a:uFillTx/>
                <a:latin typeface="Arial"/>
                <a:ea typeface="Microsoft YaHei"/>
              </a:rPr>
              <a:t> </a:t>
            </a:r>
            <a:r>
              <a:rPr lang="en-US" sz="1600" b="0" i="1" u="none" strike="noStrike">
                <a:solidFill>
                  <a:schemeClr val="dk1"/>
                </a:solidFill>
                <a:effectLst/>
                <a:uFillTx/>
                <a:latin typeface="Arial"/>
                <a:ea typeface="Microsoft YaHei"/>
              </a:rPr>
              <a:t>policy-map-name </a:t>
            </a:r>
            <a:endParaRPr lang="en-AU" sz="1600" b="0" u="none" strike="noStrike">
              <a:solidFill>
                <a:srgbClr val="000000"/>
              </a:solidFill>
              <a:effectLst/>
              <a:uFillTx/>
              <a:latin typeface="Arial"/>
            </a:endParaRPr>
          </a:p>
          <a:p>
            <a:pPr marL="270000" indent="-270000" defTabSz="914400">
              <a:lnSpc>
                <a:spcPct val="90000"/>
              </a:lnSpc>
              <a:buClr>
                <a:srgbClr val="000000"/>
              </a:buClr>
              <a:buFont typeface="OpenSymbol"/>
              <a:buAutoNum type="arabicPeriod" startAt="4"/>
            </a:pPr>
            <a:r>
              <a:rPr lang="en-US" sz="1600" b="0" u="none" strike="noStrike">
                <a:solidFill>
                  <a:schemeClr val="dk1"/>
                </a:solidFill>
                <a:effectLst/>
                <a:uFillTx/>
                <a:latin typeface="Arial"/>
                <a:ea typeface="Microsoft YaHei"/>
              </a:rPr>
              <a:t>control plane</a:t>
            </a:r>
            <a:endParaRPr lang="en-AU" sz="1600" b="0" u="none" strike="noStrike">
              <a:solidFill>
                <a:srgbClr val="000000"/>
              </a:solidFill>
              <a:effectLst/>
              <a:uFillTx/>
              <a:latin typeface="Arial"/>
            </a:endParaRPr>
          </a:p>
          <a:p>
            <a:pPr marL="360000" indent="-270000" defTabSz="914400">
              <a:lnSpc>
                <a:spcPct val="90000"/>
              </a:lnSpc>
              <a:buClr>
                <a:srgbClr val="000000"/>
              </a:buClr>
              <a:buFont typeface="OpenSymbol"/>
              <a:buAutoNum type="arabicPeriod" startAt="4"/>
            </a:pPr>
            <a:r>
              <a:rPr lang="en-US" sz="1600" b="0" u="none" strike="noStrike">
                <a:solidFill>
                  <a:schemeClr val="dk1"/>
                </a:solidFill>
                <a:effectLst/>
                <a:uFillTx/>
                <a:latin typeface="Arial"/>
                <a:ea typeface="Microsoft YaHei"/>
              </a:rPr>
              <a:t>service-policy input POLICY-CoPP</a:t>
            </a:r>
            <a:endParaRPr lang="en-AU" sz="1600" b="0" u="none" strike="noStrike">
              <a:solidFill>
                <a:srgbClr val="000000"/>
              </a:solidFill>
              <a:effectLst/>
              <a:uFillTx/>
              <a:latin typeface="Arial"/>
            </a:endParaRPr>
          </a:p>
          <a:p>
            <a:pPr defTabSz="914400">
              <a:lnSpc>
                <a:spcPct val="90000"/>
              </a:lnSpc>
              <a:spcBef>
                <a:spcPts val="567"/>
              </a:spcBef>
              <a:spcAft>
                <a:spcPts val="567"/>
              </a:spcAft>
            </a:pPr>
            <a:endParaRPr lang="en-AU" sz="1600" b="0" u="none" strike="noStrike">
              <a:solidFill>
                <a:srgbClr val="000000"/>
              </a:solidFill>
              <a:effectLst/>
              <a:uFillTx/>
              <a:latin typeface="Arial"/>
            </a:endParaRPr>
          </a:p>
          <a:p>
            <a:pPr defTabSz="914400">
              <a:lnSpc>
                <a:spcPct val="90000"/>
              </a:lnSpc>
              <a:spcBef>
                <a:spcPts val="567"/>
              </a:spcBef>
              <a:spcAft>
                <a:spcPts val="567"/>
              </a:spcAft>
            </a:pPr>
            <a:endParaRPr lang="en-AU" sz="1600" b="0" u="none" strike="noStrike">
              <a:solidFill>
                <a:srgbClr val="000000"/>
              </a:solidFill>
              <a:effectLst/>
              <a:uFillTx/>
              <a:latin typeface="Arial"/>
            </a:endParaRPr>
          </a:p>
          <a:p>
            <a:pPr marL="360000" defTabSz="914400">
              <a:lnSpc>
                <a:spcPct val="100000"/>
              </a:lnSpc>
            </a:pPr>
            <a:endParaRPr lang="en-AU" sz="1400" b="0" u="none" strike="noStrike">
              <a:solidFill>
                <a:srgbClr val="000000"/>
              </a:solidFill>
              <a:effectLst/>
              <a:uFillTx/>
              <a:latin typeface="Arial"/>
            </a:endParaRPr>
          </a:p>
          <a:p>
            <a:pPr defTabSz="914400">
              <a:lnSpc>
                <a:spcPct val="100000"/>
              </a:lnSpc>
            </a:pPr>
            <a:endParaRPr lang="en-AU" sz="1400" b="0" u="none" strike="noStrike">
              <a:solidFill>
                <a:srgbClr val="000000"/>
              </a:solidFill>
              <a:effectLst/>
              <a:uFillTx/>
              <a:latin typeface="Arial"/>
            </a:endParaRPr>
          </a:p>
          <a:p>
            <a:pPr defTabSz="914400">
              <a:lnSpc>
                <a:spcPct val="100000"/>
              </a:lnSpc>
            </a:pPr>
            <a:endParaRPr lang="en-AU"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0" y="0"/>
            <a:ext cx="4499280" cy="1258560"/>
          </a:xfrm>
          <a:prstGeom prst="rect">
            <a:avLst/>
          </a:prstGeom>
          <a:solidFill>
            <a:schemeClr val="accent2"/>
          </a:solidFill>
          <a:ln w="0">
            <a:noFill/>
          </a:ln>
        </p:spPr>
        <p:txBody>
          <a:bodyPr lIns="91440" tIns="45720" rIns="91440" bIns="45720" anchor="ctr">
            <a:normAutofit lnSpcReduction="9999"/>
          </a:bodyPr>
          <a:p>
            <a:pPr indent="0" algn="ctr" defTabSz="914400">
              <a:lnSpc>
                <a:spcPct val="90000"/>
              </a:lnSpc>
              <a:buNone/>
              <a:tabLst>
                <a:tab pos="0" algn="l"/>
              </a:tabLst>
            </a:pPr>
            <a:r>
              <a:rPr lang="en-US" sz="4400" b="1" u="none" strike="noStrike">
                <a:solidFill>
                  <a:schemeClr val="lt1"/>
                </a:solidFill>
                <a:effectLst/>
                <a:uFillTx/>
                <a:latin typeface="Aptos Display"/>
              </a:rPr>
              <a:t>3.Device Hardening</a:t>
            </a:r>
            <a:endParaRPr lang="en-US" sz="4400" b="0" u="none" strike="noStrike">
              <a:solidFill>
                <a:schemeClr val="dk1"/>
              </a:solidFill>
              <a:effectLst/>
              <a:uFillTx/>
              <a:latin typeface="Aptos Display"/>
            </a:endParaRPr>
          </a:p>
        </p:txBody>
      </p:sp>
      <p:sp>
        <p:nvSpPr>
          <p:cNvPr id="170" name="PlaceHolder 2"/>
          <p:cNvSpPr>
            <a:spLocks noGrp="1"/>
          </p:cNvSpPr>
          <p:nvPr>
            <p:ph/>
          </p:nvPr>
        </p:nvSpPr>
        <p:spPr>
          <a:xfrm>
            <a:off x="4860000" y="180000"/>
            <a:ext cx="7019280" cy="8464320"/>
          </a:xfrm>
          <a:prstGeom prst="rect">
            <a:avLst/>
          </a:prstGeom>
          <a:noFill/>
          <a:ln w="0">
            <a:noFill/>
          </a:ln>
        </p:spPr>
        <p:txBody>
          <a:bodyPr lIns="0" tIns="0" rIns="0" bIns="0" anchor="t">
            <a:spAutoFit/>
          </a:bodyPr>
          <a:p>
            <a:pPr indent="0" algn="l" defTabSz="914400">
              <a:lnSpc>
                <a:spcPct val="90000"/>
              </a:lnSpc>
              <a:spcBef>
                <a:spcPts val="717"/>
              </a:spcBef>
              <a:buNone/>
              <a:tabLst>
                <a:tab pos="0" algn="l"/>
              </a:tabLst>
            </a:pPr>
            <a:r>
              <a:rPr lang="en-US" sz="1800" b="0" u="none" strike="noStrike">
                <a:solidFill>
                  <a:schemeClr val="dk1"/>
                </a:solidFill>
                <a:effectLst/>
                <a:uFillTx/>
                <a:latin typeface="Arial"/>
                <a:ea typeface="Microsoft YaHei"/>
              </a:rPr>
              <a:t>Verify CoPP using </a:t>
            </a:r>
            <a:r>
              <a:rPr lang="en-US" sz="1800" b="1" u="none" strike="noStrike">
                <a:solidFill>
                  <a:schemeClr val="dk1"/>
                </a:solidFill>
                <a:effectLst/>
                <a:uFillTx/>
                <a:latin typeface="Arial"/>
                <a:ea typeface="Microsoft YaHei"/>
              </a:rPr>
              <a:t>show policy-map control-plane input</a:t>
            </a:r>
            <a:endParaRPr lang="en-US" sz="1800" b="0" u="none" strike="noStrike">
              <a:solidFill>
                <a:schemeClr val="dk1"/>
              </a:solidFill>
              <a:effectLst/>
              <a:uFillTx/>
              <a:latin typeface="Aptos"/>
            </a:endParaRPr>
          </a:p>
          <a:p>
            <a:pPr indent="0" algn="l" defTabSz="914400">
              <a:lnSpc>
                <a:spcPct val="90000"/>
              </a:lnSpc>
              <a:spcBef>
                <a:spcPts val="717"/>
              </a:spcBef>
              <a:buNone/>
              <a:tabLst>
                <a:tab pos="0" algn="l"/>
              </a:tabLst>
            </a:pPr>
            <a:r>
              <a:rPr lang="en-US" sz="1800" b="1" u="none" strike="noStrike">
                <a:solidFill>
                  <a:schemeClr val="dk1"/>
                </a:solidFill>
                <a:effectLst/>
                <a:uFillTx/>
                <a:latin typeface="Arial"/>
                <a:ea typeface="Microsoft YaHei"/>
              </a:rPr>
              <a:t>Device Hardening: </a:t>
            </a:r>
            <a:r>
              <a:rPr lang="en-US" sz="1800" b="0" u="none" strike="noStrike">
                <a:solidFill>
                  <a:schemeClr val="dk1"/>
                </a:solidFill>
                <a:effectLst/>
                <a:uFillTx/>
                <a:latin typeface="Arial"/>
                <a:ea typeface="Microsoft YaHei"/>
              </a:rPr>
              <a:t>Disabling unnecessary services improves overall security posture of the device and reduces CPU and memory load.</a:t>
            </a:r>
            <a:endParaRPr lang="en-US" sz="1800" b="0" u="none" strike="noStrike">
              <a:solidFill>
                <a:schemeClr val="dk1"/>
              </a:solidFill>
              <a:effectLst/>
              <a:uFillTx/>
              <a:latin typeface="Aptos"/>
            </a:endParaRPr>
          </a:p>
          <a:p>
            <a:pPr indent="0" algn="l" defTabSz="914400">
              <a:lnSpc>
                <a:spcPct val="90000"/>
              </a:lnSpc>
              <a:spcBef>
                <a:spcPts val="717"/>
              </a:spcBef>
              <a:buNone/>
              <a:tabLst>
                <a:tab pos="0" algn="l"/>
              </a:tabLst>
            </a:pPr>
            <a:r>
              <a:rPr lang="en-US" sz="1800" b="0" u="none" strike="noStrike">
                <a:solidFill>
                  <a:schemeClr val="dk1"/>
                </a:solidFill>
                <a:effectLst/>
                <a:uFillTx/>
                <a:latin typeface="Arial"/>
                <a:ea typeface="Microsoft YaHei"/>
              </a:rPr>
              <a:t>Below services can be disabled:</a:t>
            </a:r>
            <a:endParaRPr lang="en-US" sz="1800" b="0" u="none" strike="noStrike">
              <a:solidFill>
                <a:schemeClr val="dk1"/>
              </a:solidFill>
              <a:effectLst/>
              <a:uFillTx/>
              <a:latin typeface="Aptos"/>
            </a:endParaRPr>
          </a:p>
          <a:p>
            <a:pPr indent="0" algn="l" defTabSz="914400">
              <a:lnSpc>
                <a:spcPct val="90000"/>
              </a:lnSpc>
              <a:spcBef>
                <a:spcPts val="717"/>
              </a:spcBef>
              <a:buNone/>
              <a:tabLst>
                <a:tab pos="0" algn="l"/>
              </a:tabLst>
            </a:pPr>
            <a:r>
              <a:rPr lang="en-US" sz="1800" b="1" u="none" strike="noStrike">
                <a:solidFill>
                  <a:schemeClr val="dk1"/>
                </a:solidFill>
                <a:effectLst/>
                <a:uFillTx/>
                <a:latin typeface="Arial"/>
                <a:ea typeface="Microsoft YaHei"/>
              </a:rPr>
              <a:t>Topology discovery tools</a:t>
            </a:r>
            <a:r>
              <a:rPr lang="en-US" sz="1800" b="0" u="none" strike="noStrike">
                <a:solidFill>
                  <a:schemeClr val="dk1"/>
                </a:solidFill>
                <a:effectLst/>
                <a:uFillTx/>
                <a:latin typeface="Arial"/>
                <a:ea typeface="Microsoft YaHei"/>
              </a:rPr>
              <a:t>: CDP and LLDP can provide unnecessary information to routers outside your control. Disable with </a:t>
            </a:r>
            <a:r>
              <a:rPr lang="en-US" sz="1600" b="1" u="none" strike="noStrike">
                <a:solidFill>
                  <a:schemeClr val="dk1"/>
                </a:solidFill>
                <a:effectLst/>
                <a:uFillTx/>
                <a:latin typeface="Arial"/>
                <a:ea typeface="Microsoft YaHei"/>
              </a:rPr>
              <a:t>no cdp enable</a:t>
            </a:r>
            <a:r>
              <a:rPr lang="en-US" sz="1800" b="0" u="none" strike="noStrike">
                <a:solidFill>
                  <a:schemeClr val="dk1"/>
                </a:solidFill>
                <a:effectLst/>
                <a:uFillTx/>
                <a:latin typeface="Arial"/>
                <a:ea typeface="Microsoft YaHei"/>
              </a:rPr>
              <a:t>, </a:t>
            </a:r>
            <a:r>
              <a:rPr lang="en-US" sz="1600" b="1" u="none" strike="noStrike">
                <a:solidFill>
                  <a:schemeClr val="dk1"/>
                </a:solidFill>
                <a:effectLst/>
                <a:uFillTx/>
                <a:latin typeface="Arial"/>
                <a:ea typeface="Microsoft YaHei"/>
              </a:rPr>
              <a:t>no lldp transmit</a:t>
            </a:r>
            <a:r>
              <a:rPr lang="en-US" sz="1800" b="0" u="none" strike="noStrike">
                <a:solidFill>
                  <a:schemeClr val="dk1"/>
                </a:solidFill>
                <a:effectLst/>
                <a:uFillTx/>
                <a:latin typeface="Arial"/>
                <a:ea typeface="Microsoft YaHei"/>
              </a:rPr>
              <a:t> and </a:t>
            </a:r>
            <a:r>
              <a:rPr lang="en-US" sz="1600" b="1" u="none" strike="noStrike">
                <a:solidFill>
                  <a:schemeClr val="dk1"/>
                </a:solidFill>
                <a:effectLst/>
                <a:uFillTx/>
                <a:latin typeface="Arial"/>
                <a:ea typeface="Microsoft YaHei"/>
              </a:rPr>
              <a:t>no lldp receive</a:t>
            </a:r>
            <a:r>
              <a:rPr lang="en-US" sz="1800" b="0" u="none" strike="noStrike">
                <a:solidFill>
                  <a:schemeClr val="dk1"/>
                </a:solidFill>
                <a:effectLst/>
                <a:uFillTx/>
                <a:latin typeface="Arial"/>
                <a:ea typeface="Microsoft YaHei"/>
              </a:rPr>
              <a:t> in interface configuration mode.</a:t>
            </a:r>
            <a:endParaRPr lang="en-US" sz="1800" b="0" u="none" strike="noStrike">
              <a:solidFill>
                <a:schemeClr val="dk1"/>
              </a:solidFill>
              <a:effectLst/>
              <a:uFillTx/>
              <a:latin typeface="Aptos"/>
            </a:endParaRPr>
          </a:p>
          <a:p>
            <a:pPr indent="0" algn="l" defTabSz="914400">
              <a:lnSpc>
                <a:spcPct val="90000"/>
              </a:lnSpc>
              <a:spcBef>
                <a:spcPts val="717"/>
              </a:spcBef>
              <a:buNone/>
              <a:tabLst>
                <a:tab pos="0" algn="l"/>
              </a:tabLst>
            </a:pPr>
            <a:r>
              <a:rPr lang="en-US" sz="1800" b="1" u="none" strike="noStrike">
                <a:solidFill>
                  <a:schemeClr val="dk1"/>
                </a:solidFill>
                <a:effectLst/>
                <a:uFillTx/>
                <a:latin typeface="Arial"/>
                <a:ea typeface="Microsoft YaHei"/>
              </a:rPr>
              <a:t>TCP and UDP small services</a:t>
            </a:r>
            <a:r>
              <a:rPr lang="en-US" sz="1800" b="0" u="none" strike="noStrike">
                <a:solidFill>
                  <a:schemeClr val="dk1"/>
                </a:solidFill>
                <a:effectLst/>
                <a:uFillTx/>
                <a:latin typeface="Arial"/>
                <a:ea typeface="Microsoft YaHei"/>
              </a:rPr>
              <a:t>: </a:t>
            </a:r>
            <a:r>
              <a:rPr lang="en-US" sz="1600" b="1" u="none" strike="noStrike">
                <a:solidFill>
                  <a:schemeClr val="dk1"/>
                </a:solidFill>
                <a:effectLst/>
                <a:uFillTx/>
                <a:latin typeface="Arial"/>
                <a:ea typeface="Microsoft YaHei"/>
              </a:rPr>
              <a:t>service tcp-keepalive-in</a:t>
            </a:r>
            <a:r>
              <a:rPr lang="en-US" sz="1800" b="0" u="none" strike="noStrike">
                <a:solidFill>
                  <a:schemeClr val="dk1"/>
                </a:solidFill>
                <a:effectLst/>
                <a:uFillTx/>
                <a:latin typeface="Arial"/>
                <a:ea typeface="Microsoft YaHei"/>
              </a:rPr>
              <a:t> and </a:t>
            </a:r>
            <a:r>
              <a:rPr lang="en-US" sz="1600" b="1" u="none" strike="noStrike">
                <a:solidFill>
                  <a:schemeClr val="dk1"/>
                </a:solidFill>
                <a:effectLst/>
                <a:uFillTx/>
                <a:latin typeface="Arial"/>
                <a:ea typeface="Microsoft YaHei"/>
              </a:rPr>
              <a:t>service tcp-keepalive-out</a:t>
            </a:r>
            <a:r>
              <a:rPr lang="en-US" sz="1800" b="0" u="none" strike="noStrike">
                <a:solidFill>
                  <a:schemeClr val="dk1"/>
                </a:solidFill>
                <a:effectLst/>
                <a:uFillTx/>
                <a:latin typeface="Arial"/>
                <a:ea typeface="Microsoft YaHei"/>
              </a:rPr>
              <a:t> ensure that devices send TCP keepalives for inbound/outbound TCP sessions. This cleans up orphaned and half open TCP connections by making sure remote TCP endpoint sends keepalives.</a:t>
            </a:r>
            <a:endParaRPr lang="en-US" sz="1800" b="0" u="none" strike="noStrike">
              <a:solidFill>
                <a:schemeClr val="dk1"/>
              </a:solidFill>
              <a:effectLst/>
              <a:uFillTx/>
              <a:latin typeface="Aptos"/>
            </a:endParaRPr>
          </a:p>
          <a:p>
            <a:pPr indent="0" algn="l" defTabSz="914400">
              <a:lnSpc>
                <a:spcPct val="90000"/>
              </a:lnSpc>
              <a:spcBef>
                <a:spcPts val="717"/>
              </a:spcBef>
              <a:buNone/>
              <a:tabLst>
                <a:tab pos="0" algn="l"/>
              </a:tabLst>
            </a:pPr>
            <a:r>
              <a:rPr lang="en-US" sz="1800" b="1" u="none" strike="noStrike">
                <a:solidFill>
                  <a:schemeClr val="dk1"/>
                </a:solidFill>
                <a:effectLst/>
                <a:uFillTx/>
                <a:latin typeface="Arial"/>
                <a:ea typeface="Microsoft YaHei"/>
              </a:rPr>
              <a:t>IP redirect services: </a:t>
            </a:r>
            <a:r>
              <a:rPr lang="en-US" sz="1600" b="1" u="none" strike="noStrike">
                <a:solidFill>
                  <a:schemeClr val="dk1"/>
                </a:solidFill>
                <a:effectLst/>
                <a:uFillTx/>
                <a:latin typeface="Arial"/>
                <a:ea typeface="Microsoft YaHei"/>
              </a:rPr>
              <a:t>no ip redirects</a:t>
            </a:r>
            <a:r>
              <a:rPr lang="en-US" sz="1800" b="1" u="none" strike="noStrike">
                <a:solidFill>
                  <a:schemeClr val="dk1"/>
                </a:solidFill>
                <a:effectLst/>
                <a:uFillTx/>
                <a:latin typeface="Arial"/>
                <a:ea typeface="Microsoft YaHei"/>
              </a:rPr>
              <a:t> </a:t>
            </a:r>
            <a:r>
              <a:rPr lang="en-US" sz="1800" b="0" u="none" strike="noStrike">
                <a:solidFill>
                  <a:schemeClr val="dk1"/>
                </a:solidFill>
                <a:effectLst/>
                <a:uFillTx/>
                <a:latin typeface="Arial"/>
                <a:ea typeface="Microsoft YaHei"/>
              </a:rPr>
              <a:t>command under interface configuration stops</a:t>
            </a:r>
            <a:r>
              <a:rPr lang="en-US" sz="1800" b="1" u="none" strike="noStrike">
                <a:solidFill>
                  <a:schemeClr val="dk1"/>
                </a:solidFill>
                <a:effectLst/>
                <a:uFillTx/>
                <a:latin typeface="Arial"/>
                <a:ea typeface="Microsoft YaHei"/>
              </a:rPr>
              <a:t> </a:t>
            </a:r>
            <a:r>
              <a:rPr lang="en-US" sz="1800" b="0" u="none" strike="noStrike">
                <a:solidFill>
                  <a:schemeClr val="dk1"/>
                </a:solidFill>
                <a:effectLst/>
                <a:uFillTx/>
                <a:latin typeface="Arial"/>
                <a:ea typeface="Microsoft YaHei"/>
              </a:rPr>
              <a:t>ICMP redirect which is used to inform existence of better path to traffic that is hairpining on a router. Traffic hairpining is forcing packets to take path via the router regardless of other best paths. It is done if traffic needs to be inspected for security reason or NAT translation is needed to reach the destination. </a:t>
            </a:r>
            <a:endParaRPr lang="en-US" sz="1800" b="0" u="none" strike="noStrike">
              <a:solidFill>
                <a:schemeClr val="dk1"/>
              </a:solidFill>
              <a:effectLst/>
              <a:uFillTx/>
              <a:latin typeface="Aptos"/>
            </a:endParaRPr>
          </a:p>
          <a:p>
            <a:pPr indent="0" algn="l" defTabSz="914400">
              <a:lnSpc>
                <a:spcPct val="90000"/>
              </a:lnSpc>
              <a:spcBef>
                <a:spcPts val="717"/>
              </a:spcBef>
              <a:buNone/>
              <a:tabLst>
                <a:tab pos="0" algn="l"/>
              </a:tabLst>
            </a:pPr>
            <a:r>
              <a:rPr lang="en-US" sz="1800" b="1" u="none" strike="noStrike">
                <a:solidFill>
                  <a:schemeClr val="dk1"/>
                </a:solidFill>
                <a:effectLst/>
                <a:uFillTx/>
                <a:latin typeface="Arial"/>
                <a:ea typeface="Microsoft YaHei"/>
              </a:rPr>
              <a:t>Proxy ARP</a:t>
            </a:r>
            <a:r>
              <a:rPr lang="en-US" sz="1800" b="0" u="none" strike="noStrike">
                <a:solidFill>
                  <a:schemeClr val="dk1"/>
                </a:solidFill>
                <a:effectLst/>
                <a:uFillTx/>
                <a:latin typeface="Arial"/>
                <a:ea typeface="Microsoft YaHei"/>
              </a:rPr>
              <a:t>: </a:t>
            </a:r>
            <a:r>
              <a:rPr lang="en-US" sz="1600" b="1" u="none" strike="noStrike">
                <a:solidFill>
                  <a:schemeClr val="dk1"/>
                </a:solidFill>
                <a:effectLst/>
                <a:uFillTx/>
                <a:latin typeface="Arial"/>
                <a:ea typeface="Microsoft YaHei"/>
              </a:rPr>
              <a:t>no ip proxy-arp</a:t>
            </a:r>
            <a:r>
              <a:rPr lang="en-US" sz="1800" b="1" u="none" strike="noStrike">
                <a:solidFill>
                  <a:schemeClr val="dk1"/>
                </a:solidFill>
                <a:effectLst/>
                <a:uFillTx/>
                <a:latin typeface="Arial"/>
                <a:ea typeface="Microsoft YaHei"/>
              </a:rPr>
              <a:t> </a:t>
            </a:r>
            <a:r>
              <a:rPr lang="en-US" sz="1800" b="0" u="none" strike="noStrike">
                <a:solidFill>
                  <a:schemeClr val="dk1"/>
                </a:solidFill>
                <a:effectLst/>
                <a:uFillTx/>
                <a:latin typeface="Arial"/>
                <a:ea typeface="Microsoft YaHei"/>
              </a:rPr>
              <a:t>disables proxy arp. Router with proxy arp replies to arp requests on behalf of other devices.</a:t>
            </a:r>
            <a:endParaRPr lang="en-US" sz="1800" b="0" u="none" strike="noStrike">
              <a:solidFill>
                <a:schemeClr val="dk1"/>
              </a:solidFill>
              <a:effectLst/>
              <a:uFillTx/>
              <a:latin typeface="Aptos"/>
            </a:endParaRPr>
          </a:p>
          <a:p>
            <a:pPr indent="0" algn="l" defTabSz="914400">
              <a:lnSpc>
                <a:spcPct val="90000"/>
              </a:lnSpc>
              <a:spcBef>
                <a:spcPts val="717"/>
              </a:spcBef>
              <a:buNone/>
              <a:tabLst>
                <a:tab pos="0" algn="l"/>
              </a:tabLst>
            </a:pPr>
            <a:r>
              <a:rPr lang="en-US" sz="1800" b="1" u="none" strike="noStrike">
                <a:solidFill>
                  <a:schemeClr val="dk1"/>
                </a:solidFill>
                <a:effectLst/>
                <a:uFillTx/>
                <a:latin typeface="Arial"/>
                <a:ea typeface="Microsoft YaHei"/>
              </a:rPr>
              <a:t>Service configuration</a:t>
            </a:r>
            <a:r>
              <a:rPr lang="en-US" sz="1800" b="0" u="none" strike="noStrike">
                <a:solidFill>
                  <a:schemeClr val="dk1"/>
                </a:solidFill>
                <a:effectLst/>
                <a:uFillTx/>
                <a:latin typeface="Arial"/>
                <a:ea typeface="Microsoft YaHei"/>
              </a:rPr>
              <a:t>: Cisco devices support automatic configuration from remote TFTP. This should be disabled with </a:t>
            </a:r>
            <a:r>
              <a:rPr lang="en-US" sz="1600" b="1" u="none" strike="noStrike">
                <a:solidFill>
                  <a:schemeClr val="dk1"/>
                </a:solidFill>
                <a:effectLst/>
                <a:uFillTx/>
                <a:latin typeface="Arial"/>
                <a:ea typeface="Microsoft YaHei"/>
              </a:rPr>
              <a:t>no service config</a:t>
            </a:r>
            <a:endParaRPr lang="en-US" sz="1600" b="0" u="none" strike="noStrike">
              <a:solidFill>
                <a:schemeClr val="dk1"/>
              </a:solidFill>
              <a:effectLst/>
              <a:uFillTx/>
              <a:latin typeface="Aptos"/>
            </a:endParaRPr>
          </a:p>
          <a:p>
            <a:pPr indent="0" algn="l" defTabSz="914400">
              <a:lnSpc>
                <a:spcPct val="90000"/>
              </a:lnSpc>
              <a:spcBef>
                <a:spcPts val="717"/>
              </a:spcBef>
              <a:buNone/>
              <a:tabLst>
                <a:tab pos="0" algn="l"/>
              </a:tabLst>
            </a:pPr>
            <a:endParaRPr lang="en-US" sz="1800" b="0" u="none" strike="noStrike">
              <a:solidFill>
                <a:schemeClr val="dk1"/>
              </a:solidFill>
              <a:effectLst/>
              <a:uFillTx/>
              <a:latin typeface="Aptos"/>
            </a:endParaRPr>
          </a:p>
          <a:p>
            <a:pPr indent="0" algn="l" defTabSz="914400">
              <a:lnSpc>
                <a:spcPct val="90000"/>
              </a:lnSpc>
              <a:spcBef>
                <a:spcPts val="717"/>
              </a:spcBef>
              <a:buNone/>
              <a:tabLst>
                <a:tab pos="0" algn="l"/>
              </a:tabLst>
            </a:pPr>
            <a:endParaRPr lang="en-US" sz="1800" b="0" u="none" strike="noStrike">
              <a:solidFill>
                <a:schemeClr val="dk1"/>
              </a:solidFill>
              <a:effectLst/>
              <a:uFillTx/>
              <a:latin typeface="Aptos"/>
            </a:endParaRPr>
          </a:p>
          <a:p>
            <a:pPr marL="270000" indent="0" algn="l" defTabSz="914400">
              <a:lnSpc>
                <a:spcPct val="90000"/>
              </a:lnSpc>
              <a:spcBef>
                <a:spcPts val="717"/>
              </a:spcBef>
              <a:buNone/>
              <a:tabLst>
                <a:tab pos="0" algn="l"/>
              </a:tabLst>
            </a:pPr>
            <a:endParaRPr lang="en-US" sz="1400" b="0" u="none" strike="noStrike">
              <a:solidFill>
                <a:schemeClr val="dk1"/>
              </a:solidFill>
              <a:effectLst/>
              <a:uFillTx/>
              <a:latin typeface="Aptos"/>
            </a:endParaRPr>
          </a:p>
          <a:p>
            <a:pPr marL="270000" indent="0" algn="l" defTabSz="914400">
              <a:lnSpc>
                <a:spcPct val="90000"/>
              </a:lnSpc>
              <a:spcBef>
                <a:spcPts val="717"/>
              </a:spcBef>
              <a:buNone/>
              <a:tabLst>
                <a:tab pos="0" algn="l"/>
              </a:tabLst>
            </a:pPr>
            <a:endParaRPr lang="en-US" sz="20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1200" b="0" u="none" strike="noStrike">
                <a:solidFill>
                  <a:schemeClr val="dk1"/>
                </a:solidFill>
                <a:effectLst/>
                <a:uFillTx/>
                <a:latin typeface="Arial"/>
                <a:ea typeface="Microsoft YaHei"/>
              </a:rPr>
              <a:t>     </a:t>
            </a:r>
            <a:endParaRPr lang="en-US" sz="1200" b="0" u="none" strike="noStrike">
              <a:solidFill>
                <a:schemeClr val="dk1"/>
              </a:solidFill>
              <a:effectLst/>
              <a:uFillTx/>
              <a:latin typeface="Aptos"/>
            </a:endParaRPr>
          </a:p>
          <a:p>
            <a:pPr indent="0" algn="l" defTabSz="914400">
              <a:lnSpc>
                <a:spcPct val="90000"/>
              </a:lnSpc>
              <a:spcBef>
                <a:spcPts val="717"/>
              </a:spcBef>
              <a:buNone/>
              <a:tabLst>
                <a:tab pos="0" algn="l"/>
              </a:tabLst>
            </a:pPr>
            <a:endParaRPr lang="en-US" sz="1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1400" b="0" u="none" strike="noStrike">
              <a:solidFill>
                <a:schemeClr val="dk1"/>
              </a:solidFill>
              <a:effectLst/>
              <a:uFillTx/>
              <a:latin typeface="Aptos"/>
            </a:endParaRPr>
          </a:p>
        </p:txBody>
      </p:sp>
      <p:sp>
        <p:nvSpPr>
          <p:cNvPr id="171" name="Rectangle 170"/>
          <p:cNvSpPr/>
          <p:nvPr/>
        </p:nvSpPr>
        <p:spPr>
          <a:xfrm>
            <a:off x="189360" y="5442480"/>
            <a:ext cx="4317840" cy="897840"/>
          </a:xfrm>
          <a:prstGeom prst="rect">
            <a:avLst/>
          </a:prstGeom>
          <a:noFill/>
          <a:ln w="0">
            <a:noFill/>
          </a:ln>
        </p:spPr>
        <p:style>
          <a:lnRef idx="0"/>
          <a:fillRef idx="0"/>
          <a:effectRef idx="0"/>
          <a:fontRef idx="minor"/>
        </p:style>
        <p:txBody>
          <a:bodyPr lIns="90000" tIns="45000" rIns="90000" bIns="45000" anchor="t">
            <a:spAutoFit/>
          </a:bodyPr>
          <a:p>
            <a:endParaRPr lang="en-AU" sz="1800" b="0" u="none" strike="noStrike">
              <a:solidFill>
                <a:srgbClr val="000000"/>
              </a:solidFill>
              <a:effectLst/>
              <a:uFillTx/>
              <a:latin typeface="Arial"/>
            </a:endParaRPr>
          </a:p>
        </p:txBody>
      </p:sp>
      <p:sp>
        <p:nvSpPr>
          <p:cNvPr id="172" name="Rectangle 171"/>
          <p:cNvSpPr/>
          <p:nvPr/>
        </p:nvSpPr>
        <p:spPr>
          <a:xfrm>
            <a:off x="3817440" y="2792880"/>
            <a:ext cx="179280" cy="372600"/>
          </a:xfrm>
          <a:prstGeom prst="rect">
            <a:avLst/>
          </a:prstGeom>
          <a:noFill/>
          <a:ln w="0">
            <a:noFill/>
          </a:ln>
        </p:spPr>
        <p:style>
          <a:lnRef idx="0"/>
          <a:fillRef idx="0"/>
          <a:effectRef idx="0"/>
          <a:fontRef idx="minor"/>
        </p:style>
        <p:txBody>
          <a:bodyPr lIns="89640" tIns="45000" rIns="89640" bIns="45000" anchor="t">
            <a:spAutoFit/>
          </a:bodyPr>
          <a:p>
            <a:endParaRPr lang="en-AU" sz="1800" b="0" u="none" strike="noStrike">
              <a:solidFill>
                <a:srgbClr val="000000"/>
              </a:solidFill>
              <a:effectLst/>
              <a:uFillTx/>
              <a:latin typeface="Arial"/>
            </a:endParaRPr>
          </a:p>
        </p:txBody>
      </p:sp>
      <p:sp>
        <p:nvSpPr>
          <p:cNvPr id="173" name="Rectangle 172"/>
          <p:cNvSpPr/>
          <p:nvPr/>
        </p:nvSpPr>
        <p:spPr>
          <a:xfrm>
            <a:off x="108000" y="1332000"/>
            <a:ext cx="4391280" cy="1741680"/>
          </a:xfrm>
          <a:prstGeom prst="rect">
            <a:avLst/>
          </a:prstGeom>
          <a:noFill/>
          <a:ln w="0">
            <a:noFill/>
          </a:ln>
        </p:spPr>
        <p:style>
          <a:lnRef idx="0"/>
          <a:fillRef idx="0"/>
          <a:effectRef idx="0"/>
          <a:fontRef idx="minor"/>
        </p:style>
        <p:txBody>
          <a:bodyPr lIns="90000" tIns="45000" rIns="90000" bIns="45000" anchor="t">
            <a:spAutoFit/>
          </a:bodyPr>
          <a:p>
            <a:pPr defTabSz="914400">
              <a:lnSpc>
                <a:spcPct val="90000"/>
              </a:lnSpc>
            </a:pPr>
            <a:endParaRPr lang="en-AU" sz="1200" b="0" u="none" strike="noStrike">
              <a:solidFill>
                <a:srgbClr val="000000"/>
              </a:solidFill>
              <a:effectLst/>
              <a:uFillTx/>
              <a:latin typeface="Arial"/>
            </a:endParaRPr>
          </a:p>
          <a:p>
            <a:pPr defTabSz="914400">
              <a:lnSpc>
                <a:spcPct val="90000"/>
              </a:lnSpc>
            </a:pPr>
            <a:endParaRPr lang="en-AU" sz="1400" b="0" u="none" strike="noStrike">
              <a:solidFill>
                <a:srgbClr val="000000"/>
              </a:solidFill>
              <a:effectLst/>
              <a:uFillTx/>
              <a:latin typeface="Arial"/>
            </a:endParaRPr>
          </a:p>
          <a:p>
            <a:pPr marL="360000" defTabSz="914400">
              <a:lnSpc>
                <a:spcPct val="90000"/>
              </a:lnSpc>
            </a:pPr>
            <a:r>
              <a:rPr lang="en-US" sz="1400" b="0" u="none" strike="noStrike">
                <a:solidFill>
                  <a:schemeClr val="dk1"/>
                </a:solidFill>
                <a:effectLst/>
                <a:uFillTx/>
                <a:latin typeface="Arial"/>
                <a:ea typeface="Microsoft YaHei"/>
              </a:rPr>
              <a:t>	</a:t>
            </a:r>
            <a:endParaRPr lang="en-AU" sz="1400" b="0" u="none" strike="noStrike">
              <a:solidFill>
                <a:srgbClr val="000000"/>
              </a:solidFill>
              <a:effectLst/>
              <a:uFillTx/>
              <a:latin typeface="Arial"/>
            </a:endParaRPr>
          </a:p>
          <a:p>
            <a:pPr defTabSz="914400">
              <a:lnSpc>
                <a:spcPct val="90000"/>
              </a:lnSpc>
            </a:pPr>
            <a:r>
              <a:rPr lang="en-US" sz="1400" b="0" u="none" strike="noStrike">
                <a:solidFill>
                  <a:schemeClr val="dk1"/>
                </a:solidFill>
                <a:effectLst/>
                <a:uFillTx/>
                <a:latin typeface="Arial"/>
                <a:ea typeface="Microsoft YaHei"/>
              </a:rPr>
              <a:t> </a:t>
            </a:r>
            <a:endParaRPr lang="en-AU" sz="1400" b="0" u="none" strike="noStrike">
              <a:solidFill>
                <a:srgbClr val="000000"/>
              </a:solidFill>
              <a:effectLst/>
              <a:uFillTx/>
              <a:latin typeface="Arial"/>
            </a:endParaRPr>
          </a:p>
          <a:p>
            <a:pPr defTabSz="914400">
              <a:lnSpc>
                <a:spcPct val="90000"/>
              </a:lnSpc>
            </a:pPr>
            <a:endParaRPr lang="en-AU" sz="1400" b="0" u="none" strike="noStrike">
              <a:solidFill>
                <a:srgbClr val="000000"/>
              </a:solidFill>
              <a:effectLst/>
              <a:uFillTx/>
              <a:latin typeface="Arial"/>
            </a:endParaRPr>
          </a:p>
          <a:p>
            <a:pPr defTabSz="914400">
              <a:lnSpc>
                <a:spcPct val="100000"/>
              </a:lnSpc>
            </a:pPr>
            <a:endParaRPr lang="en-AU" sz="1400" b="0" u="none" strike="noStrike">
              <a:solidFill>
                <a:srgbClr val="000000"/>
              </a:solidFill>
              <a:effectLst/>
              <a:uFillTx/>
              <a:latin typeface="Arial"/>
            </a:endParaRPr>
          </a:p>
          <a:p>
            <a:pPr defTabSz="914400">
              <a:lnSpc>
                <a:spcPct val="100000"/>
              </a:lnSpc>
            </a:pPr>
            <a:endParaRPr lang="en-AU" sz="1600" b="0" u="none" strike="noStrike">
              <a:solidFill>
                <a:srgbClr val="000000"/>
              </a:solidFill>
              <a:effectLst/>
              <a:uFillTx/>
              <a:latin typeface="Arial"/>
            </a:endParaRPr>
          </a:p>
          <a:p>
            <a:pPr defTabSz="914400">
              <a:lnSpc>
                <a:spcPct val="100000"/>
              </a:lnSpc>
            </a:pPr>
            <a:endParaRPr lang="en-AU" sz="1600" b="0" u="none" strike="noStrike">
              <a:solidFill>
                <a:srgbClr val="000000"/>
              </a:solidFill>
              <a:effectLst/>
              <a:uFillTx/>
              <a:latin typeface="Arial"/>
            </a:endParaRPr>
          </a:p>
        </p:txBody>
      </p:sp>
      <p:sp>
        <p:nvSpPr>
          <p:cNvPr id="174" name="TextBox 173"/>
          <p:cNvSpPr/>
          <p:nvPr/>
        </p:nvSpPr>
        <p:spPr>
          <a:xfrm>
            <a:off x="108000" y="1332000"/>
            <a:ext cx="4571280" cy="8268840"/>
          </a:xfrm>
          <a:prstGeom prst="rect">
            <a:avLst/>
          </a:prstGeom>
          <a:noFill/>
          <a:ln w="0">
            <a:noFill/>
          </a:ln>
        </p:spPr>
        <p:style>
          <a:lnRef idx="0"/>
          <a:fillRef idx="0"/>
          <a:effectRef idx="0"/>
          <a:fontRef idx="minor"/>
        </p:style>
        <p:txBody>
          <a:bodyPr lIns="0" tIns="0" rIns="0" bIns="0" anchor="t">
            <a:spAutoFit/>
          </a:bodyPr>
          <a:p>
            <a:pPr defTabSz="914400">
              <a:lnSpc>
                <a:spcPct val="90000"/>
              </a:lnSpc>
              <a:spcBef>
                <a:spcPts val="717"/>
              </a:spcBef>
            </a:pPr>
            <a:r>
              <a:rPr lang="en-US" sz="1800" b="1" u="none" strike="noStrike">
                <a:solidFill>
                  <a:schemeClr val="dk1"/>
                </a:solidFill>
                <a:effectLst/>
                <a:uFillTx/>
                <a:latin typeface="Arial"/>
                <a:ea typeface="Microsoft YaHei"/>
              </a:rPr>
              <a:t>Maintenance Operation Protocol (MOP) service:</a:t>
            </a:r>
            <a:r>
              <a:rPr lang="en-US" sz="1400" b="0" u="none" strike="noStrike">
                <a:solidFill>
                  <a:schemeClr val="dk1"/>
                </a:solidFill>
                <a:effectLst/>
                <a:uFillTx/>
                <a:latin typeface="Arial"/>
                <a:ea typeface="Microsoft YaHei"/>
              </a:rPr>
              <a:t> </a:t>
            </a:r>
            <a:r>
              <a:rPr lang="en-US" sz="1800" b="0" u="none" strike="noStrike">
                <a:solidFill>
                  <a:schemeClr val="dk1"/>
                </a:solidFill>
                <a:effectLst/>
                <a:uFillTx/>
                <a:latin typeface="Arial"/>
                <a:ea typeface="Microsoft YaHei"/>
              </a:rPr>
              <a:t>MOP should be disabled using command</a:t>
            </a:r>
            <a:r>
              <a:rPr lang="en-US" sz="1400" b="0" u="none" strike="noStrike">
                <a:solidFill>
                  <a:schemeClr val="dk1"/>
                </a:solidFill>
                <a:effectLst/>
                <a:uFillTx/>
                <a:latin typeface="Arial"/>
                <a:ea typeface="Microsoft YaHei"/>
              </a:rPr>
              <a:t> </a:t>
            </a:r>
            <a:r>
              <a:rPr lang="en-US" sz="1600" b="1" u="none" strike="noStrike">
                <a:solidFill>
                  <a:schemeClr val="dk1"/>
                </a:solidFill>
                <a:effectLst/>
                <a:uFillTx/>
                <a:latin typeface="Arial"/>
                <a:ea typeface="Microsoft YaHei"/>
              </a:rPr>
              <a:t>no mop enabled</a:t>
            </a:r>
            <a:r>
              <a:rPr lang="en-US" sz="1400" b="0" u="none" strike="noStrike">
                <a:solidFill>
                  <a:schemeClr val="dk1"/>
                </a:solidFill>
                <a:effectLst/>
                <a:uFillTx/>
                <a:latin typeface="Arial"/>
                <a:ea typeface="Microsoft YaHei"/>
              </a:rPr>
              <a:t> </a:t>
            </a:r>
            <a:r>
              <a:rPr lang="en-US" sz="1800" b="0" u="none" strike="noStrike">
                <a:solidFill>
                  <a:schemeClr val="dk1"/>
                </a:solidFill>
                <a:effectLst/>
                <a:uFillTx/>
                <a:latin typeface="Arial"/>
                <a:ea typeface="Microsoft YaHei"/>
              </a:rPr>
              <a:t>in global and interface configuration mode.</a:t>
            </a:r>
            <a:endParaRPr lang="en-AU" sz="1800" b="0" u="none" strike="noStrike">
              <a:solidFill>
                <a:srgbClr val="000000"/>
              </a:solidFill>
              <a:effectLst/>
              <a:uFillTx/>
              <a:latin typeface="Arial"/>
            </a:endParaRPr>
          </a:p>
          <a:p>
            <a:pPr defTabSz="914400">
              <a:lnSpc>
                <a:spcPct val="100000"/>
              </a:lnSpc>
            </a:pPr>
            <a:r>
              <a:rPr lang="en-AU" sz="1800" b="1" u="none" strike="noStrike">
                <a:solidFill>
                  <a:srgbClr val="000000"/>
                </a:solidFill>
                <a:effectLst/>
                <a:uFillTx/>
                <a:latin typeface="Arial"/>
                <a:ea typeface="Microsoft YaHei"/>
              </a:rPr>
              <a:t>Packet Assembler/Disassembler (PAD) Service:</a:t>
            </a:r>
            <a:r>
              <a:rPr lang="en-AU" sz="1800" b="0" u="none" strike="noStrike">
                <a:solidFill>
                  <a:srgbClr val="000000"/>
                </a:solidFill>
                <a:effectLst/>
                <a:uFillTx/>
                <a:latin typeface="Arial"/>
                <a:ea typeface="Microsoft YaHei"/>
              </a:rPr>
              <a:t> This service is needed for x.25 protocol. This can be disabled with </a:t>
            </a:r>
            <a:r>
              <a:rPr lang="en-AU" sz="1600" b="1" u="none" strike="noStrike">
                <a:solidFill>
                  <a:srgbClr val="000000"/>
                </a:solidFill>
                <a:effectLst/>
                <a:uFillTx/>
                <a:latin typeface="Arial"/>
                <a:ea typeface="Microsoft YaHei"/>
              </a:rPr>
              <a:t>no service pad</a:t>
            </a:r>
            <a:r>
              <a:rPr lang="en-AU" sz="1800" b="0" u="none" strike="noStrike">
                <a:solidFill>
                  <a:srgbClr val="000000"/>
                </a:solidFill>
                <a:effectLst/>
                <a:uFillTx/>
                <a:latin typeface="Arial"/>
                <a:ea typeface="Microsoft YaHei"/>
              </a:rPr>
              <a:t> </a:t>
            </a:r>
            <a:r>
              <a:rPr lang="en-US" sz="1800" b="0" u="none" strike="noStrike">
                <a:solidFill>
                  <a:schemeClr val="dk1"/>
                </a:solidFill>
                <a:effectLst/>
                <a:uFillTx/>
                <a:latin typeface="Arial"/>
                <a:ea typeface="Microsoft YaHei"/>
              </a:rPr>
              <a:t>command.</a:t>
            </a:r>
            <a:endParaRPr lang="en-AU" sz="1800" b="0" u="none" strike="noStrike">
              <a:solidFill>
                <a:srgbClr val="000000"/>
              </a:solidFill>
              <a:effectLst/>
              <a:uFillTx/>
              <a:latin typeface="Arial"/>
            </a:endParaRPr>
          </a:p>
          <a:p>
            <a:pPr defTabSz="914400">
              <a:lnSpc>
                <a:spcPct val="90000"/>
              </a:lnSpc>
              <a:spcBef>
                <a:spcPts val="717"/>
              </a:spcBef>
            </a:pPr>
            <a:endParaRPr lang="en-AU" sz="1400" b="0" u="none" strike="noStrike">
              <a:solidFill>
                <a:srgbClr val="000000"/>
              </a:solidFill>
              <a:effectLst/>
              <a:uFillTx/>
              <a:latin typeface="Arial"/>
            </a:endParaRPr>
          </a:p>
          <a:p>
            <a:pPr defTabSz="914400">
              <a:lnSpc>
                <a:spcPct val="90000"/>
              </a:lnSpc>
              <a:spcBef>
                <a:spcPts val="717"/>
              </a:spcBef>
            </a:pPr>
            <a:endParaRPr lang="en-AU" sz="1400" b="0" u="none" strike="noStrike">
              <a:solidFill>
                <a:srgbClr val="000000"/>
              </a:solidFill>
              <a:effectLst/>
              <a:uFillTx/>
              <a:latin typeface="Arial"/>
            </a:endParaRPr>
          </a:p>
          <a:p>
            <a:pPr defTabSz="914400">
              <a:lnSpc>
                <a:spcPct val="90000"/>
              </a:lnSpc>
              <a:spcBef>
                <a:spcPts val="717"/>
              </a:spcBef>
            </a:pPr>
            <a:endParaRPr lang="en-AU" sz="1400" b="0" u="none" strike="noStrike">
              <a:solidFill>
                <a:srgbClr val="000000"/>
              </a:solidFill>
              <a:effectLst/>
              <a:uFillTx/>
              <a:latin typeface="Arial"/>
            </a:endParaRPr>
          </a:p>
          <a:p>
            <a:pPr defTabSz="914400">
              <a:lnSpc>
                <a:spcPct val="90000"/>
              </a:lnSpc>
              <a:spcBef>
                <a:spcPts val="717"/>
              </a:spcBef>
            </a:pPr>
            <a:endParaRPr lang="en-AU" sz="1400" b="0" u="none" strike="noStrike">
              <a:solidFill>
                <a:srgbClr val="000000"/>
              </a:solidFill>
              <a:effectLst/>
              <a:uFillTx/>
              <a:latin typeface="Arial"/>
            </a:endParaRPr>
          </a:p>
          <a:p>
            <a:pPr defTabSz="914400">
              <a:lnSpc>
                <a:spcPct val="90000"/>
              </a:lnSpc>
              <a:spcBef>
                <a:spcPts val="717"/>
              </a:spcBef>
            </a:pPr>
            <a:endParaRPr lang="en-AU"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pitchFamily="0" charset="1"/>
        <a:ea typeface=""/>
        <a:cs typeface=""/>
      </a:majorFont>
      <a:minorFont>
        <a:latin typeface="Aptos" panose="020B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office theme</Template>
  <TotalTime>487</TotalTime>
  <Application>LibreOffice/26.2.5.2$Windows_X86_64 LibreOffice_project/cd7284b4cbbfeb507e630c1aac019f4157393acb</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2013-07-15T20:26:40Z</dcterms:created>
  <dc:creator/>
  <dc:description/>
  <dc:language>en-AU</dc:language>
  <cp:lastModifiedBy/>
  <dcterms:modified xsi:type="dcterms:W3CDTF">2026-08-22T21:52:01Z</dcterms:modified>
  <cp:revision>751</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23</vt:i4>
  </property>
  <property fmtid="{D5CDD505-2E9C-101B-9397-08002B2CF9AE}" pid="3" name="PresentationFormat">
    <vt:lpwstr>Widescreen</vt:lpwstr>
  </property>
  <property fmtid="{D5CDD505-2E9C-101B-9397-08002B2CF9AE}" pid="4" name="Slides">
    <vt:i4>24</vt:i4>
  </property>
</Properties>
</file>