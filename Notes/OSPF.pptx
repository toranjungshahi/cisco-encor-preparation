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7" r:id="rId2"/>
    <p:sldId id="258" r:id="rId3"/>
    <p:sldId id="278" r:id="rId4"/>
    <p:sldId id="279" r:id="rId5"/>
    <p:sldId id="280" r:id="rId6"/>
    <p:sldId id="282" r:id="rId7"/>
    <p:sldId id="285" r:id="rId8"/>
    <p:sldId id="283" r:id="rId9"/>
    <p:sldId id="284" r:id="rId10"/>
    <p:sldId id="286" r:id="rId11"/>
    <p:sldId id="287" r:id="rId12"/>
    <p:sldId id="288" r:id="rId13"/>
    <p:sldId id="289" r:id="rId14"/>
    <p:sldId id="29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997711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22D35E-D41F-F64B-350B-18C9D3D57318}" v="281" dt="2026-06-10T02:04:13"/>
    <p1510:client id="{4AF992E8-58DB-475A-DD3D-36CB77A13748}" v="34" dt="2026-06-11T21:21:06.014"/>
    <p1510:client id="{CDA04A1C-7F6B-837B-56F6-3F732ED5C21C}" v="2619" dt="2026-06-11T02:45:21.819"/>
    <p1510:client id="{F403D624-7B89-5711-34BE-D33F26BC92E5}" v="58" dt="2026-06-11T08:01:26.5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ran Shahi" userId="9e80e87edecd0726" providerId="Windows Live" clId="Web-{7325E149-9C44-971A-1AB7-D983295808FC}"/>
    <pc:docChg chg="addSld modSld">
      <pc:chgData name="Toran Shahi" userId="9e80e87edecd0726" providerId="Windows Live" clId="Web-{7325E149-9C44-971A-1AB7-D983295808FC}" dt="2026-06-09T03:05:51.331" v="582" actId="20577"/>
      <pc:docMkLst>
        <pc:docMk/>
      </pc:docMkLst>
      <pc:sldChg chg="modSp">
        <pc:chgData name="Toran Shahi" userId="9e80e87edecd0726" providerId="Windows Live" clId="Web-{7325E149-9C44-971A-1AB7-D983295808FC}" dt="2026-06-09T02:42:50.508" v="2" actId="20577"/>
        <pc:sldMkLst>
          <pc:docMk/>
          <pc:sldMk cId="1925575984" sldId="257"/>
        </pc:sldMkLst>
        <pc:spChg chg="mod">
          <ac:chgData name="Toran Shahi" userId="9e80e87edecd0726" providerId="Windows Live" clId="Web-{7325E149-9C44-971A-1AB7-D983295808FC}" dt="2026-06-09T02:42:50.508" v="2" actId="20577"/>
          <ac:spMkLst>
            <pc:docMk/>
            <pc:sldMk cId="1925575984" sldId="257"/>
            <ac:spMk id="3" creationId="{ADCEFB9A-B525-9C48-9429-9E97E3B8A1DA}"/>
          </ac:spMkLst>
        </pc:spChg>
      </pc:sldChg>
      <pc:sldChg chg="modSp">
        <pc:chgData name="Toran Shahi" userId="9e80e87edecd0726" providerId="Windows Live" clId="Web-{7325E149-9C44-971A-1AB7-D983295808FC}" dt="2026-06-09T02:43:05.853" v="4" actId="20577"/>
        <pc:sldMkLst>
          <pc:docMk/>
          <pc:sldMk cId="332318772" sldId="283"/>
        </pc:sldMkLst>
        <pc:spChg chg="mod">
          <ac:chgData name="Toran Shahi" userId="9e80e87edecd0726" providerId="Windows Live" clId="Web-{7325E149-9C44-971A-1AB7-D983295808FC}" dt="2026-06-09T02:43:05.853" v="4" actId="20577"/>
          <ac:spMkLst>
            <pc:docMk/>
            <pc:sldMk cId="332318772" sldId="283"/>
            <ac:spMk id="2" creationId="{547F2968-7002-046D-0538-21C172D3E48D}"/>
          </ac:spMkLst>
        </pc:spChg>
      </pc:sldChg>
      <pc:sldChg chg="delSp modSp">
        <pc:chgData name="Toran Shahi" userId="9e80e87edecd0726" providerId="Windows Live" clId="Web-{7325E149-9C44-971A-1AB7-D983295808FC}" dt="2026-06-09T03:04:16.233" v="553" actId="20577"/>
        <pc:sldMkLst>
          <pc:docMk/>
          <pc:sldMk cId="1014866039" sldId="284"/>
        </pc:sldMkLst>
        <pc:spChg chg="mod">
          <ac:chgData name="Toran Shahi" userId="9e80e87edecd0726" providerId="Windows Live" clId="Web-{7325E149-9C44-971A-1AB7-D983295808FC}" dt="2026-06-09T02:43:09.915" v="5" actId="20577"/>
          <ac:spMkLst>
            <pc:docMk/>
            <pc:sldMk cId="1014866039" sldId="284"/>
            <ac:spMk id="2" creationId="{40800C5E-433D-9A7B-77DA-D127162A07B6}"/>
          </ac:spMkLst>
        </pc:spChg>
        <pc:spChg chg="mod">
          <ac:chgData name="Toran Shahi" userId="9e80e87edecd0726" providerId="Windows Live" clId="Web-{7325E149-9C44-971A-1AB7-D983295808FC}" dt="2026-06-09T03:04:16.233" v="553" actId="20577"/>
          <ac:spMkLst>
            <pc:docMk/>
            <pc:sldMk cId="1014866039" sldId="284"/>
            <ac:spMk id="3" creationId="{52A8C58B-8BF5-11DB-4B9D-BCCBF9DAE355}"/>
          </ac:spMkLst>
        </pc:spChg>
        <pc:spChg chg="mod">
          <ac:chgData name="Toran Shahi" userId="9e80e87edecd0726" providerId="Windows Live" clId="Web-{7325E149-9C44-971A-1AB7-D983295808FC}" dt="2026-06-09T03:02:58.855" v="551" actId="14100"/>
          <ac:spMkLst>
            <pc:docMk/>
            <pc:sldMk cId="1014866039" sldId="284"/>
            <ac:spMk id="6" creationId="{5BF32738-A9AA-9A13-E76C-EF0EB71F2E6F}"/>
          </ac:spMkLst>
        </pc:spChg>
      </pc:sldChg>
      <pc:sldChg chg="addSp modSp">
        <pc:chgData name="Toran Shahi" userId="9e80e87edecd0726" providerId="Windows Live" clId="Web-{7325E149-9C44-971A-1AB7-D983295808FC}" dt="2026-06-09T02:52:34.658" v="305"/>
        <pc:sldMkLst>
          <pc:docMk/>
          <pc:sldMk cId="1673422020" sldId="285"/>
        </pc:sldMkLst>
        <pc:spChg chg="mod">
          <ac:chgData name="Toran Shahi" userId="9e80e87edecd0726" providerId="Windows Live" clId="Web-{7325E149-9C44-971A-1AB7-D983295808FC}" dt="2026-06-09T02:43:01.337" v="3" actId="20577"/>
          <ac:spMkLst>
            <pc:docMk/>
            <pc:sldMk cId="1673422020" sldId="285"/>
            <ac:spMk id="2" creationId="{5F73CD5E-9296-46A7-7424-D155A99004E4}"/>
          </ac:spMkLst>
        </pc:spChg>
        <pc:spChg chg="mod">
          <ac:chgData name="Toran Shahi" userId="9e80e87edecd0726" providerId="Windows Live" clId="Web-{7325E149-9C44-971A-1AB7-D983295808FC}" dt="2026-06-09T02:44:04.668" v="23" actId="20577"/>
          <ac:spMkLst>
            <pc:docMk/>
            <pc:sldMk cId="1673422020" sldId="285"/>
            <ac:spMk id="3" creationId="{863C768C-F6B7-34F7-C0CB-F930BB663518}"/>
          </ac:spMkLst>
        </pc:spChg>
        <pc:graphicFrameChg chg="add mod modGraphic">
          <ac:chgData name="Toran Shahi" userId="9e80e87edecd0726" providerId="Windows Live" clId="Web-{7325E149-9C44-971A-1AB7-D983295808FC}" dt="2026-06-09T02:52:05.031" v="299" actId="1076"/>
          <ac:graphicFrameMkLst>
            <pc:docMk/>
            <pc:sldMk cId="1673422020" sldId="285"/>
            <ac:graphicFrameMk id="4" creationId="{CD88AFA8-546C-717B-F24A-6B532C2A2F5F}"/>
          </ac:graphicFrameMkLst>
        </pc:graphicFrameChg>
        <pc:graphicFrameChg chg="mod modGraphic">
          <ac:chgData name="Toran Shahi" userId="9e80e87edecd0726" providerId="Windows Live" clId="Web-{7325E149-9C44-971A-1AB7-D983295808FC}" dt="2026-06-09T02:52:34.658" v="305"/>
          <ac:graphicFrameMkLst>
            <pc:docMk/>
            <pc:sldMk cId="1673422020" sldId="285"/>
            <ac:graphicFrameMk id="5" creationId="{DF7E113C-36CB-3A24-314F-C6C0E790A74A}"/>
          </ac:graphicFrameMkLst>
        </pc:graphicFrameChg>
      </pc:sldChg>
      <pc:sldChg chg="addSp delSp modSp add replId">
        <pc:chgData name="Toran Shahi" userId="9e80e87edecd0726" providerId="Windows Live" clId="Web-{7325E149-9C44-971A-1AB7-D983295808FC}" dt="2026-06-09T03:05:51.331" v="582" actId="20577"/>
        <pc:sldMkLst>
          <pc:docMk/>
          <pc:sldMk cId="3010300105" sldId="286"/>
        </pc:sldMkLst>
        <pc:spChg chg="mod">
          <ac:chgData name="Toran Shahi" userId="9e80e87edecd0726" providerId="Windows Live" clId="Web-{7325E149-9C44-971A-1AB7-D983295808FC}" dt="2026-06-09T03:05:03.782" v="573" actId="14100"/>
          <ac:spMkLst>
            <pc:docMk/>
            <pc:sldMk cId="3010300105" sldId="286"/>
            <ac:spMk id="2" creationId="{DF00A23C-80AA-0ED2-5D15-C01DAEBA5A13}"/>
          </ac:spMkLst>
        </pc:spChg>
        <pc:spChg chg="mod">
          <ac:chgData name="Toran Shahi" userId="9e80e87edecd0726" providerId="Windows Live" clId="Web-{7325E149-9C44-971A-1AB7-D983295808FC}" dt="2026-06-09T03:05:51.331" v="582" actId="20577"/>
          <ac:spMkLst>
            <pc:docMk/>
            <pc:sldMk cId="3010300105" sldId="286"/>
            <ac:spMk id="3" creationId="{F624E542-C091-B9CB-8BFB-D363BE8E5DBD}"/>
          </ac:spMkLst>
        </pc:spChg>
      </pc:sldChg>
    </pc:docChg>
  </pc:docChgLst>
  <pc:docChgLst>
    <pc:chgData name="Toran Shahi" userId="9e80e87edecd0726" providerId="Windows Live" clId="Web-{4AF992E8-58DB-475A-DD3D-36CB77A13748}"/>
    <pc:docChg chg="modSld">
      <pc:chgData name="Toran Shahi" userId="9e80e87edecd0726" providerId="Windows Live" clId="Web-{4AF992E8-58DB-475A-DD3D-36CB77A13748}" dt="2026-06-11T21:21:06.014" v="33" actId="1076"/>
      <pc:docMkLst>
        <pc:docMk/>
      </pc:docMkLst>
      <pc:sldChg chg="modSp">
        <pc:chgData name="Toran Shahi" userId="9e80e87edecd0726" providerId="Windows Live" clId="Web-{4AF992E8-58DB-475A-DD3D-36CB77A13748}" dt="2026-06-11T21:21:06.014" v="33" actId="1076"/>
        <pc:sldMkLst>
          <pc:docMk/>
          <pc:sldMk cId="1588796297" sldId="280"/>
        </pc:sldMkLst>
        <pc:spChg chg="mod">
          <ac:chgData name="Toran Shahi" userId="9e80e87edecd0726" providerId="Windows Live" clId="Web-{4AF992E8-58DB-475A-DD3D-36CB77A13748}" dt="2026-06-11T21:20:44.810" v="32" actId="14100"/>
          <ac:spMkLst>
            <pc:docMk/>
            <pc:sldMk cId="1588796297" sldId="280"/>
            <ac:spMk id="2" creationId="{48F75845-98A4-00E0-BA34-6C57396A55D0}"/>
          </ac:spMkLst>
        </pc:spChg>
        <pc:spChg chg="mod">
          <ac:chgData name="Toran Shahi" userId="9e80e87edecd0726" providerId="Windows Live" clId="Web-{4AF992E8-58DB-475A-DD3D-36CB77A13748}" dt="2026-06-11T21:20:41.184" v="31" actId="14100"/>
          <ac:spMkLst>
            <pc:docMk/>
            <pc:sldMk cId="1588796297" sldId="280"/>
            <ac:spMk id="3" creationId="{CB86935B-0FB9-8612-06C6-C12452B74F34}"/>
          </ac:spMkLst>
        </pc:spChg>
        <pc:graphicFrameChg chg="mod">
          <ac:chgData name="Toran Shahi" userId="9e80e87edecd0726" providerId="Windows Live" clId="Web-{4AF992E8-58DB-475A-DD3D-36CB77A13748}" dt="2026-06-11T21:21:06.014" v="33" actId="1076"/>
          <ac:graphicFrameMkLst>
            <pc:docMk/>
            <pc:sldMk cId="1588796297" sldId="280"/>
            <ac:graphicFrameMk id="5" creationId="{12DC1061-195F-4A5A-1332-5FE8076EB55E}"/>
          </ac:graphicFrameMkLst>
        </pc:graphicFrameChg>
      </pc:sldChg>
      <pc:sldChg chg="modSp">
        <pc:chgData name="Toran Shahi" userId="9e80e87edecd0726" providerId="Windows Live" clId="Web-{4AF992E8-58DB-475A-DD3D-36CB77A13748}" dt="2026-06-11T21:18:20.439" v="20" actId="14100"/>
        <pc:sldMkLst>
          <pc:docMk/>
          <pc:sldMk cId="742778965" sldId="282"/>
        </pc:sldMkLst>
        <pc:spChg chg="mod">
          <ac:chgData name="Toran Shahi" userId="9e80e87edecd0726" providerId="Windows Live" clId="Web-{4AF992E8-58DB-475A-DD3D-36CB77A13748}" dt="2026-06-11T21:18:20.439" v="20" actId="14100"/>
          <ac:spMkLst>
            <pc:docMk/>
            <pc:sldMk cId="742778965" sldId="282"/>
            <ac:spMk id="2" creationId="{A6DD6F61-5068-0D90-FE29-AA656D20A0D0}"/>
          </ac:spMkLst>
        </pc:spChg>
      </pc:sldChg>
      <pc:sldChg chg="modSp">
        <pc:chgData name="Toran Shahi" userId="9e80e87edecd0726" providerId="Windows Live" clId="Web-{4AF992E8-58DB-475A-DD3D-36CB77A13748}" dt="2026-06-11T21:18:35.612" v="22" actId="14100"/>
        <pc:sldMkLst>
          <pc:docMk/>
          <pc:sldMk cId="332318772" sldId="283"/>
        </pc:sldMkLst>
        <pc:spChg chg="mod">
          <ac:chgData name="Toran Shahi" userId="9e80e87edecd0726" providerId="Windows Live" clId="Web-{4AF992E8-58DB-475A-DD3D-36CB77A13748}" dt="2026-06-11T21:18:35.612" v="22" actId="14100"/>
          <ac:spMkLst>
            <pc:docMk/>
            <pc:sldMk cId="332318772" sldId="283"/>
            <ac:spMk id="2" creationId="{547F2968-7002-046D-0538-21C172D3E48D}"/>
          </ac:spMkLst>
        </pc:spChg>
      </pc:sldChg>
      <pc:sldChg chg="modSp">
        <pc:chgData name="Toran Shahi" userId="9e80e87edecd0726" providerId="Windows Live" clId="Web-{4AF992E8-58DB-475A-DD3D-36CB77A13748}" dt="2026-06-11T21:18:42.925" v="23" actId="14100"/>
        <pc:sldMkLst>
          <pc:docMk/>
          <pc:sldMk cId="1014866039" sldId="284"/>
        </pc:sldMkLst>
        <pc:spChg chg="mod">
          <ac:chgData name="Toran Shahi" userId="9e80e87edecd0726" providerId="Windows Live" clId="Web-{4AF992E8-58DB-475A-DD3D-36CB77A13748}" dt="2026-06-11T21:18:42.925" v="23" actId="14100"/>
          <ac:spMkLst>
            <pc:docMk/>
            <pc:sldMk cId="1014866039" sldId="284"/>
            <ac:spMk id="2" creationId="{40800C5E-433D-9A7B-77DA-D127162A07B6}"/>
          </ac:spMkLst>
        </pc:spChg>
      </pc:sldChg>
      <pc:sldChg chg="modSp">
        <pc:chgData name="Toran Shahi" userId="9e80e87edecd0726" providerId="Windows Live" clId="Web-{4AF992E8-58DB-475A-DD3D-36CB77A13748}" dt="2026-06-11T21:18:27.721" v="21" actId="14100"/>
        <pc:sldMkLst>
          <pc:docMk/>
          <pc:sldMk cId="1673422020" sldId="285"/>
        </pc:sldMkLst>
        <pc:spChg chg="mod">
          <ac:chgData name="Toran Shahi" userId="9e80e87edecd0726" providerId="Windows Live" clId="Web-{4AF992E8-58DB-475A-DD3D-36CB77A13748}" dt="2026-06-11T21:18:27.721" v="21" actId="14100"/>
          <ac:spMkLst>
            <pc:docMk/>
            <pc:sldMk cId="1673422020" sldId="285"/>
            <ac:spMk id="2" creationId="{5F73CD5E-9296-46A7-7424-D155A99004E4}"/>
          </ac:spMkLst>
        </pc:spChg>
      </pc:sldChg>
      <pc:sldChg chg="modSp">
        <pc:chgData name="Toran Shahi" userId="9e80e87edecd0726" providerId="Windows Live" clId="Web-{4AF992E8-58DB-475A-DD3D-36CB77A13748}" dt="2026-06-11T21:18:50.004" v="24" actId="14100"/>
        <pc:sldMkLst>
          <pc:docMk/>
          <pc:sldMk cId="3010300105" sldId="286"/>
        </pc:sldMkLst>
        <pc:spChg chg="mod">
          <ac:chgData name="Toran Shahi" userId="9e80e87edecd0726" providerId="Windows Live" clId="Web-{4AF992E8-58DB-475A-DD3D-36CB77A13748}" dt="2026-06-11T21:18:50.004" v="24" actId="14100"/>
          <ac:spMkLst>
            <pc:docMk/>
            <pc:sldMk cId="3010300105" sldId="286"/>
            <ac:spMk id="2" creationId="{DF00A23C-80AA-0ED2-5D15-C01DAEBA5A13}"/>
          </ac:spMkLst>
        </pc:spChg>
      </pc:sldChg>
      <pc:sldChg chg="modSp">
        <pc:chgData name="Toran Shahi" userId="9e80e87edecd0726" providerId="Windows Live" clId="Web-{4AF992E8-58DB-475A-DD3D-36CB77A13748}" dt="2026-06-11T21:17:18.841" v="12" actId="14100"/>
        <pc:sldMkLst>
          <pc:docMk/>
          <pc:sldMk cId="440043961" sldId="287"/>
        </pc:sldMkLst>
        <pc:spChg chg="mod">
          <ac:chgData name="Toran Shahi" userId="9e80e87edecd0726" providerId="Windows Live" clId="Web-{4AF992E8-58DB-475A-DD3D-36CB77A13748}" dt="2026-06-11T21:16:35.025" v="6" actId="14100"/>
          <ac:spMkLst>
            <pc:docMk/>
            <pc:sldMk cId="440043961" sldId="287"/>
            <ac:spMk id="2" creationId="{50CB95FB-E55B-9508-94C5-EF86CEBFE97A}"/>
          </ac:spMkLst>
        </pc:spChg>
        <pc:spChg chg="mod">
          <ac:chgData name="Toran Shahi" userId="9e80e87edecd0726" providerId="Windows Live" clId="Web-{4AF992E8-58DB-475A-DD3D-36CB77A13748}" dt="2026-06-11T21:17:18.841" v="12" actId="14100"/>
          <ac:spMkLst>
            <pc:docMk/>
            <pc:sldMk cId="440043961" sldId="287"/>
            <ac:spMk id="3" creationId="{8805B1F7-5619-2EE1-2481-6F5F669AC40D}"/>
          </ac:spMkLst>
        </pc:spChg>
      </pc:sldChg>
      <pc:sldChg chg="modSp">
        <pc:chgData name="Toran Shahi" userId="9e80e87edecd0726" providerId="Windows Live" clId="Web-{4AF992E8-58DB-475A-DD3D-36CB77A13748}" dt="2026-06-11T21:20:15.823" v="29" actId="14100"/>
        <pc:sldMkLst>
          <pc:docMk/>
          <pc:sldMk cId="2708153244" sldId="288"/>
        </pc:sldMkLst>
        <pc:spChg chg="mod">
          <ac:chgData name="Toran Shahi" userId="9e80e87edecd0726" providerId="Windows Live" clId="Web-{4AF992E8-58DB-475A-DD3D-36CB77A13748}" dt="2026-06-11T21:20:15.823" v="29" actId="14100"/>
          <ac:spMkLst>
            <pc:docMk/>
            <pc:sldMk cId="2708153244" sldId="288"/>
            <ac:spMk id="7" creationId="{07FAA7E2-C387-A6AE-C381-BD2B3D954E76}"/>
          </ac:spMkLst>
        </pc:spChg>
        <pc:spChg chg="mod">
          <ac:chgData name="Toran Shahi" userId="9e80e87edecd0726" providerId="Windows Live" clId="Web-{4AF992E8-58DB-475A-DD3D-36CB77A13748}" dt="2026-06-11T21:17:55.062" v="18" actId="14100"/>
          <ac:spMkLst>
            <pc:docMk/>
            <pc:sldMk cId="2708153244" sldId="288"/>
            <ac:spMk id="11" creationId="{2E1C0DF0-097B-DD9B-F805-DEE3589216D3}"/>
          </ac:spMkLst>
        </pc:spChg>
      </pc:sldChg>
      <pc:sldChg chg="modSp">
        <pc:chgData name="Toran Shahi" userId="9e80e87edecd0726" providerId="Windows Live" clId="Web-{4AF992E8-58DB-475A-DD3D-36CB77A13748}" dt="2026-06-11T21:18:58.098" v="25" actId="14100"/>
        <pc:sldMkLst>
          <pc:docMk/>
          <pc:sldMk cId="2985263174" sldId="289"/>
        </pc:sldMkLst>
        <pc:spChg chg="mod">
          <ac:chgData name="Toran Shahi" userId="9e80e87edecd0726" providerId="Windows Live" clId="Web-{4AF992E8-58DB-475A-DD3D-36CB77A13748}" dt="2026-06-11T21:18:58.098" v="25" actId="14100"/>
          <ac:spMkLst>
            <pc:docMk/>
            <pc:sldMk cId="2985263174" sldId="289"/>
            <ac:spMk id="7" creationId="{40612C54-A901-B69D-FE35-FA62C8E52172}"/>
          </ac:spMkLst>
        </pc:spChg>
      </pc:sldChg>
      <pc:sldChg chg="modSp">
        <pc:chgData name="Toran Shahi" userId="9e80e87edecd0726" providerId="Windows Live" clId="Web-{4AF992E8-58DB-475A-DD3D-36CB77A13748}" dt="2026-06-11T21:19:04.927" v="26" actId="14100"/>
        <pc:sldMkLst>
          <pc:docMk/>
          <pc:sldMk cId="309150357" sldId="290"/>
        </pc:sldMkLst>
        <pc:spChg chg="mod">
          <ac:chgData name="Toran Shahi" userId="9e80e87edecd0726" providerId="Windows Live" clId="Web-{4AF992E8-58DB-475A-DD3D-36CB77A13748}" dt="2026-06-11T21:19:04.927" v="26" actId="14100"/>
          <ac:spMkLst>
            <pc:docMk/>
            <pc:sldMk cId="309150357" sldId="290"/>
            <ac:spMk id="7" creationId="{13D6A29D-A1AF-1234-7943-941C83C91EE3}"/>
          </ac:spMkLst>
        </pc:spChg>
      </pc:sldChg>
    </pc:docChg>
  </pc:docChgLst>
  <pc:docChgLst>
    <pc:chgData name="Toran Shahi" userId="9e80e87edecd0726" providerId="Windows Live" clId="Web-{59B8BD14-D827-7056-0C46-3580631F5E36}"/>
    <pc:docChg chg="modSld">
      <pc:chgData name="Toran Shahi" userId="9e80e87edecd0726" providerId="Windows Live" clId="Web-{59B8BD14-D827-7056-0C46-3580631F5E36}" dt="2026-06-09T06:40:24.420" v="1085" actId="14100"/>
      <pc:docMkLst>
        <pc:docMk/>
      </pc:docMkLst>
      <pc:sldChg chg="addSp modSp modNotes">
        <pc:chgData name="Toran Shahi" userId="9e80e87edecd0726" providerId="Windows Live" clId="Web-{59B8BD14-D827-7056-0C46-3580631F5E36}" dt="2026-06-09T06:40:24.420" v="1085" actId="14100"/>
        <pc:sldMkLst>
          <pc:docMk/>
          <pc:sldMk cId="3010300105" sldId="286"/>
        </pc:sldMkLst>
        <pc:spChg chg="mod">
          <ac:chgData name="Toran Shahi" userId="9e80e87edecd0726" providerId="Windows Live" clId="Web-{59B8BD14-D827-7056-0C46-3580631F5E36}" dt="2026-06-09T06:40:24.420" v="1085" actId="14100"/>
          <ac:spMkLst>
            <pc:docMk/>
            <pc:sldMk cId="3010300105" sldId="286"/>
            <ac:spMk id="3" creationId="{F624E542-C091-B9CB-8BFB-D363BE8E5DBD}"/>
          </ac:spMkLst>
        </pc:spChg>
        <pc:spChg chg="add mod">
          <ac:chgData name="Toran Shahi" userId="9e80e87edecd0726" providerId="Windows Live" clId="Web-{59B8BD14-D827-7056-0C46-3580631F5E36}" dt="2026-06-09T06:39:39.261" v="1080" actId="14100"/>
          <ac:spMkLst>
            <pc:docMk/>
            <pc:sldMk cId="3010300105" sldId="286"/>
            <ac:spMk id="4" creationId="{7BB6C9B2-471D-BC7C-9320-1EA5030D262C}"/>
          </ac:spMkLst>
        </pc:spChg>
      </pc:sldChg>
    </pc:docChg>
  </pc:docChgLst>
  <pc:docChgLst>
    <pc:chgData name="Toran Shahi" userId="9e80e87edecd0726" providerId="Windows Live" clId="Web-{F403D624-7B89-5711-34BE-D33F26BC92E5}"/>
    <pc:docChg chg="modSld">
      <pc:chgData name="Toran Shahi" userId="9e80e87edecd0726" providerId="Windows Live" clId="Web-{F403D624-7B89-5711-34BE-D33F26BC92E5}" dt="2026-06-11T08:01:26.516" v="57"/>
      <pc:docMkLst>
        <pc:docMk/>
      </pc:docMkLst>
      <pc:sldChg chg="modSp">
        <pc:chgData name="Toran Shahi" userId="9e80e87edecd0726" providerId="Windows Live" clId="Web-{F403D624-7B89-5711-34BE-D33F26BC92E5}" dt="2026-06-11T07:54:28.482" v="27" actId="20577"/>
        <pc:sldMkLst>
          <pc:docMk/>
          <pc:sldMk cId="1925575984" sldId="257"/>
        </pc:sldMkLst>
        <pc:spChg chg="mod">
          <ac:chgData name="Toran Shahi" userId="9e80e87edecd0726" providerId="Windows Live" clId="Web-{F403D624-7B89-5711-34BE-D33F26BC92E5}" dt="2026-06-11T07:54:28.482" v="27" actId="20577"/>
          <ac:spMkLst>
            <pc:docMk/>
            <pc:sldMk cId="1925575984" sldId="257"/>
            <ac:spMk id="3" creationId="{ADCEFB9A-B525-9C48-9429-9E97E3B8A1DA}"/>
          </ac:spMkLst>
        </pc:spChg>
      </pc:sldChg>
      <pc:sldChg chg="modSp">
        <pc:chgData name="Toran Shahi" userId="9e80e87edecd0726" providerId="Windows Live" clId="Web-{F403D624-7B89-5711-34BE-D33F26BC92E5}" dt="2026-06-11T07:54:43.357" v="29" actId="20577"/>
        <pc:sldMkLst>
          <pc:docMk/>
          <pc:sldMk cId="3010300105" sldId="286"/>
        </pc:sldMkLst>
        <pc:spChg chg="mod">
          <ac:chgData name="Toran Shahi" userId="9e80e87edecd0726" providerId="Windows Live" clId="Web-{F403D624-7B89-5711-34BE-D33F26BC92E5}" dt="2026-06-11T07:54:43.357" v="29" actId="20577"/>
          <ac:spMkLst>
            <pc:docMk/>
            <pc:sldMk cId="3010300105" sldId="286"/>
            <ac:spMk id="2" creationId="{DF00A23C-80AA-0ED2-5D15-C01DAEBA5A13}"/>
          </ac:spMkLst>
        </pc:spChg>
      </pc:sldChg>
      <pc:sldChg chg="modSp">
        <pc:chgData name="Toran Shahi" userId="9e80e87edecd0726" providerId="Windows Live" clId="Web-{F403D624-7B89-5711-34BE-D33F26BC92E5}" dt="2026-06-11T07:54:54.623" v="31" actId="20577"/>
        <pc:sldMkLst>
          <pc:docMk/>
          <pc:sldMk cId="440043961" sldId="287"/>
        </pc:sldMkLst>
        <pc:spChg chg="mod">
          <ac:chgData name="Toran Shahi" userId="9e80e87edecd0726" providerId="Windows Live" clId="Web-{F403D624-7B89-5711-34BE-D33F26BC92E5}" dt="2026-06-11T07:54:54.623" v="31" actId="20577"/>
          <ac:spMkLst>
            <pc:docMk/>
            <pc:sldMk cId="440043961" sldId="287"/>
            <ac:spMk id="2" creationId="{50CB95FB-E55B-9508-94C5-EF86CEBFE97A}"/>
          </ac:spMkLst>
        </pc:spChg>
      </pc:sldChg>
      <pc:sldChg chg="modSp">
        <pc:chgData name="Toran Shahi" userId="9e80e87edecd0726" providerId="Windows Live" clId="Web-{F403D624-7B89-5711-34BE-D33F26BC92E5}" dt="2026-06-11T07:54:59.576" v="33" actId="20577"/>
        <pc:sldMkLst>
          <pc:docMk/>
          <pc:sldMk cId="2708153244" sldId="288"/>
        </pc:sldMkLst>
        <pc:spChg chg="mod">
          <ac:chgData name="Toran Shahi" userId="9e80e87edecd0726" providerId="Windows Live" clId="Web-{F403D624-7B89-5711-34BE-D33F26BC92E5}" dt="2026-06-11T07:54:59.576" v="33" actId="20577"/>
          <ac:spMkLst>
            <pc:docMk/>
            <pc:sldMk cId="2708153244" sldId="288"/>
            <ac:spMk id="7" creationId="{07FAA7E2-C387-A6AE-C381-BD2B3D954E76}"/>
          </ac:spMkLst>
        </pc:spChg>
      </pc:sldChg>
      <pc:sldChg chg="modSp">
        <pc:chgData name="Toran Shahi" userId="9e80e87edecd0726" providerId="Windows Live" clId="Web-{F403D624-7B89-5711-34BE-D33F26BC92E5}" dt="2026-06-11T08:01:26.516" v="57"/>
        <pc:sldMkLst>
          <pc:docMk/>
          <pc:sldMk cId="2985263174" sldId="289"/>
        </pc:sldMkLst>
        <pc:spChg chg="mod">
          <ac:chgData name="Toran Shahi" userId="9e80e87edecd0726" providerId="Windows Live" clId="Web-{F403D624-7B89-5711-34BE-D33F26BC92E5}" dt="2026-06-11T07:55:03.576" v="34" actId="20577"/>
          <ac:spMkLst>
            <pc:docMk/>
            <pc:sldMk cId="2985263174" sldId="289"/>
            <ac:spMk id="7" creationId="{40612C54-A901-B69D-FE35-FA62C8E52172}"/>
          </ac:spMkLst>
        </pc:spChg>
        <pc:graphicFrameChg chg="mod modGraphic">
          <ac:chgData name="Toran Shahi" userId="9e80e87edecd0726" providerId="Windows Live" clId="Web-{F403D624-7B89-5711-34BE-D33F26BC92E5}" dt="2026-06-11T08:01:26.516" v="57"/>
          <ac:graphicFrameMkLst>
            <pc:docMk/>
            <pc:sldMk cId="2985263174" sldId="289"/>
            <ac:graphicFrameMk id="10" creationId="{30556244-BAFE-5091-D418-FD86D77D4D6E}"/>
          </ac:graphicFrameMkLst>
        </pc:graphicFrameChg>
      </pc:sldChg>
      <pc:sldChg chg="modSp">
        <pc:chgData name="Toran Shahi" userId="9e80e87edecd0726" providerId="Windows Live" clId="Web-{F403D624-7B89-5711-34BE-D33F26BC92E5}" dt="2026-06-11T07:55:07.654" v="35" actId="20577"/>
        <pc:sldMkLst>
          <pc:docMk/>
          <pc:sldMk cId="309150357" sldId="290"/>
        </pc:sldMkLst>
        <pc:spChg chg="mod">
          <ac:chgData name="Toran Shahi" userId="9e80e87edecd0726" providerId="Windows Live" clId="Web-{F403D624-7B89-5711-34BE-D33F26BC92E5}" dt="2026-06-11T07:55:07.654" v="35" actId="20577"/>
          <ac:spMkLst>
            <pc:docMk/>
            <pc:sldMk cId="309150357" sldId="290"/>
            <ac:spMk id="7" creationId="{13D6A29D-A1AF-1234-7943-941C83C91EE3}"/>
          </ac:spMkLst>
        </pc:spChg>
      </pc:sldChg>
    </pc:docChg>
  </pc:docChgLst>
  <pc:docChgLst>
    <pc:chgData name="Toran Shahi" userId="9e80e87edecd0726" providerId="Windows Live" clId="Web-{6AC50F62-95A0-622A-97DE-2028480D5542}"/>
    <pc:docChg chg="addSld delSld modSld">
      <pc:chgData name="Toran Shahi" userId="9e80e87edecd0726" providerId="Windows Live" clId="Web-{6AC50F62-95A0-622A-97DE-2028480D5542}" dt="2026-06-08T03:29:58.172" v="225" actId="20577"/>
      <pc:docMkLst>
        <pc:docMk/>
      </pc:docMkLst>
      <pc:sldChg chg="modSp add">
        <pc:chgData name="Toran Shahi" userId="9e80e87edecd0726" providerId="Windows Live" clId="Web-{6AC50F62-95A0-622A-97DE-2028480D5542}" dt="2026-06-08T00:02:06.990" v="20" actId="20577"/>
        <pc:sldMkLst>
          <pc:docMk/>
          <pc:sldMk cId="1925575984" sldId="257"/>
        </pc:sldMkLst>
        <pc:spChg chg="mod">
          <ac:chgData name="Toran Shahi" userId="9e80e87edecd0726" providerId="Windows Live" clId="Web-{6AC50F62-95A0-622A-97DE-2028480D5542}" dt="2026-06-08T00:02:06.990" v="20" actId="20577"/>
          <ac:spMkLst>
            <pc:docMk/>
            <pc:sldMk cId="1925575984" sldId="257"/>
            <ac:spMk id="2" creationId="{F8A9D056-447F-6ED8-B0BE-0A69C4FA16E6}"/>
          </ac:spMkLst>
        </pc:spChg>
      </pc:sldChg>
      <pc:sldChg chg="modSp add">
        <pc:chgData name="Toran Shahi" userId="9e80e87edecd0726" providerId="Windows Live" clId="Web-{6AC50F62-95A0-622A-97DE-2028480D5542}" dt="2026-06-08T03:28:22.744" v="186" actId="20577"/>
        <pc:sldMkLst>
          <pc:docMk/>
          <pc:sldMk cId="1516740404" sldId="258"/>
        </pc:sldMkLst>
        <pc:spChg chg="mod">
          <ac:chgData name="Toran Shahi" userId="9e80e87edecd0726" providerId="Windows Live" clId="Web-{6AC50F62-95A0-622A-97DE-2028480D5542}" dt="2026-06-08T03:28:22.744" v="186" actId="20577"/>
          <ac:spMkLst>
            <pc:docMk/>
            <pc:sldMk cId="1516740404" sldId="258"/>
            <ac:spMk id="3" creationId="{19642708-C46C-0C1F-6CBC-B422CA064D0D}"/>
          </ac:spMkLst>
        </pc:spChg>
      </pc:sldChg>
      <pc:sldChg chg="modSp add replId">
        <pc:chgData name="Toran Shahi" userId="9e80e87edecd0726" providerId="Windows Live" clId="Web-{6AC50F62-95A0-622A-97DE-2028480D5542}" dt="2026-06-08T03:29:58.172" v="225" actId="20577"/>
        <pc:sldMkLst>
          <pc:docMk/>
          <pc:sldMk cId="2309759120" sldId="278"/>
        </pc:sldMkLst>
        <pc:spChg chg="mod">
          <ac:chgData name="Toran Shahi" userId="9e80e87edecd0726" providerId="Windows Live" clId="Web-{6AC50F62-95A0-622A-97DE-2028480D5542}" dt="2026-06-08T03:29:58.172" v="225" actId="20577"/>
          <ac:spMkLst>
            <pc:docMk/>
            <pc:sldMk cId="2309759120" sldId="278"/>
            <ac:spMk id="3" creationId="{646175FE-37ED-01B3-8D3E-E531C82051B2}"/>
          </ac:spMkLst>
        </pc:spChg>
      </pc:sldChg>
    </pc:docChg>
  </pc:docChgLst>
  <pc:docChgLst>
    <pc:chgData name="Toran Shahi" userId="9e80e87edecd0726" providerId="Windows Live" clId="Web-{FB5427A7-5ED2-EF0F-CE77-A4683883DFCC}"/>
    <pc:docChg chg="addSld delSld modSld sldOrd">
      <pc:chgData name="Toran Shahi" userId="9e80e87edecd0726" providerId="Windows Live" clId="Web-{FB5427A7-5ED2-EF0F-CE77-A4683883DFCC}" dt="2026-06-08T09:28:50.878" v="4189" actId="20577"/>
      <pc:docMkLst>
        <pc:docMk/>
      </pc:docMkLst>
      <pc:sldChg chg="modSp">
        <pc:chgData name="Toran Shahi" userId="9e80e87edecd0726" providerId="Windows Live" clId="Web-{FB5427A7-5ED2-EF0F-CE77-A4683883DFCC}" dt="2026-06-08T09:28:50.878" v="4189" actId="20577"/>
        <pc:sldMkLst>
          <pc:docMk/>
          <pc:sldMk cId="1925575984" sldId="257"/>
        </pc:sldMkLst>
        <pc:spChg chg="mod">
          <ac:chgData name="Toran Shahi" userId="9e80e87edecd0726" providerId="Windows Live" clId="Web-{FB5427A7-5ED2-EF0F-CE77-A4683883DFCC}" dt="2026-06-08T09:28:50.878" v="4189" actId="20577"/>
          <ac:spMkLst>
            <pc:docMk/>
            <pc:sldMk cId="1925575984" sldId="257"/>
            <ac:spMk id="3" creationId="{ADCEFB9A-B525-9C48-9429-9E97E3B8A1DA}"/>
          </ac:spMkLst>
        </pc:spChg>
      </pc:sldChg>
      <pc:sldChg chg="modSp">
        <pc:chgData name="Toran Shahi" userId="9e80e87edecd0726" providerId="Windows Live" clId="Web-{FB5427A7-5ED2-EF0F-CE77-A4683883DFCC}" dt="2026-06-08T06:03:04.445" v="2391" actId="1076"/>
        <pc:sldMkLst>
          <pc:docMk/>
          <pc:sldMk cId="1516740404" sldId="258"/>
        </pc:sldMkLst>
        <pc:spChg chg="mod">
          <ac:chgData name="Toran Shahi" userId="9e80e87edecd0726" providerId="Windows Live" clId="Web-{FB5427A7-5ED2-EF0F-CE77-A4683883DFCC}" dt="2026-06-08T06:03:04.445" v="2391" actId="1076"/>
          <ac:spMkLst>
            <pc:docMk/>
            <pc:sldMk cId="1516740404" sldId="258"/>
            <ac:spMk id="3" creationId="{19642708-C46C-0C1F-6CBC-B422CA064D0D}"/>
          </ac:spMkLst>
        </pc:spChg>
      </pc:sldChg>
      <pc:sldChg chg="modSp">
        <pc:chgData name="Toran Shahi" userId="9e80e87edecd0726" providerId="Windows Live" clId="Web-{FB5427A7-5ED2-EF0F-CE77-A4683883DFCC}" dt="2026-06-08T03:42:51.611" v="351" actId="20577"/>
        <pc:sldMkLst>
          <pc:docMk/>
          <pc:sldMk cId="2309759120" sldId="278"/>
        </pc:sldMkLst>
        <pc:spChg chg="mod">
          <ac:chgData name="Toran Shahi" userId="9e80e87edecd0726" providerId="Windows Live" clId="Web-{FB5427A7-5ED2-EF0F-CE77-A4683883DFCC}" dt="2026-06-08T03:42:51.611" v="351" actId="20577"/>
          <ac:spMkLst>
            <pc:docMk/>
            <pc:sldMk cId="2309759120" sldId="278"/>
            <ac:spMk id="3" creationId="{646175FE-37ED-01B3-8D3E-E531C82051B2}"/>
          </ac:spMkLst>
        </pc:spChg>
      </pc:sldChg>
      <pc:sldChg chg="modSp add replId">
        <pc:chgData name="Toran Shahi" userId="9e80e87edecd0726" providerId="Windows Live" clId="Web-{FB5427A7-5ED2-EF0F-CE77-A4683883DFCC}" dt="2026-06-08T06:04:48.386" v="2408"/>
        <pc:sldMkLst>
          <pc:docMk/>
          <pc:sldMk cId="295674057" sldId="279"/>
        </pc:sldMkLst>
        <pc:spChg chg="mod">
          <ac:chgData name="Toran Shahi" userId="9e80e87edecd0726" providerId="Windows Live" clId="Web-{FB5427A7-5ED2-EF0F-CE77-A4683883DFCC}" dt="2026-06-08T06:04:48.386" v="2408"/>
          <ac:spMkLst>
            <pc:docMk/>
            <pc:sldMk cId="295674057" sldId="279"/>
            <ac:spMk id="2" creationId="{EB1108DB-1ECE-AA08-0287-B37FAAC9A98A}"/>
          </ac:spMkLst>
        </pc:spChg>
        <pc:spChg chg="mod">
          <ac:chgData name="Toran Shahi" userId="9e80e87edecd0726" providerId="Windows Live" clId="Web-{FB5427A7-5ED2-EF0F-CE77-A4683883DFCC}" dt="2026-06-08T06:02:12.631" v="2386" actId="20577"/>
          <ac:spMkLst>
            <pc:docMk/>
            <pc:sldMk cId="295674057" sldId="279"/>
            <ac:spMk id="3" creationId="{F00CAFD1-976A-669E-A070-870D772A90D0}"/>
          </ac:spMkLst>
        </pc:spChg>
      </pc:sldChg>
      <pc:sldChg chg="addSp modSp add ord replId">
        <pc:chgData name="Toran Shahi" userId="9e80e87edecd0726" providerId="Windows Live" clId="Web-{FB5427A7-5ED2-EF0F-CE77-A4683883DFCC}" dt="2026-06-08T06:07:46.470" v="2428"/>
        <pc:sldMkLst>
          <pc:docMk/>
          <pc:sldMk cId="1588796297" sldId="280"/>
        </pc:sldMkLst>
        <pc:spChg chg="mod">
          <ac:chgData name="Toran Shahi" userId="9e80e87edecd0726" providerId="Windows Live" clId="Web-{FB5427A7-5ED2-EF0F-CE77-A4683883DFCC}" dt="2026-06-08T06:04:29.057" v="2406"/>
          <ac:spMkLst>
            <pc:docMk/>
            <pc:sldMk cId="1588796297" sldId="280"/>
            <ac:spMk id="2" creationId="{48F75845-98A4-00E0-BA34-6C57396A55D0}"/>
          </ac:spMkLst>
        </pc:spChg>
        <pc:spChg chg="mod">
          <ac:chgData name="Toran Shahi" userId="9e80e87edecd0726" providerId="Windows Live" clId="Web-{FB5427A7-5ED2-EF0F-CE77-A4683883DFCC}" dt="2026-06-08T04:22:45.976" v="1237" actId="14100"/>
          <ac:spMkLst>
            <pc:docMk/>
            <pc:sldMk cId="1588796297" sldId="280"/>
            <ac:spMk id="3" creationId="{CB86935B-0FB9-8612-06C6-C12452B74F34}"/>
          </ac:spMkLst>
        </pc:spChg>
        <pc:graphicFrameChg chg="add mod modGraphic">
          <ac:chgData name="Toran Shahi" userId="9e80e87edecd0726" providerId="Windows Live" clId="Web-{FB5427A7-5ED2-EF0F-CE77-A4683883DFCC}" dt="2026-06-08T05:57:48.934" v="2378" actId="1076"/>
          <ac:graphicFrameMkLst>
            <pc:docMk/>
            <pc:sldMk cId="1588796297" sldId="280"/>
            <ac:graphicFrameMk id="5" creationId="{12DC1061-195F-4A5A-1332-5FE8076EB55E}"/>
          </ac:graphicFrameMkLst>
        </pc:graphicFrameChg>
      </pc:sldChg>
      <pc:sldChg chg="modSp add replId">
        <pc:chgData name="Toran Shahi" userId="9e80e87edecd0726" providerId="Windows Live" clId="Web-{FB5427A7-5ED2-EF0F-CE77-A4683883DFCC}" dt="2026-06-08T09:28:17.672" v="4185" actId="1076"/>
        <pc:sldMkLst>
          <pc:docMk/>
          <pc:sldMk cId="742778965" sldId="282"/>
        </pc:sldMkLst>
        <pc:spChg chg="mod">
          <ac:chgData name="Toran Shahi" userId="9e80e87edecd0726" providerId="Windows Live" clId="Web-{FB5427A7-5ED2-EF0F-CE77-A4683883DFCC}" dt="2026-06-08T09:02:59.316" v="3795" actId="20577"/>
          <ac:spMkLst>
            <pc:docMk/>
            <pc:sldMk cId="742778965" sldId="282"/>
            <ac:spMk id="2" creationId="{A6DD6F61-5068-0D90-FE29-AA656D20A0D0}"/>
          </ac:spMkLst>
        </pc:spChg>
        <pc:spChg chg="mod">
          <ac:chgData name="Toran Shahi" userId="9e80e87edecd0726" providerId="Windows Live" clId="Web-{FB5427A7-5ED2-EF0F-CE77-A4683883DFCC}" dt="2026-06-08T09:28:10.187" v="4184" actId="20577"/>
          <ac:spMkLst>
            <pc:docMk/>
            <pc:sldMk cId="742778965" sldId="282"/>
            <ac:spMk id="3" creationId="{25B12B90-F1CE-9B0F-CAD5-AA15DF3B05A2}"/>
          </ac:spMkLst>
        </pc:spChg>
        <pc:graphicFrameChg chg="mod modGraphic">
          <ac:chgData name="Toran Shahi" userId="9e80e87edecd0726" providerId="Windows Live" clId="Web-{FB5427A7-5ED2-EF0F-CE77-A4683883DFCC}" dt="2026-06-08T09:28:17.672" v="4185" actId="1076"/>
          <ac:graphicFrameMkLst>
            <pc:docMk/>
            <pc:sldMk cId="742778965" sldId="282"/>
            <ac:graphicFrameMk id="5" creationId="{D5426D7F-6C2E-0E43-C62D-1DE024FD356F}"/>
          </ac:graphicFrameMkLst>
        </pc:graphicFrameChg>
      </pc:sldChg>
    </pc:docChg>
  </pc:docChgLst>
  <pc:docChgLst>
    <pc:chgData name="Toran Shahi" userId="9e80e87edecd0726" providerId="Windows Live" clId="Web-{0E22D35E-D41F-F64B-350B-18C9D3D57318}"/>
    <pc:docChg chg="addSld delSld modSld">
      <pc:chgData name="Toran Shahi" userId="9e80e87edecd0726" providerId="Windows Live" clId="Web-{0E22D35E-D41F-F64B-350B-18C9D3D57318}" dt="2026-06-10T02:04:13" v="290" actId="20577"/>
      <pc:docMkLst>
        <pc:docMk/>
      </pc:docMkLst>
      <pc:sldChg chg="delSp modSp add replId">
        <pc:chgData name="Toran Shahi" userId="9e80e87edecd0726" providerId="Windows Live" clId="Web-{0E22D35E-D41F-F64B-350B-18C9D3D57318}" dt="2026-06-10T01:40:04.800" v="278" actId="20577"/>
        <pc:sldMkLst>
          <pc:docMk/>
          <pc:sldMk cId="440043961" sldId="287"/>
        </pc:sldMkLst>
        <pc:spChg chg="mod">
          <ac:chgData name="Toran Shahi" userId="9e80e87edecd0726" providerId="Windows Live" clId="Web-{0E22D35E-D41F-F64B-350B-18C9D3D57318}" dt="2026-06-10T01:30:16.818" v="53" actId="1076"/>
          <ac:spMkLst>
            <pc:docMk/>
            <pc:sldMk cId="440043961" sldId="287"/>
            <ac:spMk id="2" creationId="{50CB95FB-E55B-9508-94C5-EF86CEBFE97A}"/>
          </ac:spMkLst>
        </pc:spChg>
        <pc:spChg chg="mod">
          <ac:chgData name="Toran Shahi" userId="9e80e87edecd0726" providerId="Windows Live" clId="Web-{0E22D35E-D41F-F64B-350B-18C9D3D57318}" dt="2026-06-10T01:40:04.800" v="278" actId="20577"/>
          <ac:spMkLst>
            <pc:docMk/>
            <pc:sldMk cId="440043961" sldId="287"/>
            <ac:spMk id="3" creationId="{8805B1F7-5619-2EE1-2481-6F5F669AC40D}"/>
          </ac:spMkLst>
        </pc:spChg>
        <pc:spChg chg="del mod">
          <ac:chgData name="Toran Shahi" userId="9e80e87edecd0726" providerId="Windows Live" clId="Web-{0E22D35E-D41F-F64B-350B-18C9D3D57318}" dt="2026-06-10T01:30:26.162" v="56"/>
          <ac:spMkLst>
            <pc:docMk/>
            <pc:sldMk cId="440043961" sldId="287"/>
            <ac:spMk id="4" creationId="{B7AA9F7A-2C0E-2181-07C0-8E75E27427E2}"/>
          </ac:spMkLst>
        </pc:spChg>
      </pc:sldChg>
      <pc:sldChg chg="addSp delSp modSp new">
        <pc:chgData name="Toran Shahi" userId="9e80e87edecd0726" providerId="Windows Live" clId="Web-{0E22D35E-D41F-F64B-350B-18C9D3D57318}" dt="2026-06-10T02:04:13" v="290" actId="20577"/>
        <pc:sldMkLst>
          <pc:docMk/>
          <pc:sldMk cId="2708153244" sldId="288"/>
        </pc:sldMkLst>
        <pc:spChg chg="mod">
          <ac:chgData name="Toran Shahi" userId="9e80e87edecd0726" providerId="Windows Live" clId="Web-{0E22D35E-D41F-F64B-350B-18C9D3D57318}" dt="2026-06-10T02:04:13" v="290" actId="20577"/>
          <ac:spMkLst>
            <pc:docMk/>
            <pc:sldMk cId="2708153244" sldId="288"/>
            <ac:spMk id="2" creationId="{5FF132C6-C251-88B7-4FB2-660E6E687AD5}"/>
          </ac:spMkLst>
        </pc:spChg>
        <pc:spChg chg="mod">
          <ac:chgData name="Toran Shahi" userId="9e80e87edecd0726" providerId="Windows Live" clId="Web-{0E22D35E-D41F-F64B-350B-18C9D3D57318}" dt="2026-06-10T01:39:52.690" v="276" actId="20577"/>
          <ac:spMkLst>
            <pc:docMk/>
            <pc:sldMk cId="2708153244" sldId="288"/>
            <ac:spMk id="3" creationId="{6FD74622-2CAA-89E1-F3AC-7C63BAAD37C3}"/>
          </ac:spMkLst>
        </pc:spChg>
        <pc:spChg chg="add del mod">
          <ac:chgData name="Toran Shahi" userId="9e80e87edecd0726" providerId="Windows Live" clId="Web-{0E22D35E-D41F-F64B-350B-18C9D3D57318}" dt="2026-06-10T02:04:08.781" v="289"/>
          <ac:spMkLst>
            <pc:docMk/>
            <pc:sldMk cId="2708153244" sldId="288"/>
            <ac:spMk id="4" creationId="{FD0EB050-2E30-3369-D4A9-B08187CD6552}"/>
          </ac:spMkLst>
        </pc:spChg>
      </pc:sldChg>
      <pc:sldChg chg="new del">
        <pc:chgData name="Toran Shahi" userId="9e80e87edecd0726" providerId="Windows Live" clId="Web-{0E22D35E-D41F-F64B-350B-18C9D3D57318}" dt="2026-06-10T01:37:27.273" v="270"/>
        <pc:sldMkLst>
          <pc:docMk/>
          <pc:sldMk cId="2915814305" sldId="288"/>
        </pc:sldMkLst>
      </pc:sldChg>
    </pc:docChg>
  </pc:docChgLst>
  <pc:docChgLst>
    <pc:chgData name="Toran Shahi" userId="9e80e87edecd0726" providerId="Windows Live" clId="Web-{BE44E140-F176-8A04-D7A0-15897D7B4C92}"/>
    <pc:docChg chg="addSld modSld">
      <pc:chgData name="Toran Shahi" userId="9e80e87edecd0726" providerId="Windows Live" clId="Web-{BE44E140-F176-8A04-D7A0-15897D7B4C92}" dt="2026-06-09T02:41:27.242" v="2698" actId="1076"/>
      <pc:docMkLst>
        <pc:docMk/>
      </pc:docMkLst>
      <pc:sldChg chg="modSp">
        <pc:chgData name="Toran Shahi" userId="9e80e87edecd0726" providerId="Windows Live" clId="Web-{BE44E140-F176-8A04-D7A0-15897D7B4C92}" dt="2026-06-09T01:19:18.316" v="1034" actId="20577"/>
        <pc:sldMkLst>
          <pc:docMk/>
          <pc:sldMk cId="1925575984" sldId="257"/>
        </pc:sldMkLst>
        <pc:spChg chg="mod">
          <ac:chgData name="Toran Shahi" userId="9e80e87edecd0726" providerId="Windows Live" clId="Web-{BE44E140-F176-8A04-D7A0-15897D7B4C92}" dt="2026-06-09T01:19:18.316" v="1034" actId="20577"/>
          <ac:spMkLst>
            <pc:docMk/>
            <pc:sldMk cId="1925575984" sldId="257"/>
            <ac:spMk id="3" creationId="{ADCEFB9A-B525-9C48-9429-9E97E3B8A1DA}"/>
          </ac:spMkLst>
        </pc:spChg>
      </pc:sldChg>
      <pc:sldChg chg="modSp">
        <pc:chgData name="Toran Shahi" userId="9e80e87edecd0726" providerId="Windows Live" clId="Web-{BE44E140-F176-8A04-D7A0-15897D7B4C92}" dt="2026-06-09T01:21:23.149" v="1065" actId="20577"/>
        <pc:sldMkLst>
          <pc:docMk/>
          <pc:sldMk cId="1588796297" sldId="280"/>
        </pc:sldMkLst>
        <pc:spChg chg="mod">
          <ac:chgData name="Toran Shahi" userId="9e80e87edecd0726" providerId="Windows Live" clId="Web-{BE44E140-F176-8A04-D7A0-15897D7B4C92}" dt="2026-06-09T01:21:23.149" v="1065" actId="20577"/>
          <ac:spMkLst>
            <pc:docMk/>
            <pc:sldMk cId="1588796297" sldId="280"/>
            <ac:spMk id="2" creationId="{48F75845-98A4-00E0-BA34-6C57396A55D0}"/>
          </ac:spMkLst>
        </pc:spChg>
      </pc:sldChg>
      <pc:sldChg chg="modSp">
        <pc:chgData name="Toran Shahi" userId="9e80e87edecd0726" providerId="Windows Live" clId="Web-{BE44E140-F176-8A04-D7A0-15897D7B4C92}" dt="2026-06-09T01:21:46.510" v="1070" actId="14100"/>
        <pc:sldMkLst>
          <pc:docMk/>
          <pc:sldMk cId="742778965" sldId="282"/>
        </pc:sldMkLst>
        <pc:spChg chg="mod">
          <ac:chgData name="Toran Shahi" userId="9e80e87edecd0726" providerId="Windows Live" clId="Web-{BE44E140-F176-8A04-D7A0-15897D7B4C92}" dt="2026-06-09T01:21:46.510" v="1070" actId="14100"/>
          <ac:spMkLst>
            <pc:docMk/>
            <pc:sldMk cId="742778965" sldId="282"/>
            <ac:spMk id="2" creationId="{A6DD6F61-5068-0D90-FE29-AA656D20A0D0}"/>
          </ac:spMkLst>
        </pc:spChg>
        <pc:graphicFrameChg chg="mod modGraphic">
          <ac:chgData name="Toran Shahi" userId="9e80e87edecd0726" providerId="Windows Live" clId="Web-{BE44E140-F176-8A04-D7A0-15897D7B4C92}" dt="2026-06-09T00:07:03.639" v="1"/>
          <ac:graphicFrameMkLst>
            <pc:docMk/>
            <pc:sldMk cId="742778965" sldId="282"/>
            <ac:graphicFrameMk id="5" creationId="{D5426D7F-6C2E-0E43-C62D-1DE024FD356F}"/>
          </ac:graphicFrameMkLst>
        </pc:graphicFrameChg>
      </pc:sldChg>
      <pc:sldChg chg="addSp delSp modSp add replId">
        <pc:chgData name="Toran Shahi" userId="9e80e87edecd0726" providerId="Windows Live" clId="Web-{BE44E140-F176-8A04-D7A0-15897D7B4C92}" dt="2026-06-09T01:43:54.729" v="1487" actId="20577"/>
        <pc:sldMkLst>
          <pc:docMk/>
          <pc:sldMk cId="332318772" sldId="283"/>
        </pc:sldMkLst>
        <pc:spChg chg="mod">
          <ac:chgData name="Toran Shahi" userId="9e80e87edecd0726" providerId="Windows Live" clId="Web-{BE44E140-F176-8A04-D7A0-15897D7B4C92}" dt="2026-06-09T01:20:56.475" v="1061" actId="20577"/>
          <ac:spMkLst>
            <pc:docMk/>
            <pc:sldMk cId="332318772" sldId="283"/>
            <ac:spMk id="2" creationId="{547F2968-7002-046D-0538-21C172D3E48D}"/>
          </ac:spMkLst>
        </pc:spChg>
        <pc:spChg chg="mod">
          <ac:chgData name="Toran Shahi" userId="9e80e87edecd0726" providerId="Windows Live" clId="Web-{BE44E140-F176-8A04-D7A0-15897D7B4C92}" dt="2026-06-09T01:43:54.729" v="1487" actId="20577"/>
          <ac:spMkLst>
            <pc:docMk/>
            <pc:sldMk cId="332318772" sldId="283"/>
            <ac:spMk id="3" creationId="{D50063CD-E1A3-78E1-FFC7-4D38DDC487A4}"/>
          </ac:spMkLst>
        </pc:spChg>
        <pc:spChg chg="add mod">
          <ac:chgData name="Toran Shahi" userId="9e80e87edecd0726" providerId="Windows Live" clId="Web-{BE44E140-F176-8A04-D7A0-15897D7B4C92}" dt="2026-06-09T00:37:17.236" v="377" actId="1076"/>
          <ac:spMkLst>
            <pc:docMk/>
            <pc:sldMk cId="332318772" sldId="283"/>
            <ac:spMk id="6" creationId="{39EA4D0C-3B57-94F8-8BD3-0DAED38389D4}"/>
          </ac:spMkLst>
        </pc:spChg>
        <pc:spChg chg="add mod">
          <ac:chgData name="Toran Shahi" userId="9e80e87edecd0726" providerId="Windows Live" clId="Web-{BE44E140-F176-8A04-D7A0-15897D7B4C92}" dt="2026-06-09T00:37:11.892" v="376" actId="1076"/>
          <ac:spMkLst>
            <pc:docMk/>
            <pc:sldMk cId="332318772" sldId="283"/>
            <ac:spMk id="8" creationId="{9A496C62-54FB-3467-0782-F1E54A73E2C5}"/>
          </ac:spMkLst>
        </pc:spChg>
        <pc:picChg chg="add mod">
          <ac:chgData name="Toran Shahi" userId="9e80e87edecd0726" providerId="Windows Live" clId="Web-{BE44E140-F176-8A04-D7A0-15897D7B4C92}" dt="2026-06-09T00:33:16.969" v="368" actId="1076"/>
          <ac:picMkLst>
            <pc:docMk/>
            <pc:sldMk cId="332318772" sldId="283"/>
            <ac:picMk id="4" creationId="{94C7D4D5-9981-2496-5CD0-38B7129E58A4}"/>
          </ac:picMkLst>
        </pc:picChg>
        <pc:picChg chg="add mod">
          <ac:chgData name="Toran Shahi" userId="9e80e87edecd0726" providerId="Windows Live" clId="Web-{BE44E140-F176-8A04-D7A0-15897D7B4C92}" dt="2026-06-09T00:33:20.344" v="369" actId="1076"/>
          <ac:picMkLst>
            <pc:docMk/>
            <pc:sldMk cId="332318772" sldId="283"/>
            <ac:picMk id="7" creationId="{4AE0159A-6FC2-D123-CE4A-AAB7E3B94872}"/>
          </ac:picMkLst>
        </pc:picChg>
      </pc:sldChg>
      <pc:sldChg chg="modSp add replId">
        <pc:chgData name="Toran Shahi" userId="9e80e87edecd0726" providerId="Windows Live" clId="Web-{BE44E140-F176-8A04-D7A0-15897D7B4C92}" dt="2026-06-09T01:58:43.372" v="1620" actId="14100"/>
        <pc:sldMkLst>
          <pc:docMk/>
          <pc:sldMk cId="1014866039" sldId="284"/>
        </pc:sldMkLst>
        <pc:spChg chg="mod">
          <ac:chgData name="Toran Shahi" userId="9e80e87edecd0726" providerId="Windows Live" clId="Web-{BE44E140-F176-8A04-D7A0-15897D7B4C92}" dt="2026-06-09T01:21:08.913" v="1063" actId="20577"/>
          <ac:spMkLst>
            <pc:docMk/>
            <pc:sldMk cId="1014866039" sldId="284"/>
            <ac:spMk id="2" creationId="{40800C5E-433D-9A7B-77DA-D127162A07B6}"/>
          </ac:spMkLst>
        </pc:spChg>
        <pc:spChg chg="mod">
          <ac:chgData name="Toran Shahi" userId="9e80e87edecd0726" providerId="Windows Live" clId="Web-{BE44E140-F176-8A04-D7A0-15897D7B4C92}" dt="2026-06-09T01:58:43.372" v="1620" actId="14100"/>
          <ac:spMkLst>
            <pc:docMk/>
            <pc:sldMk cId="1014866039" sldId="284"/>
            <ac:spMk id="3" creationId="{52A8C58B-8BF5-11DB-4B9D-BCCBF9DAE355}"/>
          </ac:spMkLst>
        </pc:spChg>
        <pc:spChg chg="mod">
          <ac:chgData name="Toran Shahi" userId="9e80e87edecd0726" providerId="Windows Live" clId="Web-{BE44E140-F176-8A04-D7A0-15897D7B4C92}" dt="2026-06-09T01:47:24.027" v="1518" actId="20577"/>
          <ac:spMkLst>
            <pc:docMk/>
            <pc:sldMk cId="1014866039" sldId="284"/>
            <ac:spMk id="6" creationId="{5BF32738-A9AA-9A13-E76C-EF0EB71F2E6F}"/>
          </ac:spMkLst>
        </pc:spChg>
      </pc:sldChg>
      <pc:sldChg chg="modSp add replId">
        <pc:chgData name="Toran Shahi" userId="9e80e87edecd0726" providerId="Windows Live" clId="Web-{BE44E140-F176-8A04-D7A0-15897D7B4C92}" dt="2026-06-09T02:41:27.242" v="2698" actId="1076"/>
        <pc:sldMkLst>
          <pc:docMk/>
          <pc:sldMk cId="1673422020" sldId="285"/>
        </pc:sldMkLst>
        <pc:spChg chg="mod">
          <ac:chgData name="Toran Shahi" userId="9e80e87edecd0726" providerId="Windows Live" clId="Web-{BE44E140-F176-8A04-D7A0-15897D7B4C92}" dt="2026-06-09T02:41:11.225" v="2697" actId="14100"/>
          <ac:spMkLst>
            <pc:docMk/>
            <pc:sldMk cId="1673422020" sldId="285"/>
            <ac:spMk id="2" creationId="{5F73CD5E-9296-46A7-7424-D155A99004E4}"/>
          </ac:spMkLst>
        </pc:spChg>
        <pc:spChg chg="mod">
          <ac:chgData name="Toran Shahi" userId="9e80e87edecd0726" providerId="Windows Live" clId="Web-{BE44E140-F176-8A04-D7A0-15897D7B4C92}" dt="2026-06-09T02:40:59.037" v="2696" actId="14100"/>
          <ac:spMkLst>
            <pc:docMk/>
            <pc:sldMk cId="1673422020" sldId="285"/>
            <ac:spMk id="3" creationId="{863C768C-F6B7-34F7-C0CB-F930BB663518}"/>
          </ac:spMkLst>
        </pc:spChg>
        <pc:graphicFrameChg chg="mod modGraphic">
          <ac:chgData name="Toran Shahi" userId="9e80e87edecd0726" providerId="Windows Live" clId="Web-{BE44E140-F176-8A04-D7A0-15897D7B4C92}" dt="2026-06-09T02:41:27.242" v="2698" actId="1076"/>
          <ac:graphicFrameMkLst>
            <pc:docMk/>
            <pc:sldMk cId="1673422020" sldId="285"/>
            <ac:graphicFrameMk id="5" creationId="{DF7E113C-36CB-3A24-314F-C6C0E790A74A}"/>
          </ac:graphicFrameMkLst>
        </pc:graphicFrameChg>
      </pc:sldChg>
    </pc:docChg>
  </pc:docChgLst>
  <pc:docChgLst>
    <pc:chgData name="Toran Shahi" userId="9e80e87edecd0726" providerId="Windows Live" clId="Web-{CDA04A1C-7F6B-837B-56F6-3F732ED5C21C}"/>
    <pc:docChg chg="addSld delSld modSld">
      <pc:chgData name="Toran Shahi" userId="9e80e87edecd0726" providerId="Windows Live" clId="Web-{CDA04A1C-7F6B-837B-56F6-3F732ED5C21C}" dt="2026-06-11T02:45:21.819" v="2612" actId="20577"/>
      <pc:docMkLst>
        <pc:docMk/>
      </pc:docMkLst>
      <pc:sldChg chg="addSp modSp">
        <pc:chgData name="Toran Shahi" userId="9e80e87edecd0726" providerId="Windows Live" clId="Web-{CDA04A1C-7F6B-837B-56F6-3F732ED5C21C}" dt="2026-06-11T01:18:24.535" v="1483" actId="14100"/>
        <pc:sldMkLst>
          <pc:docMk/>
          <pc:sldMk cId="440043961" sldId="287"/>
        </pc:sldMkLst>
        <pc:spChg chg="mod">
          <ac:chgData name="Toran Shahi" userId="9e80e87edecd0726" providerId="Windows Live" clId="Web-{CDA04A1C-7F6B-837B-56F6-3F732ED5C21C}" dt="2026-06-11T01:18:24.535" v="1483" actId="14100"/>
          <ac:spMkLst>
            <pc:docMk/>
            <pc:sldMk cId="440043961" sldId="287"/>
            <ac:spMk id="2" creationId="{50CB95FB-E55B-9508-94C5-EF86CEBFE97A}"/>
          </ac:spMkLst>
        </pc:spChg>
        <pc:spChg chg="mod">
          <ac:chgData name="Toran Shahi" userId="9e80e87edecd0726" providerId="Windows Live" clId="Web-{CDA04A1C-7F6B-837B-56F6-3F732ED5C21C}" dt="2026-06-11T01:10:25.935" v="1405" actId="1076"/>
          <ac:spMkLst>
            <pc:docMk/>
            <pc:sldMk cId="440043961" sldId="287"/>
            <ac:spMk id="3" creationId="{8805B1F7-5619-2EE1-2481-6F5F669AC40D}"/>
          </ac:spMkLst>
        </pc:spChg>
        <pc:graphicFrameChg chg="add mod modGraphic">
          <ac:chgData name="Toran Shahi" userId="9e80e87edecd0726" providerId="Windows Live" clId="Web-{CDA04A1C-7F6B-837B-56F6-3F732ED5C21C}" dt="2026-06-11T01:10:33.061" v="1406" actId="1076"/>
          <ac:graphicFrameMkLst>
            <pc:docMk/>
            <pc:sldMk cId="440043961" sldId="287"/>
            <ac:graphicFrameMk id="4" creationId="{8FA5939F-A506-AC2C-1DBA-B4848E921D9A}"/>
          </ac:graphicFrameMkLst>
        </pc:graphicFrameChg>
      </pc:sldChg>
      <pc:sldChg chg="addSp delSp modSp">
        <pc:chgData name="Toran Shahi" userId="9e80e87edecd0726" providerId="Windows Live" clId="Web-{CDA04A1C-7F6B-837B-56F6-3F732ED5C21C}" dt="2026-06-11T01:26:02.071" v="1578"/>
        <pc:sldMkLst>
          <pc:docMk/>
          <pc:sldMk cId="2708153244" sldId="288"/>
        </pc:sldMkLst>
        <pc:spChg chg="del mod">
          <ac:chgData name="Toran Shahi" userId="9e80e87edecd0726" providerId="Windows Live" clId="Web-{CDA04A1C-7F6B-837B-56F6-3F732ED5C21C}" dt="2026-06-11T01:22:54.307" v="1544"/>
          <ac:spMkLst>
            <pc:docMk/>
            <pc:sldMk cId="2708153244" sldId="288"/>
            <ac:spMk id="2" creationId="{5FF132C6-C251-88B7-4FB2-660E6E687AD5}"/>
          </ac:spMkLst>
        </pc:spChg>
        <pc:spChg chg="add mod">
          <ac:chgData name="Toran Shahi" userId="9e80e87edecd0726" providerId="Windows Live" clId="Web-{CDA04A1C-7F6B-837B-56F6-3F732ED5C21C}" dt="2026-06-11T01:18:33.473" v="1485" actId="14100"/>
          <ac:spMkLst>
            <pc:docMk/>
            <pc:sldMk cId="2708153244" sldId="288"/>
            <ac:spMk id="7" creationId="{07FAA7E2-C387-A6AE-C381-BD2B3D954E76}"/>
          </ac:spMkLst>
        </pc:spChg>
        <pc:spChg chg="add del mod">
          <ac:chgData name="Toran Shahi" userId="9e80e87edecd0726" providerId="Windows Live" clId="Web-{CDA04A1C-7F6B-837B-56F6-3F732ED5C21C}" dt="2026-06-11T01:22:57.869" v="1545"/>
          <ac:spMkLst>
            <pc:docMk/>
            <pc:sldMk cId="2708153244" sldId="288"/>
            <ac:spMk id="9" creationId="{B3CD0473-E1CF-8757-A7FB-9F1F6DE06185}"/>
          </ac:spMkLst>
        </pc:spChg>
        <pc:spChg chg="add mod">
          <ac:chgData name="Toran Shahi" userId="9e80e87edecd0726" providerId="Windows Live" clId="Web-{CDA04A1C-7F6B-837B-56F6-3F732ED5C21C}" dt="2026-06-11T01:23:15.902" v="1549" actId="20577"/>
          <ac:spMkLst>
            <pc:docMk/>
            <pc:sldMk cId="2708153244" sldId="288"/>
            <ac:spMk id="11" creationId="{2E1C0DF0-097B-DD9B-F805-DEE3589216D3}"/>
          </ac:spMkLst>
        </pc:spChg>
        <pc:graphicFrameChg chg="add mod modGraphic">
          <ac:chgData name="Toran Shahi" userId="9e80e87edecd0726" providerId="Windows Live" clId="Web-{CDA04A1C-7F6B-837B-56F6-3F732ED5C21C}" dt="2026-06-11T01:17:13.655" v="1476" actId="1076"/>
          <ac:graphicFrameMkLst>
            <pc:docMk/>
            <pc:sldMk cId="2708153244" sldId="288"/>
            <ac:graphicFrameMk id="5" creationId="{D48B2022-7696-EEC1-4E96-1B6B50A48572}"/>
          </ac:graphicFrameMkLst>
        </pc:graphicFrameChg>
        <pc:picChg chg="add del mod">
          <ac:chgData name="Toran Shahi" userId="9e80e87edecd0726" providerId="Windows Live" clId="Web-{CDA04A1C-7F6B-837B-56F6-3F732ED5C21C}" dt="2026-06-11T01:26:02.071" v="1578"/>
          <ac:picMkLst>
            <pc:docMk/>
            <pc:sldMk cId="2708153244" sldId="288"/>
            <ac:picMk id="12" creationId="{A87AAB66-120C-45A1-3A6B-FE0000F894C1}"/>
          </ac:picMkLst>
        </pc:picChg>
      </pc:sldChg>
      <pc:sldChg chg="addSp delSp modSp add replId">
        <pc:chgData name="Toran Shahi" userId="9e80e87edecd0726" providerId="Windows Live" clId="Web-{CDA04A1C-7F6B-837B-56F6-3F732ED5C21C}" dt="2026-06-11T02:45:21.819" v="2612" actId="20577"/>
        <pc:sldMkLst>
          <pc:docMk/>
          <pc:sldMk cId="2985263174" sldId="289"/>
        </pc:sldMkLst>
        <pc:spChg chg="del mod">
          <ac:chgData name="Toran Shahi" userId="9e80e87edecd0726" providerId="Windows Live" clId="Web-{CDA04A1C-7F6B-837B-56F6-3F732ED5C21C}" dt="2026-06-11T01:21:30.237" v="1526"/>
          <ac:spMkLst>
            <pc:docMk/>
            <pc:sldMk cId="2985263174" sldId="289"/>
            <ac:spMk id="2" creationId="{9832E999-A8D9-3836-EE1A-6C574EC2DE33}"/>
          </ac:spMkLst>
        </pc:spChg>
        <pc:spChg chg="mod">
          <ac:chgData name="Toran Shahi" userId="9e80e87edecd0726" providerId="Windows Live" clId="Web-{CDA04A1C-7F6B-837B-56F6-3F732ED5C21C}" dt="2026-06-11T02:45:21.819" v="2612" actId="20577"/>
          <ac:spMkLst>
            <pc:docMk/>
            <pc:sldMk cId="2985263174" sldId="289"/>
            <ac:spMk id="3" creationId="{0203246D-4397-8D62-0F27-1D4CD85F2998}"/>
          </ac:spMkLst>
        </pc:spChg>
        <pc:spChg chg="add del mod">
          <ac:chgData name="Toran Shahi" userId="9e80e87edecd0726" providerId="Windows Live" clId="Web-{CDA04A1C-7F6B-837B-56F6-3F732ED5C21C}" dt="2026-06-11T01:21:40.660" v="1528"/>
          <ac:spMkLst>
            <pc:docMk/>
            <pc:sldMk cId="2985263174" sldId="289"/>
            <ac:spMk id="6" creationId="{EF7FDA6E-5FDB-C168-A919-34BB6329B35B}"/>
          </ac:spMkLst>
        </pc:spChg>
        <pc:spChg chg="mod">
          <ac:chgData name="Toran Shahi" userId="9e80e87edecd0726" providerId="Windows Live" clId="Web-{CDA04A1C-7F6B-837B-56F6-3F732ED5C21C}" dt="2026-06-11T01:44:10.345" v="1734" actId="14100"/>
          <ac:spMkLst>
            <pc:docMk/>
            <pc:sldMk cId="2985263174" sldId="289"/>
            <ac:spMk id="7" creationId="{40612C54-A901-B69D-FE35-FA62C8E52172}"/>
          </ac:spMkLst>
        </pc:spChg>
        <pc:graphicFrameChg chg="del">
          <ac:chgData name="Toran Shahi" userId="9e80e87edecd0726" providerId="Windows Live" clId="Web-{CDA04A1C-7F6B-837B-56F6-3F732ED5C21C}" dt="2026-06-11T01:26:18.870" v="1579"/>
          <ac:graphicFrameMkLst>
            <pc:docMk/>
            <pc:sldMk cId="2985263174" sldId="289"/>
            <ac:graphicFrameMk id="5" creationId="{4DA33625-95F9-CC17-2EA6-C31281D50A90}"/>
          </ac:graphicFrameMkLst>
        </pc:graphicFrameChg>
        <pc:graphicFrameChg chg="add mod modGraphic">
          <ac:chgData name="Toran Shahi" userId="9e80e87edecd0726" providerId="Windows Live" clId="Web-{CDA04A1C-7F6B-837B-56F6-3F732ED5C21C}" dt="2026-06-11T02:41:58.705" v="2578" actId="1076"/>
          <ac:graphicFrameMkLst>
            <pc:docMk/>
            <pc:sldMk cId="2985263174" sldId="289"/>
            <ac:graphicFrameMk id="10" creationId="{30556244-BAFE-5091-D418-FD86D77D4D6E}"/>
          </ac:graphicFrameMkLst>
        </pc:graphicFrameChg>
        <pc:picChg chg="add mod">
          <ac:chgData name="Toran Shahi" userId="9e80e87edecd0726" providerId="Windows Live" clId="Web-{CDA04A1C-7F6B-837B-56F6-3F732ED5C21C}" dt="2026-06-11T02:44:45.990" v="2579" actId="1076"/>
          <ac:picMkLst>
            <pc:docMk/>
            <pc:sldMk cId="2985263174" sldId="289"/>
            <ac:picMk id="8" creationId="{4E3F412C-076D-00C0-658F-43CDDFDA8D6A}"/>
          </ac:picMkLst>
        </pc:picChg>
      </pc:sldChg>
      <pc:sldChg chg="addSp delSp modSp add replId">
        <pc:chgData name="Toran Shahi" userId="9e80e87edecd0726" providerId="Windows Live" clId="Web-{CDA04A1C-7F6B-837B-56F6-3F732ED5C21C}" dt="2026-06-11T02:10:04.530" v="2343" actId="14100"/>
        <pc:sldMkLst>
          <pc:docMk/>
          <pc:sldMk cId="309150357" sldId="290"/>
        </pc:sldMkLst>
        <pc:spChg chg="mod">
          <ac:chgData name="Toran Shahi" userId="9e80e87edecd0726" providerId="Windows Live" clId="Web-{CDA04A1C-7F6B-837B-56F6-3F732ED5C21C}" dt="2026-06-11T02:10:04.530" v="2343" actId="14100"/>
          <ac:spMkLst>
            <pc:docMk/>
            <pc:sldMk cId="309150357" sldId="290"/>
            <ac:spMk id="3" creationId="{BA82C4A4-274C-AAB3-C0F4-BDE584E2030F}"/>
          </ac:spMkLst>
        </pc:spChg>
        <pc:spChg chg="mod">
          <ac:chgData name="Toran Shahi" userId="9e80e87edecd0726" providerId="Windows Live" clId="Web-{CDA04A1C-7F6B-837B-56F6-3F732ED5C21C}" dt="2026-06-11T02:10:00.498" v="2342" actId="14100"/>
          <ac:spMkLst>
            <pc:docMk/>
            <pc:sldMk cId="309150357" sldId="290"/>
            <ac:spMk id="7" creationId="{13D6A29D-A1AF-1234-7943-941C83C91EE3}"/>
          </ac:spMkLst>
        </pc:spChg>
        <pc:graphicFrameChg chg="del">
          <ac:chgData name="Toran Shahi" userId="9e80e87edecd0726" providerId="Windows Live" clId="Web-{CDA04A1C-7F6B-837B-56F6-3F732ED5C21C}" dt="2026-06-11T02:00:59.315" v="2129"/>
          <ac:graphicFrameMkLst>
            <pc:docMk/>
            <pc:sldMk cId="309150357" sldId="290"/>
            <ac:graphicFrameMk id="10" creationId="{B1261F29-56EA-E6B8-5376-BEBAA263DD25}"/>
          </ac:graphicFrameMkLst>
        </pc:graphicFrameChg>
        <pc:picChg chg="add mod">
          <ac:chgData name="Toran Shahi" userId="9e80e87edecd0726" providerId="Windows Live" clId="Web-{CDA04A1C-7F6B-837B-56F6-3F732ED5C21C}" dt="2026-06-11T02:07:26.783" v="2338" actId="14100"/>
          <ac:picMkLst>
            <pc:docMk/>
            <pc:sldMk cId="309150357" sldId="290"/>
            <ac:picMk id="2" creationId="{95CA979E-052E-E1A7-D795-9BFA47E17590}"/>
          </ac:picMkLst>
        </pc:picChg>
        <pc:picChg chg="mod">
          <ac:chgData name="Toran Shahi" userId="9e80e87edecd0726" providerId="Windows Live" clId="Web-{CDA04A1C-7F6B-837B-56F6-3F732ED5C21C}" dt="2026-06-11T02:09:47.669" v="2340" actId="14100"/>
          <ac:picMkLst>
            <pc:docMk/>
            <pc:sldMk cId="309150357" sldId="290"/>
            <ac:picMk id="8" creationId="{3C930CB7-BF8C-4CEE-9987-9F8F8BA429F6}"/>
          </ac:picMkLst>
        </pc:picChg>
      </pc:sldChg>
      <pc:sldChg chg="new del">
        <pc:chgData name="Toran Shahi" userId="9e80e87edecd0726" providerId="Windows Live" clId="Web-{CDA04A1C-7F6B-837B-56F6-3F732ED5C21C}" dt="2026-06-11T01:59:11.588" v="2117"/>
        <pc:sldMkLst>
          <pc:docMk/>
          <pc:sldMk cId="2926172862" sldId="291"/>
        </pc:sldMkLst>
      </pc:sldChg>
      <pc:sldChg chg="new del">
        <pc:chgData name="Toran Shahi" userId="9e80e87edecd0726" providerId="Windows Live" clId="Web-{CDA04A1C-7F6B-837B-56F6-3F732ED5C21C}" dt="2026-06-11T02:10:11.640" v="2344"/>
        <pc:sldMkLst>
          <pc:docMk/>
          <pc:sldMk cId="3168255637" sldId="29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0D115F-2FF0-4AFE-A38A-5E5FD304E78B}" type="datetimeFigureOut"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E5E5A9-AD3B-40B2-9EF2-739BD933872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642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8855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B7F78-DEEE-F478-1424-26161101A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97A36-D7E2-8CD2-7CF9-37EF43CD7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D9A23E-70C0-E177-34CB-73E2A5D0C6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58BBE6-0EB4-0942-7AD5-4359B98E2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72318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40374-D61A-5727-DC01-68002780F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ED6A6-38F7-879F-EE71-704C801B0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8BA788-C6F6-7461-8034-9879FEFBD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D3003-A564-6B0C-5CA4-2B27410E6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842101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CB4D7-5BAF-2943-1F53-82C34736A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56D94E-D1D6-D0F1-AA31-3BB2FE3D2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7E6BB2-16C2-B2D3-F886-4F9CC0058A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47348-2385-B311-FA95-0E11E9D5D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3107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3E375-A3FC-E049-0C9C-891B2FD3B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FA1D2-FDFA-EB46-D22C-A08C1A392B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B9B2A8-542C-6820-E274-16BF6CD7E1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EDA59-BF59-FABC-E69D-F5F936BE3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4742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4EC39-5D0D-289E-38FC-AC8E9361A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E5D9DD-644D-114A-ACEE-3C90DDD2A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05F069-D181-9A16-4B36-55DE710ED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A42324-B221-5329-B28C-7C8432238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09779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DEA0F-D05C-0E9F-03FD-FBF4AFE35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D8BEC7-139B-AC8A-8935-19A0A18FE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8A1DCD-AA95-C347-C076-F9C41301BD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98770-CF31-C1E7-C2ED-3F8E343D9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04610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4C65-6C74-65DD-B85A-72D0418A6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40498-2FBB-3BCB-8B72-C8C0FC764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D3FA4-FB82-72B7-EF93-4224F85355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47A59-6670-08A0-FC49-2DC275963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321550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11E3B-D4DA-8500-6A2D-05459F8C6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6465D0-E40C-2C2F-A11D-EC163C2AF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73DD9-2167-07C6-9523-E01F3C3F3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>
                <a:solidFill>
                  <a:srgbClr val="C00000"/>
                </a:solidFill>
                <a:ea typeface="Calibri"/>
                <a:cs typeface="Calibri"/>
              </a:rPr>
              <a:t>Red : Keyword </a:t>
            </a:r>
            <a:r>
              <a:rPr lang="en-AU">
                <a:ea typeface="Calibri"/>
                <a:cs typeface="Calibri"/>
              </a:rPr>
              <a:t>,</a:t>
            </a:r>
            <a:r>
              <a:rPr lang="en-AU" dirty="0">
                <a:ea typeface="Calibri"/>
                <a:cs typeface="Calibri"/>
              </a:rPr>
              <a:t> </a:t>
            </a:r>
            <a:r>
              <a:rPr lang="en-AU" dirty="0">
                <a:solidFill>
                  <a:schemeClr val="accent1"/>
                </a:solidFill>
                <a:ea typeface="Calibri"/>
                <a:cs typeface="Calibri"/>
              </a:rPr>
              <a:t>Blue : Variable/value</a:t>
            </a:r>
            <a:endParaRPr lang="en-AU" dirty="0">
              <a:solidFill>
                <a:schemeClr val="accent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CC6BE-3A73-2D48-D46C-07D570F0C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76006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6411A-12FF-D978-6D21-B3A7C627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0F22E8-D105-4F7D-E3F1-D7536B155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7EBD20-A8CD-4E14-0926-056A68702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>
                <a:solidFill>
                  <a:srgbClr val="C00000"/>
                </a:solidFill>
                <a:ea typeface="Calibri"/>
                <a:cs typeface="Calibri"/>
              </a:rPr>
              <a:t>Red : Keyword </a:t>
            </a:r>
            <a:r>
              <a:rPr lang="en-AU">
                <a:ea typeface="Calibri"/>
                <a:cs typeface="Calibri"/>
              </a:rPr>
              <a:t>,</a:t>
            </a:r>
            <a:r>
              <a:rPr lang="en-AU" dirty="0">
                <a:ea typeface="Calibri"/>
                <a:cs typeface="Calibri"/>
              </a:rPr>
              <a:t> </a:t>
            </a:r>
            <a:r>
              <a:rPr lang="en-AU" dirty="0">
                <a:solidFill>
                  <a:schemeClr val="accent1"/>
                </a:solidFill>
                <a:ea typeface="Calibri"/>
                <a:cs typeface="Calibri"/>
              </a:rPr>
              <a:t>Blue : Variable/value</a:t>
            </a:r>
            <a:endParaRPr lang="en-AU" dirty="0">
              <a:solidFill>
                <a:schemeClr val="accent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71516-0426-217B-54BC-84F8A95801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1597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9D056-447F-6ED8-B0BE-0A69C4FA16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548640"/>
            <a:ext cx="3273552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400" dirty="0">
                <a:solidFill>
                  <a:srgbClr val="C00000"/>
                </a:solidFill>
              </a:rPr>
              <a:t>Open Shortest Path </a:t>
            </a:r>
            <a:r>
              <a:rPr lang="en-US" sz="5400">
                <a:solidFill>
                  <a:srgbClr val="C00000"/>
                </a:solidFill>
              </a:rPr>
              <a:t>First </a:t>
            </a:r>
            <a:br>
              <a:rPr lang="en-US" sz="5400" dirty="0">
                <a:solidFill>
                  <a:srgbClr val="C00000"/>
                </a:solidFill>
              </a:rPr>
            </a:br>
            <a:r>
              <a:rPr lang="en-US" sz="5400">
                <a:solidFill>
                  <a:srgbClr val="C00000"/>
                </a:solidFill>
              </a:rPr>
              <a:t>(OSPF)</a:t>
            </a:r>
            <a:endParaRPr lang="en-US" sz="5400" kern="120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EFB9A-B525-9C48-9429-9E97E3B8A1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3408" y="337458"/>
            <a:ext cx="7126014" cy="6281056"/>
          </a:xfrm>
        </p:spPr>
        <p:txBody>
          <a:bodyPr vert="horz" lIns="91440" tIns="45720" rIns="91440" bIns="45720" rtlCol="0" anchor="ctr">
            <a:no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800" b="1" dirty="0"/>
              <a:t>Learning Outcomes:</a:t>
            </a:r>
          </a:p>
          <a:p>
            <a:pPr marL="1200150" lvl="1" indent="-457200" algn="l">
              <a:buFont typeface="+mj-lt"/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Foundation</a:t>
            </a: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Inter Router Communication</a:t>
            </a: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Network Types</a:t>
            </a: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Neighbors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DR/BDR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OSPF Configuration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Verification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endParaRPr lang="en-US" sz="28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575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4306B-2FA9-DBD0-4879-2F0F9F640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1. Foundation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42708-C46C-0C1F-6CBC-B422CA064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3762" y="1617256"/>
            <a:ext cx="7189083" cy="36148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Link State routing protocol, sends link state(up/down) and link </a:t>
            </a:r>
            <a:r>
              <a:rPr lang="en-US"/>
              <a:t>metric to neighbors</a:t>
            </a:r>
            <a:endParaRPr lang="en-US" dirty="0"/>
          </a:p>
          <a:p>
            <a:r>
              <a:rPr lang="en-US"/>
              <a:t>Non-proprietary IGP</a:t>
            </a:r>
            <a:endParaRPr lang="en-US" dirty="0"/>
          </a:p>
          <a:p>
            <a:r>
              <a:rPr lang="en-US"/>
              <a:t>OSPFv2 supports IPv4</a:t>
            </a:r>
            <a:endParaRPr lang="en-US" dirty="0"/>
          </a:p>
          <a:p>
            <a:r>
              <a:rPr lang="en-US" dirty="0"/>
              <a:t>OSPFv3 modified original to support </a:t>
            </a:r>
            <a:r>
              <a:rPr lang="en-US"/>
              <a:t>IPv6</a:t>
            </a:r>
            <a:endParaRPr lang="en-US" dirty="0"/>
          </a:p>
          <a:p>
            <a:r>
              <a:rPr lang="en-US"/>
              <a:t>Administrative Distance (AD) 110</a:t>
            </a:r>
            <a:endParaRPr lang="en-US" dirty="0"/>
          </a:p>
          <a:p>
            <a:r>
              <a:rPr lang="en-US"/>
              <a:t>Dijkstra's SPF algorithm 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16740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5FB1D-35D8-0501-02FA-A88A740BA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39C42-68B0-7A20-1AFA-93E55E8EF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1. Foundation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175FE-37ED-01B3-8D3E-E531C8205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545" y="534995"/>
            <a:ext cx="7189083" cy="568738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OSPF floods Link State Advertisements (LSA) to share link state and metr</a:t>
            </a:r>
            <a:r>
              <a:rPr lang="en-US"/>
              <a:t>ic</a:t>
            </a:r>
            <a:endParaRPr lang="en-US" dirty="0"/>
          </a:p>
          <a:p>
            <a:r>
              <a:rPr lang="en-US"/>
              <a:t>Every OSPF router builds Link State Database (LSDB) from received LSAs.</a:t>
            </a:r>
          </a:p>
          <a:p>
            <a:r>
              <a:rPr lang="en-US" dirty="0"/>
              <a:t>LSDB provides complete topology view of the network to the OSPF router.</a:t>
            </a:r>
          </a:p>
          <a:p>
            <a:r>
              <a:rPr lang="en-US" dirty="0"/>
              <a:t>OSPF routers run </a:t>
            </a:r>
            <a:r>
              <a:rPr lang="en-US"/>
              <a:t>Dijkstra Shortest Path First (SPF)  algorithm on LSDB to create a shortest path loop free topology.</a:t>
            </a:r>
          </a:p>
          <a:p>
            <a:r>
              <a:rPr lang="en-US" dirty="0"/>
              <a:t>Such topology is SPF Tree (SPT) with each </a:t>
            </a:r>
            <a:r>
              <a:rPr lang="en-US"/>
              <a:t>router as root of the tree.</a:t>
            </a:r>
          </a:p>
          <a:p>
            <a:r>
              <a:rPr lang="en-US" dirty="0"/>
              <a:t>LSDB is identical for each </a:t>
            </a:r>
            <a:r>
              <a:rPr lang="en-US"/>
              <a:t>router,</a:t>
            </a:r>
            <a:r>
              <a:rPr lang="en-US" dirty="0"/>
              <a:t> but SPT  is different.</a:t>
            </a:r>
          </a:p>
          <a:p>
            <a:endParaRPr lang="en-US" dirty="0"/>
          </a:p>
          <a:p>
            <a:endParaRPr lang="en-US" dirty="0"/>
          </a:p>
          <a:p>
            <a:endParaRPr lang="en-US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09759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E0828-094A-D671-6C07-7752B44D8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108DB-1ECE-AA08-0287-B37FAAC9A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rgbClr val="E9713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1. Foundation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CAFD1-976A-669E-A070-870D772A9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545" y="534995"/>
            <a:ext cx="7189083" cy="5687387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US"/>
              <a:t>OSPF uses Areas to provide scalability.</a:t>
            </a:r>
          </a:p>
          <a:p>
            <a:r>
              <a:rPr lang="en-US" dirty="0"/>
              <a:t>Routers in single OSPF Area has identical </a:t>
            </a:r>
            <a:r>
              <a:rPr lang="en-US"/>
              <a:t>LSDB.</a:t>
            </a:r>
          </a:p>
          <a:p>
            <a:r>
              <a:rPr lang="en-US" dirty="0"/>
              <a:t>OSPF Areas are two tier </a:t>
            </a:r>
            <a:r>
              <a:rPr lang="en-US" dirty="0" err="1"/>
              <a:t>hierarchial</a:t>
            </a:r>
            <a:r>
              <a:rPr lang="en-US" dirty="0"/>
              <a:t> architecture </a:t>
            </a:r>
            <a:endParaRPr lang="en-US"/>
          </a:p>
          <a:p>
            <a:r>
              <a:rPr lang="en-US" dirty="0"/>
              <a:t>Tier 1/Area 0/ Backbo</a:t>
            </a:r>
            <a:r>
              <a:rPr lang="en-US"/>
              <a:t>ne </a:t>
            </a:r>
            <a:endParaRPr lang="en-US" dirty="0"/>
          </a:p>
          <a:p>
            <a:r>
              <a:rPr lang="en-US" dirty="0"/>
              <a:t>Tier 2/ Area </a:t>
            </a:r>
            <a:r>
              <a:rPr lang="en-US"/>
              <a:t>non-zero/non-backbone</a:t>
            </a:r>
          </a:p>
          <a:p>
            <a:r>
              <a:rPr lang="en-US" dirty="0"/>
              <a:t>All non-backbone areas are connected to backbone and inter non-backbone communication is via backbone </a:t>
            </a:r>
            <a:r>
              <a:rPr lang="en-US"/>
              <a:t>area.</a:t>
            </a:r>
            <a:endParaRPr lang="en-US" dirty="0"/>
          </a:p>
          <a:p>
            <a:r>
              <a:rPr lang="en-US"/>
              <a:t>OSPF runs as a process in routers and is identified with process number.</a:t>
            </a:r>
            <a:endParaRPr lang="en-US" dirty="0"/>
          </a:p>
          <a:p>
            <a:r>
              <a:rPr lang="en-US" dirty="0"/>
              <a:t>Each OSPF processes in a router are </a:t>
            </a:r>
            <a:r>
              <a:rPr lang="en-US"/>
              <a:t>independent and routing information between processes is only shared if redistributed.</a:t>
            </a:r>
            <a:endParaRPr lang="en-US" dirty="0"/>
          </a:p>
          <a:p>
            <a:r>
              <a:rPr lang="en-US" dirty="0"/>
              <a:t>The process identifier from ro</a:t>
            </a:r>
            <a:r>
              <a:rPr lang="en-US"/>
              <a:t>uter to router does not need to match.</a:t>
            </a:r>
            <a:endParaRPr lang="en-US" dirty="0"/>
          </a:p>
          <a:p>
            <a:r>
              <a:rPr lang="en-US" dirty="0"/>
              <a:t>OSPF processes within the router or between routers are uniquely </a:t>
            </a:r>
            <a:r>
              <a:rPr lang="en-US"/>
              <a:t>identified with Router ID (RID)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674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8E8DE-3443-5FAA-125F-E10483334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75845-98A4-00E0-BA34-6C57396A5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5" y="1394"/>
            <a:ext cx="4291162" cy="2117339"/>
          </a:xfrm>
          <a:solidFill>
            <a:srgbClr val="E9713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2. Inter Router Communication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6935B-0FB9-8612-06C6-C12452B74F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4714" y="216489"/>
            <a:ext cx="7194424" cy="286496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457200" indent="-457200"/>
            <a:r>
              <a:rPr lang="en-US"/>
              <a:t>OSPF runs directly over IPv4 with protocol number 89</a:t>
            </a:r>
            <a:endParaRPr lang="en-US" dirty="0"/>
          </a:p>
          <a:p>
            <a:pPr marL="457200" indent="-457200"/>
            <a:r>
              <a:rPr lang="en-US"/>
              <a:t>Multicast traffic to:</a:t>
            </a:r>
            <a:endParaRPr lang="en-US" dirty="0"/>
          </a:p>
          <a:p>
            <a:pPr lvl="1" indent="-457200">
              <a:buAutoNum type="arabicPeriod"/>
            </a:pPr>
            <a:r>
              <a:rPr lang="en-US" dirty="0" err="1"/>
              <a:t>AllSPF</a:t>
            </a:r>
            <a:r>
              <a:rPr lang="en-US" dirty="0"/>
              <a:t> Routers: 224.0.0.5 or MAC 01:00:5E:00:00:05 </a:t>
            </a:r>
          </a:p>
          <a:p>
            <a:pPr lvl="1" indent="-457200">
              <a:buAutoNum type="arabicPeriod"/>
            </a:pPr>
            <a:r>
              <a:rPr lang="en-US"/>
              <a:t>DR &amp; BDR: 224.0.0.6 or MAC 01:00:5E:00:00:06.</a:t>
            </a:r>
          </a:p>
          <a:p>
            <a:pPr marL="457200" indent="-457200"/>
            <a:r>
              <a:rPr lang="en-US"/>
              <a:t>5 Packet Types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2DC1061-195F-4A5A-1332-5FE8076EB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774721"/>
              </p:ext>
            </p:extLst>
          </p:nvPr>
        </p:nvGraphicFramePr>
        <p:xfrm>
          <a:off x="366828" y="3085170"/>
          <a:ext cx="10865150" cy="3553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530">
                  <a:extLst>
                    <a:ext uri="{9D8B030D-6E8A-4147-A177-3AD203B41FA5}">
                      <a16:colId xmlns:a16="http://schemas.microsoft.com/office/drawing/2014/main" val="3787860737"/>
                    </a:ext>
                  </a:extLst>
                </a:gridCol>
                <a:gridCol w="2748834">
                  <a:extLst>
                    <a:ext uri="{9D8B030D-6E8A-4147-A177-3AD203B41FA5}">
                      <a16:colId xmlns:a16="http://schemas.microsoft.com/office/drawing/2014/main" val="1600991593"/>
                    </a:ext>
                  </a:extLst>
                </a:gridCol>
                <a:gridCol w="7016786">
                  <a:extLst>
                    <a:ext uri="{9D8B030D-6E8A-4147-A177-3AD203B41FA5}">
                      <a16:colId xmlns:a16="http://schemas.microsoft.com/office/drawing/2014/main" val="755017419"/>
                    </a:ext>
                  </a:extLst>
                </a:gridCol>
              </a:tblGrid>
              <a:tr h="64476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Packet Type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Packet Name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Function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0164068"/>
                  </a:ext>
                </a:extLst>
              </a:tr>
              <a:tr h="345221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1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HELLO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Used for discovery and reachability of the neighbors (Multicast)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2811746"/>
                  </a:ext>
                </a:extLst>
              </a:tr>
              <a:tr h="64476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2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Database 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Descriptors (DBD) or (DDP)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Contains summary of LSDB content. Exchanged while forming adjacency.</a:t>
                      </a:r>
                      <a:endParaRPr lang="en-US" dirty="0"/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145637"/>
                  </a:ext>
                </a:extLst>
              </a:tr>
              <a:tr h="61248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3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Link-state 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Request (LSR)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After analyzing DBDs while forming adjacency, Link-state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Request packets are sent to request any missing LSA's in LSDB.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376194"/>
                  </a:ext>
                </a:extLst>
              </a:tr>
              <a:tr h="61248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4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Link-state Update (LSU)</a:t>
                      </a: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Requested LSA's are wrapped in Link-state Update packets and sent.</a:t>
                      </a: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3600611"/>
                  </a:ext>
                </a:extLst>
              </a:tr>
              <a:tr h="61248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5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Link-state 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ACK</a:t>
                      </a: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Acknowledgement for LSU. Unlike Seq.no. in TCP Acks, this packet contains header of LSA's that were received in LSU.</a:t>
                      </a: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7213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8796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4FA7C-7E93-0505-25ED-FC4F2913C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D6F61-5068-0D90-FE29-AA656D20A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110" y="-8131"/>
            <a:ext cx="4520866" cy="2126864"/>
          </a:xfrm>
          <a:solidFill>
            <a:srgbClr val="E97132"/>
          </a:solidFill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 </a:t>
            </a:r>
            <a:r>
              <a:rPr lang="en-US" b="1">
                <a:solidFill>
                  <a:schemeClr val="bg1"/>
                </a:solidFill>
              </a:rPr>
              <a:t>Network Types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12B90-F1CE-9B0F-CAD5-AA15DF3B0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6181" y="420655"/>
            <a:ext cx="7014000" cy="2517235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algn="l" rtl="0"/>
            <a:r>
              <a:rPr lang="en-US" sz="2200" b="0" i="0" u="none" strike="noStrike" baseline="0" dirty="0">
                <a:solidFill>
                  <a:srgbClr val="000000"/>
                </a:solidFill>
                <a:latin typeface="Aptos"/>
              </a:rPr>
              <a:t>OSPF network types are the logical architecture of the network </a:t>
            </a:r>
            <a:r>
              <a:rPr lang="en-US" sz="2200" b="0" i="0" u="none" strike="noStrike" baseline="0" dirty="0" err="1">
                <a:solidFill>
                  <a:srgbClr val="000000"/>
                </a:solidFill>
                <a:latin typeface="Aptos"/>
              </a:rPr>
              <a:t>percieved</a:t>
            </a:r>
            <a:r>
              <a:rPr lang="en-US" sz="2200" b="0" i="0" u="none" strike="noStrike" baseline="0" dirty="0">
                <a:solidFill>
                  <a:srgbClr val="000000"/>
                </a:solidFill>
                <a:latin typeface="Aptos"/>
              </a:rPr>
              <a:t> by OSPF process rather than actual physical architecture.</a:t>
            </a:r>
            <a:r>
              <a:rPr lang="en-US" sz="2200" b="0" i="0" dirty="0">
                <a:latin typeface="Aptos"/>
              </a:rPr>
              <a:t>​</a:t>
            </a:r>
          </a:p>
          <a:p>
            <a:pPr algn="l" rtl="0"/>
            <a:r>
              <a:rPr lang="en-US" sz="2200" b="0" i="0" u="none" strike="noStrike" baseline="0" dirty="0">
                <a:solidFill>
                  <a:srgbClr val="000000"/>
                </a:solidFill>
                <a:latin typeface="Aptos"/>
              </a:rPr>
              <a:t>Network types can be specified during OSPF </a:t>
            </a:r>
            <a:r>
              <a:rPr lang="en-US" sz="2200" b="0" i="0" u="none" strike="noStrike" baseline="0" dirty="0" err="1">
                <a:solidFill>
                  <a:srgbClr val="000000"/>
                </a:solidFill>
                <a:latin typeface="Aptos"/>
              </a:rPr>
              <a:t>configuration</a:t>
            </a:r>
            <a:r>
              <a:rPr lang="en-US" sz="2200" b="0" i="0" u="none" strike="noStrike" baseline="0" dirty="0">
                <a:solidFill>
                  <a:srgbClr val="000000"/>
                </a:solidFill>
                <a:latin typeface="Aptos"/>
              </a:rPr>
              <a:t> and this determines how OSPF routers form adjacency(dynamically or manually specifying neighbors).</a:t>
            </a:r>
          </a:p>
          <a:p>
            <a:r>
              <a:rPr lang="en-US" sz="2200" dirty="0"/>
              <a:t>The default Dead Interval is 4 times </a:t>
            </a:r>
            <a:r>
              <a:rPr lang="en-US" sz="2200"/>
              <a:t>Hello Interval.</a:t>
            </a:r>
            <a:endParaRPr lang="en-US" sz="2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426D7F-6C2E-0E43-C62D-1DE024FD35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700387"/>
              </p:ext>
            </p:extLst>
          </p:nvPr>
        </p:nvGraphicFramePr>
        <p:xfrm>
          <a:off x="209826" y="3059044"/>
          <a:ext cx="11522748" cy="3287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3565">
                  <a:extLst>
                    <a:ext uri="{9D8B030D-6E8A-4147-A177-3AD203B41FA5}">
                      <a16:colId xmlns:a16="http://schemas.microsoft.com/office/drawing/2014/main" val="3787860737"/>
                    </a:ext>
                  </a:extLst>
                </a:gridCol>
                <a:gridCol w="1093302">
                  <a:extLst>
                    <a:ext uri="{9D8B030D-6E8A-4147-A177-3AD203B41FA5}">
                      <a16:colId xmlns:a16="http://schemas.microsoft.com/office/drawing/2014/main" val="1600991593"/>
                    </a:ext>
                  </a:extLst>
                </a:gridCol>
                <a:gridCol w="1689652">
                  <a:extLst>
                    <a:ext uri="{9D8B030D-6E8A-4147-A177-3AD203B41FA5}">
                      <a16:colId xmlns:a16="http://schemas.microsoft.com/office/drawing/2014/main" val="755017419"/>
                    </a:ext>
                  </a:extLst>
                </a:gridCol>
                <a:gridCol w="2183189">
                  <a:extLst>
                    <a:ext uri="{9D8B030D-6E8A-4147-A177-3AD203B41FA5}">
                      <a16:colId xmlns:a16="http://schemas.microsoft.com/office/drawing/2014/main" val="1052751555"/>
                    </a:ext>
                  </a:extLst>
                </a:gridCol>
                <a:gridCol w="2603040">
                  <a:extLst>
                    <a:ext uri="{9D8B030D-6E8A-4147-A177-3AD203B41FA5}">
                      <a16:colId xmlns:a16="http://schemas.microsoft.com/office/drawing/2014/main" val="2077828343"/>
                    </a:ext>
                  </a:extLst>
                </a:gridCol>
              </a:tblGrid>
              <a:tr h="64476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Network Types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DR/BDR Election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Hello Interval/Sec</a:t>
                      </a:r>
                      <a:endParaRPr lang="en-US" sz="1800" b="1" i="0" dirty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Dynamic Neighbor Discovery</a:t>
                      </a:r>
                      <a:endParaRPr lang="en-US"/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3">
                      <a:solidFill>
                        <a:srgbClr val="FFFFFF"/>
                      </a:solidFill>
                    </a:lnT>
                    <a:lnB w="3286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Default For</a:t>
                      </a:r>
                      <a:endParaRPr lang="en-US" sz="1800" b="1" i="0" u="none" strike="noStrike" noProof="0" dirty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32860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0164068"/>
                  </a:ext>
                </a:extLst>
              </a:tr>
              <a:tr h="345221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Point to Point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</a:t>
                      </a:r>
                      <a:endParaRPr lang="en-US" b="0"/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10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0">
                      <a:solidFill>
                        <a:srgbClr val="FFFFFF"/>
                      </a:solidFill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Serial, 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Frame Relay P2P sub-interfaces</a:t>
                      </a:r>
                      <a:endParaRPr lang="en-US" sz="1800" b="0" i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32860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2811746"/>
                  </a:ext>
                </a:extLst>
              </a:tr>
              <a:tr h="386521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Broadcast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10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3">
                      <a:solidFill>
                        <a:srgbClr val="FFFFFF"/>
                      </a:solidFill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Ethernet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145637"/>
                  </a:ext>
                </a:extLst>
              </a:tr>
              <a:tr h="44173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Non-Broadcast 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Multi Access (NBMA)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30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3">
                      <a:solidFill>
                        <a:srgbClr val="FFFFFF"/>
                      </a:solidFill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Frame Relay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Physical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376194"/>
                  </a:ext>
                </a:extLst>
              </a:tr>
              <a:tr h="37547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Point to 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Multipoint (P2M)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</a:t>
                      </a: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30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3">
                      <a:solidFill>
                        <a:srgbClr val="FFFFFF"/>
                      </a:solidFill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/32 prefix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3600611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P2M Non-Broadcast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</a:t>
                      </a: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30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3">
                      <a:solidFill>
                        <a:srgbClr val="FFFFFF"/>
                      </a:solidFill>
                    </a:lnT>
                    <a:lnB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/32 prefix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7213729"/>
                  </a:ext>
                </a:extLst>
              </a:tr>
              <a:tr h="43069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Loopback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3">
                      <a:solidFill>
                        <a:srgbClr val="FFFFFF"/>
                      </a:solidFill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</a:t>
                      </a: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3">
                      <a:solidFill>
                        <a:srgbClr val="FFFFFF"/>
                      </a:solidFill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 Hello Sent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3">
                      <a:solidFill>
                        <a:srgbClr val="FFFFFF"/>
                      </a:solidFill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Does not form Adj.</a:t>
                      </a:r>
                      <a:endParaRPr lang="en-US"/>
                    </a:p>
                  </a:txBody>
                  <a:tcPr>
                    <a:lnL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/32 prefix only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2">
                      <a:solidFill>
                        <a:srgbClr val="FFFFFF"/>
                      </a:solidFill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4756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2778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12133-FEAC-9612-0A41-B6B13A0E0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3CD5E-9296-46A7-7424-D155A9900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5" y="1394"/>
            <a:ext cx="4378820" cy="2126864"/>
          </a:xfrm>
          <a:solidFill>
            <a:srgbClr val="E9713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4. OSPF Neighbors</a:t>
            </a:r>
            <a:r>
              <a:rPr lang="en-US" b="1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C768C-F6B7-34F7-C0CB-F930BB663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7834" y="420655"/>
            <a:ext cx="7267999" cy="170001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sz="2200" dirty="0"/>
              <a:t>OSPF neighbor is a router that has common OSPF enabled interface and </a:t>
            </a:r>
            <a:r>
              <a:rPr lang="en-US" sz="2200"/>
              <a:t>atleast</a:t>
            </a:r>
            <a:r>
              <a:rPr lang="en-US" sz="2200" dirty="0"/>
              <a:t> exchange Hello packets.</a:t>
            </a:r>
          </a:p>
          <a:p>
            <a:r>
              <a:rPr lang="en-US" sz="2200"/>
              <a:t>Additionally, OSPF routers need to have common parameters as shown in the table. </a:t>
            </a:r>
            <a:endParaRPr lang="en-US" sz="2200" dirty="0"/>
          </a:p>
          <a:p>
            <a:r>
              <a:rPr lang="en-US" sz="2200" dirty="0"/>
              <a:t>OSPF adjacency is more specific status of OSPF neighbors </a:t>
            </a:r>
            <a:r>
              <a:rPr lang="en-US" sz="2200"/>
              <a:t>that have  synchronized LSDB. Ex. DR &amp; DR-OTHERs.</a:t>
            </a:r>
            <a:endParaRPr lang="en-US" sz="2200" dirty="0"/>
          </a:p>
          <a:p>
            <a:endParaRPr lang="en-US" sz="2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F7E113C-36CB-3A24-314F-C6C0E790A7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6464936"/>
              </p:ext>
            </p:extLst>
          </p:nvPr>
        </p:nvGraphicFramePr>
        <p:xfrm>
          <a:off x="4813609" y="2360341"/>
          <a:ext cx="7175703" cy="42332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319">
                  <a:extLst>
                    <a:ext uri="{9D8B030D-6E8A-4147-A177-3AD203B41FA5}">
                      <a16:colId xmlns:a16="http://schemas.microsoft.com/office/drawing/2014/main" val="3787860737"/>
                    </a:ext>
                  </a:extLst>
                </a:gridCol>
                <a:gridCol w="5275384">
                  <a:extLst>
                    <a:ext uri="{9D8B030D-6E8A-4147-A177-3AD203B41FA5}">
                      <a16:colId xmlns:a16="http://schemas.microsoft.com/office/drawing/2014/main" val="2077828343"/>
                    </a:ext>
                  </a:extLst>
                </a:gridCol>
              </a:tblGrid>
              <a:tr h="620683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Adjacency States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Description</a:t>
                      </a:r>
                      <a:endParaRPr lang="en-US"/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32860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0164068"/>
                  </a:ext>
                </a:extLst>
              </a:tr>
              <a:tr h="35314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DOWN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 Hello packets sent/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received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32860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2811746"/>
                  </a:ext>
                </a:extLst>
              </a:tr>
              <a:tr h="620683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ATTEMPT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3">
                      <a:solidFill>
                        <a:srgbClr val="FFFFFF"/>
                      </a:solidFill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In NBMA network segments only, router sending Hello. No</a:t>
                      </a:r>
                      <a:r>
                        <a:rPr lang="en-US" sz="18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 reply received.</a:t>
                      </a: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2">
                      <a:solidFill>
                        <a:srgbClr val="FFFFFF"/>
                      </a:solidFill>
                    </a:lnR>
                    <a:lnT w="1095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480660"/>
                  </a:ext>
                </a:extLst>
              </a:tr>
              <a:tr h="3745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INIT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Hello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packet sent OR received (Unidirectional)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145637"/>
                  </a:ext>
                </a:extLst>
              </a:tr>
              <a:tr h="620683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2-WAY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Hello packets exchanged(Bi-directional). 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DR/BDR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election if required. DR-OTHERS stay in this state.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376194"/>
                  </a:ext>
                </a:extLst>
              </a:tr>
              <a:tr h="36384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EX-START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Identify Master and Slave for LSDB sync.</a:t>
                      </a: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3600611"/>
                  </a:ext>
                </a:extLst>
              </a:tr>
              <a:tr h="35314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EXCHANGE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DBD packets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exchanged.</a:t>
                      </a:r>
                      <a:endParaRPr lang="en-US"/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7213729"/>
                  </a:ext>
                </a:extLst>
              </a:tr>
              <a:tr h="417356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LOADING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3">
                      <a:solidFill>
                        <a:srgbClr val="FFFFFF"/>
                      </a:solidFill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LSR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and LSU</a:t>
                      </a: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 packets exchanged</a:t>
                      </a: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4756570"/>
                  </a:ext>
                </a:extLst>
              </a:tr>
              <a:tr h="417356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FULL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2">
                      <a:solidFill>
                        <a:srgbClr val="FFFFFF"/>
                      </a:solidFill>
                    </a:lnL>
                    <a:lnR w="10952">
                      <a:solidFill>
                        <a:srgbClr val="FFFFFF"/>
                      </a:solidFill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LSDB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synchronized</a:t>
                      </a:r>
                      <a:endParaRPr lang="en-US" sz="1800" b="0" i="0" dirty="0" err="1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2">
                      <a:solidFill>
                        <a:srgbClr val="FFFFFF"/>
                      </a:solidFill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132854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88AFA8-546C-717B-F24A-6B532C2A2F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602289"/>
              </p:ext>
            </p:extLst>
          </p:nvPr>
        </p:nvGraphicFramePr>
        <p:xfrm>
          <a:off x="204438" y="2666999"/>
          <a:ext cx="4009290" cy="3623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3629">
                  <a:extLst>
                    <a:ext uri="{9D8B030D-6E8A-4147-A177-3AD203B41FA5}">
                      <a16:colId xmlns:a16="http://schemas.microsoft.com/office/drawing/2014/main" val="3787860737"/>
                    </a:ext>
                  </a:extLst>
                </a:gridCol>
                <a:gridCol w="2215661">
                  <a:extLst>
                    <a:ext uri="{9D8B030D-6E8A-4147-A177-3AD203B41FA5}">
                      <a16:colId xmlns:a16="http://schemas.microsoft.com/office/drawing/2014/main" val="207782834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Parameters</a:t>
                      </a: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Must Match</a:t>
                      </a:r>
                      <a:endParaRPr lang="en-US" sz="1800" b="1" i="0" u="none" strike="noStrike" noProof="0" dirty="0">
                        <a:solidFill>
                          <a:srgbClr val="FFFFFF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32860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0164068"/>
                  </a:ext>
                </a:extLst>
              </a:tr>
              <a:tr h="35830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Router ID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2861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NO/ Must be unique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32860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2811746"/>
                  </a:ext>
                </a:extLst>
              </a:tr>
              <a:tr h="612587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Hello/Dead interval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3">
                      <a:solidFill>
                        <a:srgbClr val="FFFFFF"/>
                      </a:solidFill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3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2">
                      <a:solidFill>
                        <a:srgbClr val="FFFFFF"/>
                      </a:solidFill>
                    </a:lnR>
                    <a:lnT w="1095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480660"/>
                  </a:ext>
                </a:extLst>
              </a:tr>
              <a:tr h="369864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Area ID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3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145637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Subnet Mask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YES/Broadcast segment only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376194"/>
                  </a:ext>
                </a:extLst>
              </a:tr>
              <a:tr h="35830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Authentication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>
                      <a:solidFill>
                        <a:srgbClr val="FFFFF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3600611"/>
                  </a:ext>
                </a:extLst>
              </a:tr>
              <a:tr h="35830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MTU 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7213729"/>
                  </a:ext>
                </a:extLst>
              </a:tr>
              <a:tr h="416096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Stub Area flag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3">
                      <a:solidFill>
                        <a:srgbClr val="FFFFFF"/>
                      </a:solidFill>
                    </a:lnR>
                    <a:lnT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95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YES</a:t>
                      </a:r>
                      <a:endParaRPr lang="en-US" sz="18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0953">
                      <a:solidFill>
                        <a:srgbClr val="FFFFFF"/>
                      </a:solidFill>
                    </a:lnL>
                    <a:lnR w="10952">
                      <a:solidFill>
                        <a:srgbClr val="FFFFFF"/>
                      </a:solidFill>
                    </a:lnR>
                    <a:lnT w="10952">
                      <a:solidFill>
                        <a:srgbClr val="FFFFFF"/>
                      </a:solidFill>
                    </a:lnT>
                    <a:lnB w="1095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4756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3422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7E040-5C8D-69A2-806D-9C993A97C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F2968-7002-046D-0538-21C172D3E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5" y="1394"/>
            <a:ext cx="4434037" cy="2117339"/>
          </a:xfrm>
          <a:solidFill>
            <a:srgbClr val="E9713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5. DR/BDR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063CD-E1A3-78E1-FFC7-4D38DDC48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28877" y="321264"/>
            <a:ext cx="7091304" cy="589492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sz="2400" b="1" dirty="0">
                <a:solidFill>
                  <a:srgbClr val="000000"/>
                </a:solidFill>
                <a:latin typeface="Aptos"/>
              </a:rPr>
              <a:t>Router</a:t>
            </a:r>
            <a:r>
              <a:rPr lang="en-US" sz="2400" b="1" dirty="0"/>
              <a:t> ID</a:t>
            </a:r>
            <a:r>
              <a:rPr lang="en-US" sz="2400" dirty="0"/>
              <a:t> : </a:t>
            </a:r>
            <a:r>
              <a:rPr lang="en-US" sz="2400" dirty="0" err="1"/>
              <a:t>32 bit</a:t>
            </a:r>
            <a:r>
              <a:rPr lang="en-US" sz="2400" dirty="0"/>
              <a:t> unique ID that identifies each OSPF processes in an OSPF domain.</a:t>
            </a:r>
          </a:p>
          <a:p>
            <a:r>
              <a:rPr lang="en-US" sz="2400"/>
              <a:t>Router ID Election Hierarchy:</a:t>
            </a:r>
            <a:endParaRPr lang="en-US" sz="24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Manual configuration</a:t>
            </a:r>
            <a:endParaRPr lang="en-US" sz="20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 dirty="0"/>
              <a:t>Highest loopb</a:t>
            </a:r>
            <a:r>
              <a:rPr lang="en-US" sz="2000"/>
              <a:t>ack IP</a:t>
            </a:r>
            <a:endParaRPr lang="en-US" sz="20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Highest active physical interface IP</a:t>
            </a:r>
            <a:endParaRPr lang="en-US" sz="2000" dirty="0"/>
          </a:p>
          <a:p>
            <a:pPr marL="0" indent="0">
              <a:buNone/>
            </a:pPr>
            <a:r>
              <a:rPr lang="en-US" sz="2400" b="1" dirty="0"/>
              <a:t>Designated Router (DR): </a:t>
            </a:r>
            <a:r>
              <a:rPr lang="en-US" sz="2400" dirty="0"/>
              <a:t>In a multi access network segment, each router is connected with all other routers in a full mesh fashion as shown in top figure.</a:t>
            </a:r>
          </a:p>
          <a:p>
            <a:pPr marL="0" indent="0">
              <a:buNone/>
            </a:pPr>
            <a:r>
              <a:rPr lang="en-US" sz="2400" dirty="0"/>
              <a:t>With n number of routers/nodes, there will be n(n-1)/2 </a:t>
            </a:r>
            <a:r>
              <a:rPr lang="en-US" sz="2400"/>
              <a:t>adjacencies/edges.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To reduce this number of adjacencies formed, a DR/</a:t>
            </a:r>
            <a:r>
              <a:rPr lang="en-US" sz="2400" dirty="0" err="1"/>
              <a:t>Pseudonode</a:t>
            </a:r>
            <a:r>
              <a:rPr lang="en-US" sz="2400" dirty="0"/>
              <a:t> is elected as shown in bottom figure.</a:t>
            </a:r>
          </a:p>
          <a:p>
            <a:pPr marL="0" indent="0">
              <a:buNone/>
            </a:pPr>
            <a:r>
              <a:rPr lang="en-US" sz="2400" dirty="0"/>
              <a:t>Every DR-OTHER router forms FULL adjacency with </a:t>
            </a:r>
            <a:r>
              <a:rPr lang="en-US" sz="2400"/>
              <a:t>DR/BDR only in a hub and spoke fashion.</a:t>
            </a:r>
          </a:p>
          <a:p>
            <a:pPr marL="0" indent="0">
              <a:buNone/>
            </a:pPr>
            <a:r>
              <a:rPr lang="en-US" sz="2400"/>
              <a:t>DR-OTHER have 2-way adjacency state among them.</a:t>
            </a:r>
            <a:endParaRPr lang="en-US" sz="24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</p:txBody>
      </p:sp>
      <p:pic>
        <p:nvPicPr>
          <p:cNvPr id="4" name="Picture 3" descr="A diagram of a network&#10;&#10;AI-generated content may be incorrect.">
            <a:extLst>
              <a:ext uri="{FF2B5EF4-FFF2-40B4-BE49-F238E27FC236}">
                <a16:creationId xmlns:a16="http://schemas.microsoft.com/office/drawing/2014/main" id="{94C7D4D5-9981-2496-5CD0-38B7129E5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34" y="2684610"/>
            <a:ext cx="3876675" cy="16287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EA4D0C-3B57-94F8-8BD3-0DAED38389D4}"/>
              </a:ext>
            </a:extLst>
          </p:cNvPr>
          <p:cNvSpPr txBox="1"/>
          <p:nvPr/>
        </p:nvSpPr>
        <p:spPr>
          <a:xfrm>
            <a:off x="203515" y="2315688"/>
            <a:ext cx="40079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Multi-access network </a:t>
            </a:r>
            <a:r>
              <a:rPr lang="en-US" b="1"/>
              <a:t>without</a:t>
            </a:r>
            <a:r>
              <a:rPr lang="en-US"/>
              <a:t> DR/BDR</a:t>
            </a:r>
          </a:p>
        </p:txBody>
      </p:sp>
      <p:pic>
        <p:nvPicPr>
          <p:cNvPr id="7" name="Picture 6" descr="A diagram of a network&#10;&#10;AI-generated content may be incorrect.">
            <a:extLst>
              <a:ext uri="{FF2B5EF4-FFF2-40B4-BE49-F238E27FC236}">
                <a16:creationId xmlns:a16="http://schemas.microsoft.com/office/drawing/2014/main" id="{4AE0159A-6FC2-D123-CE4A-AAB7E3B948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073" y="4927394"/>
            <a:ext cx="2638425" cy="1733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496C62-54FB-3467-0782-F1E54A73E2C5}"/>
              </a:ext>
            </a:extLst>
          </p:cNvPr>
          <p:cNvSpPr txBox="1"/>
          <p:nvPr/>
        </p:nvSpPr>
        <p:spPr>
          <a:xfrm>
            <a:off x="206239" y="4551490"/>
            <a:ext cx="40079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Multi-access network </a:t>
            </a:r>
            <a:r>
              <a:rPr lang="en-US" b="1"/>
              <a:t>with</a:t>
            </a:r>
            <a:r>
              <a:rPr lang="en-US"/>
              <a:t> DR/BDR</a:t>
            </a:r>
          </a:p>
        </p:txBody>
      </p:sp>
    </p:spTree>
    <p:extLst>
      <p:ext uri="{BB962C8B-B14F-4D97-AF65-F5344CB8AC3E}">
        <p14:creationId xmlns:p14="http://schemas.microsoft.com/office/powerpoint/2010/main" val="332318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60721-B93B-B3AE-5EED-0E951410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00C5E-433D-9A7B-77DA-D127162A0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5" y="1394"/>
            <a:ext cx="4434037" cy="2117339"/>
          </a:xfrm>
          <a:solidFill>
            <a:srgbClr val="E9713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5. DR/BDR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8C58B-8BF5-11DB-4B9D-BCCBF9DAE3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051" y="321264"/>
            <a:ext cx="7212782" cy="6336660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2200" b="1" dirty="0"/>
              <a:t>DR Election:</a:t>
            </a:r>
            <a:r>
              <a:rPr lang="en-US" sz="2400" b="1" dirty="0"/>
              <a:t> </a:t>
            </a:r>
            <a:r>
              <a:rPr lang="en-US" sz="2400" dirty="0"/>
              <a:t>Election of DR is non-preemptive, </a:t>
            </a:r>
            <a:r>
              <a:rPr lang="en-US" sz="2400"/>
              <a:t>i.e</a:t>
            </a:r>
            <a:r>
              <a:rPr lang="en-US" sz="2400" dirty="0"/>
              <a:t>, once selected it cannot be overthrown even if new routers with higher priority joins the segment later.</a:t>
            </a:r>
          </a:p>
          <a:p>
            <a:pPr marL="0" indent="0">
              <a:buNone/>
            </a:pPr>
            <a:r>
              <a:rPr lang="en-US" sz="2400"/>
              <a:t>During initialization, router waits for WaitTimer</a:t>
            </a:r>
            <a:r>
              <a:rPr lang="en-US" sz="2400" dirty="0"/>
              <a:t> set in the interface.</a:t>
            </a:r>
          </a:p>
          <a:p>
            <a:pPr marL="0" indent="0">
              <a:buNone/>
            </a:pPr>
            <a:r>
              <a:rPr lang="en-US" sz="2400" dirty="0"/>
              <a:t>DR Election </a:t>
            </a:r>
            <a:r>
              <a:rPr lang="en-US" sz="2400"/>
              <a:t>Hierarchy</a:t>
            </a:r>
            <a:r>
              <a:rPr lang="en-US" sz="2400" dirty="0"/>
              <a:t>:</a:t>
            </a:r>
          </a:p>
          <a:p>
            <a:pPr marL="514350" lvl="1" indent="-285750"/>
            <a:r>
              <a:rPr lang="en-US" sz="2000" dirty="0"/>
              <a:t>Highest interface </a:t>
            </a:r>
            <a:r>
              <a:rPr lang="en-US" sz="2000"/>
              <a:t>priority, Default 1, range 0 to 65,536</a:t>
            </a:r>
            <a:endParaRPr lang="en-US" sz="2000" dirty="0"/>
          </a:p>
          <a:p>
            <a:pPr marL="514350" lvl="1" indent="-285750"/>
            <a:r>
              <a:rPr lang="en-US" sz="2000"/>
              <a:t>Highest Router ID.</a:t>
            </a:r>
            <a:endParaRPr lang="en-US" sz="2000" dirty="0"/>
          </a:p>
          <a:p>
            <a:pPr marL="0" indent="0">
              <a:buNone/>
            </a:pPr>
            <a:r>
              <a:rPr lang="en-US" sz="2400"/>
              <a:t>Interface priority zero (0) means it can only be DR-OTHER.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Router elects itself as BDR first to promote later to DR if eligible after communicating with other routers in the segment.</a:t>
            </a:r>
          </a:p>
          <a:p>
            <a:pPr marL="0" indent="0">
              <a:buNone/>
            </a:pPr>
            <a:r>
              <a:rPr lang="en-US" sz="2200" b="1" dirty="0"/>
              <a:t>Backup Designated Router (BDR):</a:t>
            </a:r>
            <a:r>
              <a:rPr lang="en-US" sz="2200" dirty="0"/>
              <a:t> </a:t>
            </a:r>
            <a:r>
              <a:rPr lang="en-US" sz="2400" dirty="0"/>
              <a:t>In case of DR failure, routers must go through resource intensive process of </a:t>
            </a:r>
            <a:r>
              <a:rPr lang="en-US" sz="2400"/>
              <a:t>new DR election and new adjacencies.</a:t>
            </a:r>
            <a:endParaRPr lang="en-US" sz="2400" dirty="0"/>
          </a:p>
          <a:p>
            <a:pPr marL="0" indent="0">
              <a:buNone/>
            </a:pPr>
            <a:r>
              <a:rPr lang="en-US" sz="2400"/>
              <a:t>To overcome such issue, a BDR is pre-elected in the segment which also forms FULL adjacencies with DR and DR-OTHERs.</a:t>
            </a:r>
            <a:endParaRPr lang="en-US" sz="2400" dirty="0"/>
          </a:p>
          <a:p>
            <a:pPr marL="0" indent="0">
              <a:buNone/>
            </a:pPr>
            <a:r>
              <a:rPr lang="en-US" sz="2400"/>
              <a:t>In case of DR failure, BDR becomes DR and new BDR from DR-OTHERs is</a:t>
            </a:r>
            <a:r>
              <a:rPr lang="en-US" sz="2400" dirty="0"/>
              <a:t> chosen.  </a:t>
            </a:r>
          </a:p>
          <a:p>
            <a:pPr marL="0" indent="0">
              <a:buNone/>
            </a:pPr>
            <a:r>
              <a:rPr lang="en-US" sz="2400"/>
              <a:t>BDR election uses same DR Election Hierarchy as above.</a:t>
            </a:r>
            <a:endParaRPr lang="en-US" sz="2400" dirty="0"/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F32738-A9AA-9A13-E76C-EF0EB71F2E6F}"/>
              </a:ext>
            </a:extLst>
          </p:cNvPr>
          <p:cNvSpPr txBox="1"/>
          <p:nvPr/>
        </p:nvSpPr>
        <p:spPr>
          <a:xfrm>
            <a:off x="203515" y="2315688"/>
            <a:ext cx="4435383" cy="46166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DR/BDR Operation:</a:t>
            </a:r>
          </a:p>
          <a:p>
            <a:pPr marL="342900" indent="-342900">
              <a:buAutoNum type="arabicPeriod"/>
            </a:pPr>
            <a:r>
              <a:rPr lang="en-US" sz="2000"/>
              <a:t>All OSPF routers (DR,BDR,DROther) form full adjacency with DR &amp; BDR.</a:t>
            </a:r>
          </a:p>
          <a:p>
            <a:pPr marL="342900" indent="-342900">
              <a:buAutoNum type="arabicPeriod"/>
            </a:pPr>
            <a:r>
              <a:rPr lang="en-US" sz="2000"/>
              <a:t>As new routes are learned by any router, updated LSA is sent to AllDRouters address (224.0.0.6). Only DR &amp; BDR receive &amp; process those.</a:t>
            </a:r>
          </a:p>
          <a:p>
            <a:pPr marL="342900" indent="-342900">
              <a:buAutoNum type="arabicPeriod"/>
            </a:pPr>
            <a:r>
              <a:rPr lang="en-US" sz="2000"/>
              <a:t>DR sends unicast Ack for the received LSA.</a:t>
            </a:r>
          </a:p>
          <a:p>
            <a:pPr marL="342900" indent="-342900">
              <a:buAutoNum type="arabicPeriod"/>
            </a:pPr>
            <a:r>
              <a:rPr lang="en-US" sz="2000"/>
              <a:t>DR floods the LSA to all the routers in the segment to AllSPF router address (224.0.0.5)</a:t>
            </a:r>
            <a:endParaRPr lang="en-US" sz="2000" dirty="0"/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4866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00FC6-FD1B-9311-1AB0-DFC155DDD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A23C-80AA-0ED2-5D15-C01DAEBA5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4635" y="1394"/>
            <a:ext cx="4662913" cy="2117339"/>
          </a:xfrm>
          <a:solidFill>
            <a:srgbClr val="E9713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6. OSPF </a:t>
            </a:r>
            <a:r>
              <a:rPr lang="en-US" b="1" dirty="0">
                <a:solidFill>
                  <a:schemeClr val="bg1"/>
                </a:solidFill>
              </a:rPr>
              <a:t>Configuration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E542-C091-B9CB-8BFB-D363BE8E5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5270" y="163289"/>
            <a:ext cx="7110563" cy="649463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b="1"/>
              <a:t>OSPF Network Statement: </a:t>
            </a:r>
            <a:endParaRPr lang="en-US"/>
          </a:p>
          <a:p>
            <a:r>
              <a:rPr lang="en-US" sz="2200"/>
              <a:t>Match against primary IP address and mask of the interface</a:t>
            </a:r>
            <a:endParaRPr lang="en-US" sz="2200" b="1" dirty="0"/>
          </a:p>
          <a:p>
            <a:pPr marL="457200" lvl="1" indent="0">
              <a:buNone/>
            </a:pPr>
            <a:r>
              <a:rPr lang="en-US" sz="1800" dirty="0">
                <a:solidFill>
                  <a:srgbClr val="C00000"/>
                </a:solidFill>
                <a:ea typeface="+mn-lt"/>
                <a:cs typeface="+mn-lt"/>
              </a:rPr>
              <a:t>router ospf</a:t>
            </a:r>
            <a:r>
              <a:rPr lang="en-US" sz="1800" b="1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1800" i="1" dirty="0">
                <a:solidFill>
                  <a:schemeClr val="accent1"/>
                </a:solidFill>
                <a:ea typeface="+mn-lt"/>
                <a:cs typeface="+mn-lt"/>
              </a:rPr>
              <a:t>process-id[</a:t>
            </a:r>
            <a:r>
              <a:rPr lang="en-US" sz="1800" dirty="0" err="1">
                <a:solidFill>
                  <a:srgbClr val="C00000"/>
                </a:solidFill>
                <a:ea typeface="+mn-lt"/>
                <a:cs typeface="+mn-lt"/>
              </a:rPr>
              <a:t>vrf</a:t>
            </a:r>
            <a:r>
              <a:rPr lang="en-US" sz="1800" i="1" dirty="0">
                <a:solidFill>
                  <a:schemeClr val="accent1"/>
                </a:solidFill>
                <a:ea typeface="+mn-lt"/>
                <a:cs typeface="+mn-lt"/>
              </a:rPr>
              <a:t> vrf-name]</a:t>
            </a:r>
            <a:endParaRPr lang="en-US" sz="1800" dirty="0">
              <a:solidFill>
                <a:schemeClr val="accent1"/>
              </a:solidFill>
              <a:ea typeface="+mn-lt"/>
              <a:cs typeface="+mn-lt"/>
            </a:endParaRPr>
          </a:p>
          <a:p>
            <a:pPr marL="914400" lvl="2">
              <a:buNone/>
            </a:pPr>
            <a:r>
              <a:rPr lang="en-US" sz="1800" dirty="0">
                <a:solidFill>
                  <a:srgbClr val="C00000"/>
                </a:solidFill>
                <a:ea typeface="+mn-lt"/>
                <a:cs typeface="+mn-lt"/>
              </a:rPr>
              <a:t>Network</a:t>
            </a: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en-US" sz="1800" i="1" dirty="0" err="1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ip</a:t>
            </a:r>
            <a:r>
              <a:rPr lang="en-US" sz="1800" i="1" dirty="0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-add</a:t>
            </a:r>
            <a:r>
              <a:rPr lang="en-US" sz="1800" i="1" dirty="0">
                <a:solidFill>
                  <a:schemeClr val="accent1"/>
                </a:solidFill>
                <a:ea typeface="+mn-lt"/>
                <a:cs typeface="+mn-lt"/>
              </a:rPr>
              <a:t>ress wil</a:t>
            </a:r>
            <a:r>
              <a:rPr lang="en-US" sz="1800" i="1" dirty="0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dcard-mask</a:t>
            </a: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1800" dirty="0">
                <a:solidFill>
                  <a:srgbClr val="C00000"/>
                </a:solidFill>
                <a:ea typeface="+mn-lt"/>
                <a:cs typeface="+mn-lt"/>
              </a:rPr>
              <a:t>area</a:t>
            </a: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sz="1800" i="1" dirty="0">
                <a:solidFill>
                  <a:schemeClr val="tx2">
                    <a:lumMod val="76000"/>
                    <a:lumOff val="24000"/>
                  </a:schemeClr>
                </a:solidFill>
                <a:ea typeface="+mn-lt"/>
                <a:cs typeface="+mn-lt"/>
              </a:rPr>
              <a:t>area-id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sz="1800" dirty="0" err="1">
                <a:solidFill>
                  <a:srgbClr val="C00000"/>
                </a:solidFill>
                <a:ea typeface="+mn-lt"/>
                <a:cs typeface="+mn-lt"/>
              </a:rPr>
              <a:t>vrf</a:t>
            </a: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 indicates </a:t>
            </a:r>
            <a:r>
              <a:rPr lang="en-US" sz="1800" dirty="0" err="1">
                <a:solidFill>
                  <a:srgbClr val="000000"/>
                </a:solidFill>
                <a:ea typeface="+mn-lt"/>
                <a:cs typeface="+mn-lt"/>
              </a:rPr>
              <a:t>ospf</a:t>
            </a: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 process is being configured for particular VRF</a:t>
            </a:r>
          </a:p>
          <a:p>
            <a:pPr marL="457200" lvl="1" indent="0">
              <a:buNone/>
            </a:pPr>
            <a:r>
              <a:rPr lang="en-US" sz="1800" dirty="0">
                <a:solidFill>
                  <a:srgbClr val="000000"/>
                </a:solidFill>
                <a:ea typeface="+mn-lt"/>
                <a:cs typeface="+mn-lt"/>
              </a:rPr>
              <a:t>Example: Router(config)# router ospf 1</a:t>
            </a:r>
          </a:p>
          <a:p>
            <a:pPr marL="457200" lvl="1" indent="0">
              <a:buNone/>
            </a:pPr>
            <a:r>
              <a:rPr lang="en-US" sz="1800">
                <a:solidFill>
                  <a:srgbClr val="000000"/>
                </a:solidFill>
              </a:rPr>
              <a:t>Router(router-config)# </a:t>
            </a:r>
            <a:r>
              <a:rPr lang="en-US" sz="1800"/>
              <a:t>network 10.0.0.1 0.0.0.0 area 0</a:t>
            </a:r>
            <a:r>
              <a:rPr lang="en-US" sz="1800">
                <a:solidFill>
                  <a:srgbClr val="000000"/>
                </a:solidFill>
              </a:rPr>
              <a:t> </a:t>
            </a:r>
            <a:endParaRPr lang="en-US"/>
          </a:p>
          <a:p>
            <a:pPr marL="114300" indent="-342900"/>
            <a:r>
              <a:rPr lang="en-US" sz="2200" dirty="0"/>
              <a:t>If two network statements with different area match the interface </a:t>
            </a:r>
            <a:r>
              <a:rPr lang="en-US" sz="2200" dirty="0" err="1"/>
              <a:t>ip</a:t>
            </a:r>
            <a:r>
              <a:rPr lang="en-US" sz="2200" dirty="0"/>
              <a:t> address, the longest match is used to allocate area. </a:t>
            </a:r>
          </a:p>
          <a:p>
            <a:pPr marL="0" indent="0">
              <a:buNone/>
            </a:pPr>
            <a:r>
              <a:rPr lang="en-US" sz="2200" b="1" dirty="0"/>
              <a:t>Interface Specific Configuration:</a:t>
            </a:r>
          </a:p>
          <a:p>
            <a:pPr marL="457200" lvl="1" indent="0">
              <a:buNone/>
            </a:pPr>
            <a:r>
              <a:rPr lang="en-US" sz="1800" dirty="0" err="1">
                <a:solidFill>
                  <a:srgbClr val="C00000"/>
                </a:solidFill>
                <a:ea typeface="+mn-lt"/>
                <a:cs typeface="+mn-lt"/>
              </a:rPr>
              <a:t>ip</a:t>
            </a:r>
            <a:r>
              <a:rPr lang="en-US" sz="1800" dirty="0">
                <a:solidFill>
                  <a:srgbClr val="C00000"/>
                </a:solidFill>
                <a:ea typeface="+mn-lt"/>
                <a:cs typeface="+mn-lt"/>
              </a:rPr>
              <a:t> </a:t>
            </a:r>
            <a:r>
              <a:rPr lang="en-US" sz="1800" dirty="0" err="1">
                <a:solidFill>
                  <a:srgbClr val="C00000"/>
                </a:solidFill>
                <a:ea typeface="+mn-lt"/>
                <a:cs typeface="+mn-lt"/>
              </a:rPr>
              <a:t>ospf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i="1" dirty="0">
                <a:solidFill>
                  <a:schemeClr val="accent1"/>
                </a:solidFill>
                <a:ea typeface="+mn-lt"/>
                <a:cs typeface="+mn-lt"/>
              </a:rPr>
              <a:t>process-id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>
                <a:solidFill>
                  <a:srgbClr val="C00000"/>
                </a:solidFill>
                <a:ea typeface="+mn-lt"/>
                <a:cs typeface="+mn-lt"/>
              </a:rPr>
              <a:t>area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i="1" dirty="0">
                <a:solidFill>
                  <a:schemeClr val="accent1"/>
                </a:solidFill>
                <a:ea typeface="+mn-lt"/>
                <a:cs typeface="+mn-lt"/>
              </a:rPr>
              <a:t>area-id</a:t>
            </a:r>
            <a:r>
              <a:rPr lang="en-US" sz="1800" dirty="0">
                <a:ea typeface="+mn-lt"/>
                <a:cs typeface="+mn-lt"/>
              </a:rPr>
              <a:t> [</a:t>
            </a:r>
            <a:r>
              <a:rPr lang="en-US" sz="1800" dirty="0">
                <a:solidFill>
                  <a:srgbClr val="C00000"/>
                </a:solidFill>
                <a:ea typeface="+mn-lt"/>
                <a:cs typeface="+mn-lt"/>
              </a:rPr>
              <a:t>secondaries none</a:t>
            </a:r>
            <a:r>
              <a:rPr lang="en-US" sz="1800" dirty="0">
                <a:ea typeface="+mn-lt"/>
                <a:cs typeface="+mn-lt"/>
              </a:rPr>
              <a:t>]</a:t>
            </a:r>
            <a:endParaRPr lang="en-US" dirty="0"/>
          </a:p>
          <a:p>
            <a:pPr marL="457200" lvl="1" indent="0">
              <a:buNone/>
            </a:pPr>
            <a:r>
              <a:rPr lang="en-US" sz="1800"/>
              <a:t>Router(config)#interface gigabitethernet0/0</a:t>
            </a:r>
            <a:endParaRPr lang="en-US" sz="1800" dirty="0"/>
          </a:p>
          <a:p>
            <a:pPr marL="457200" lvl="1" indent="0">
              <a:buNone/>
            </a:pPr>
            <a:r>
              <a:rPr lang="en-US" sz="1800"/>
              <a:t>Router(config-if)#ip address 10.0.0.1 255.255.255.255</a:t>
            </a:r>
            <a:endParaRPr lang="en-US" sz="1800" dirty="0"/>
          </a:p>
          <a:p>
            <a:pPr marL="457200" lvl="1" indent="0">
              <a:buNone/>
            </a:pPr>
            <a:r>
              <a:rPr lang="en-US" sz="1800" dirty="0"/>
              <a:t>Router(config-if)#ip </a:t>
            </a:r>
            <a:r>
              <a:rPr lang="en-US" sz="1800" dirty="0" err="1"/>
              <a:t>ospf</a:t>
            </a:r>
            <a:r>
              <a:rPr lang="en-US" sz="1800" dirty="0"/>
              <a:t> 1 area 0</a:t>
            </a:r>
          </a:p>
          <a:p>
            <a:pPr marL="0" indent="-342900">
              <a:buNone/>
            </a:pPr>
            <a:r>
              <a:rPr lang="en-US" sz="2200" dirty="0"/>
              <a:t>This configuration adds secondary connected networks to </a:t>
            </a:r>
            <a:r>
              <a:rPr lang="en-US" sz="2200" dirty="0" err="1"/>
              <a:t>ospf</a:t>
            </a:r>
            <a:r>
              <a:rPr lang="en-US" sz="2200" dirty="0"/>
              <a:t> process as well. Unless secondaries none option is used.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B6C9B2-471D-BC7C-9320-1EA5030D262C}"/>
              </a:ext>
            </a:extLst>
          </p:cNvPr>
          <p:cNvSpPr txBox="1"/>
          <p:nvPr/>
        </p:nvSpPr>
        <p:spPr>
          <a:xfrm>
            <a:off x="212451" y="2234729"/>
            <a:ext cx="4669091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dirty="0"/>
              <a:t> </a:t>
            </a:r>
            <a:r>
              <a:rPr lang="en-US"/>
              <a:t>Recommended to set RID statically as the physical interfaces </a:t>
            </a:r>
            <a:r>
              <a:rPr lang="en-US" dirty="0"/>
              <a:t>and loopback details can change.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dirty="0">
                <a:solidFill>
                  <a:srgbClr val="000000"/>
                </a:solidFill>
                <a:ea typeface="+mn-lt"/>
                <a:cs typeface="+mn-lt"/>
              </a:rPr>
              <a:t>Command  </a:t>
            </a:r>
            <a:r>
              <a:rPr lang="en-US" dirty="0">
                <a:solidFill>
                  <a:srgbClr val="C00000"/>
                </a:solidFill>
                <a:ea typeface="+mn-lt"/>
                <a:cs typeface="+mn-lt"/>
              </a:rPr>
              <a:t>router-id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i="1" dirty="0" err="1">
                <a:solidFill>
                  <a:schemeClr val="accent1"/>
                </a:solidFill>
                <a:ea typeface="+mn-lt"/>
                <a:cs typeface="+mn-lt"/>
              </a:rPr>
              <a:t>router-id</a:t>
            </a:r>
            <a:r>
              <a:rPr lang="en-US" dirty="0">
                <a:ea typeface="+mn-lt"/>
                <a:cs typeface="+mn-lt"/>
              </a:rPr>
              <a:t> under </a:t>
            </a:r>
            <a:r>
              <a:rPr lang="en-US" dirty="0" err="1">
                <a:ea typeface="+mn-lt"/>
                <a:cs typeface="+mn-lt"/>
              </a:rPr>
              <a:t>ospf</a:t>
            </a:r>
            <a:r>
              <a:rPr lang="en-US" dirty="0">
                <a:ea typeface="+mn-lt"/>
                <a:cs typeface="+mn-lt"/>
              </a:rPr>
              <a:t> process assigns static RID.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dirty="0"/>
              <a:t>Command </a:t>
            </a:r>
            <a:r>
              <a:rPr lang="en-US" dirty="0">
                <a:solidFill>
                  <a:srgbClr val="C00000"/>
                </a:solidFill>
              </a:rPr>
              <a:t>clear </a:t>
            </a:r>
            <a:r>
              <a:rPr lang="en-US" dirty="0" err="1">
                <a:solidFill>
                  <a:srgbClr val="C00000"/>
                </a:solidFill>
              </a:rPr>
              <a:t>ip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 err="1">
                <a:solidFill>
                  <a:srgbClr val="C00000"/>
                </a:solidFill>
              </a:rPr>
              <a:t>ospf</a:t>
            </a:r>
            <a:r>
              <a:rPr lang="en-US" dirty="0">
                <a:solidFill>
                  <a:srgbClr val="C00000"/>
                </a:solidFill>
              </a:rPr>
              <a:t> process</a:t>
            </a:r>
            <a:r>
              <a:rPr lang="en-US" i="1" dirty="0">
                <a:solidFill>
                  <a:schemeClr val="tx2"/>
                </a:solidFill>
              </a:rPr>
              <a:t> </a:t>
            </a:r>
            <a:r>
              <a:rPr lang="en-US" dirty="0"/>
              <a:t>resets </a:t>
            </a:r>
            <a:r>
              <a:rPr lang="en-US" dirty="0" err="1"/>
              <a:t>ospf</a:t>
            </a:r>
            <a:r>
              <a:rPr lang="en-US" dirty="0"/>
              <a:t> process in a router that resets RID</a:t>
            </a:r>
          </a:p>
          <a:p>
            <a:pPr marL="285750" indent="-285750">
              <a:buFont typeface="Arial"/>
              <a:buChar char="•"/>
            </a:pPr>
            <a:r>
              <a:rPr lang="en-US"/>
              <a:t>A passive interface does not send and</a:t>
            </a:r>
            <a:r>
              <a:rPr lang="en-US" dirty="0"/>
              <a:t> </a:t>
            </a:r>
            <a:r>
              <a:rPr lang="en-US"/>
              <a:t>process any OSPF Hellos.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Command </a:t>
            </a:r>
            <a:r>
              <a:rPr lang="en-US">
                <a:solidFill>
                  <a:srgbClr val="C00000"/>
                </a:solidFill>
                <a:ea typeface="+mn-lt"/>
                <a:cs typeface="+mn-lt"/>
              </a:rPr>
              <a:t>passive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i="1">
                <a:solidFill>
                  <a:schemeClr val="accent1"/>
                </a:solidFill>
                <a:ea typeface="+mn-lt"/>
                <a:cs typeface="+mn-lt"/>
              </a:rPr>
              <a:t>interface-id</a:t>
            </a:r>
            <a:r>
              <a:rPr lang="en-US">
                <a:ea typeface="+mn-lt"/>
                <a:cs typeface="+mn-lt"/>
              </a:rPr>
              <a:t> under the OSPF process makes the interface passive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dirty="0">
                <a:solidFill>
                  <a:srgbClr val="C00000"/>
                </a:solidFill>
                <a:ea typeface="+mn-lt"/>
                <a:cs typeface="+mn-lt"/>
              </a:rPr>
              <a:t> passive interface default </a:t>
            </a:r>
            <a:r>
              <a:rPr lang="en-US" dirty="0">
                <a:ea typeface="+mn-lt"/>
                <a:cs typeface="+mn-lt"/>
              </a:rPr>
              <a:t>makes all </a:t>
            </a:r>
            <a:r>
              <a:rPr lang="en-US" dirty="0" err="1">
                <a:ea typeface="+mn-lt"/>
                <a:cs typeface="+mn-lt"/>
              </a:rPr>
              <a:t>intefaces</a:t>
            </a:r>
            <a:r>
              <a:rPr lang="en-US" dirty="0">
                <a:ea typeface="+mn-lt"/>
                <a:cs typeface="+mn-lt"/>
              </a:rPr>
              <a:t> passive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C00000"/>
                </a:solidFill>
                <a:ea typeface="+mn-lt"/>
                <a:cs typeface="+mn-lt"/>
              </a:rPr>
              <a:t>no passive</a:t>
            </a:r>
            <a:r>
              <a:rPr lang="en-US" dirty="0"/>
              <a:t> </a:t>
            </a:r>
            <a:r>
              <a:rPr lang="en-US" i="1">
                <a:solidFill>
                  <a:schemeClr val="accent1"/>
                </a:solidFill>
                <a:ea typeface="+mn-lt"/>
                <a:cs typeface="+mn-lt"/>
              </a:rPr>
              <a:t>interface-id</a:t>
            </a:r>
            <a:r>
              <a:rPr lang="en-US"/>
              <a:t> is used to make the interface process OSPF Hello. 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300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D388-7B13-F646-46E8-959CC09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B95FB-E55B-9508-94C5-EF86CEBFE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3" y="3253"/>
            <a:ext cx="3464388" cy="6851494"/>
          </a:xfrm>
          <a:solidFill>
            <a:srgbClr val="E97132"/>
          </a:solidFill>
        </p:spPr>
        <p:txBody>
          <a:bodyPr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7.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5B1F7-5619-2EE1-2481-6F5F669AC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4133" y="543824"/>
            <a:ext cx="8077001" cy="600374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b="1"/>
              <a:t>Sequence:</a:t>
            </a:r>
            <a:endParaRPr lang="en-US" sz="2200" b="1" dirty="0"/>
          </a:p>
          <a:p>
            <a:pPr marL="457200" indent="-457200">
              <a:buAutoNum type="arabicPeriod"/>
            </a:pPr>
            <a:r>
              <a:rPr lang="en-US" sz="2200" b="1"/>
              <a:t>OSPF</a:t>
            </a:r>
            <a:r>
              <a:rPr lang="en-US" sz="2200" b="1" dirty="0"/>
              <a:t> neighbors</a:t>
            </a:r>
          </a:p>
          <a:p>
            <a:pPr lvl="1">
              <a:buNone/>
            </a:pPr>
            <a:r>
              <a:rPr lang="en-US" sz="1800" dirty="0">
                <a:ea typeface="+mn-lt"/>
                <a:cs typeface="+mn-lt"/>
              </a:rPr>
              <a:t>R3#sh </a:t>
            </a:r>
            <a:r>
              <a:rPr lang="en-US" sz="1800" dirty="0" err="1">
                <a:ea typeface="+mn-lt"/>
                <a:cs typeface="+mn-lt"/>
              </a:rPr>
              <a:t>ip</a:t>
            </a:r>
            <a:r>
              <a:rPr lang="en-US" sz="1800" dirty="0">
                <a:ea typeface="+mn-lt"/>
                <a:cs typeface="+mn-lt"/>
              </a:rPr>
              <a:t> </a:t>
            </a:r>
            <a:r>
              <a:rPr lang="en-US" sz="1800" dirty="0" err="1">
                <a:ea typeface="+mn-lt"/>
                <a:cs typeface="+mn-lt"/>
              </a:rPr>
              <a:t>ospf</a:t>
            </a:r>
            <a:r>
              <a:rPr lang="en-US" sz="1800" dirty="0">
                <a:ea typeface="+mn-lt"/>
                <a:cs typeface="+mn-lt"/>
              </a:rPr>
              <a:t> neigh</a:t>
            </a:r>
            <a:endParaRPr lang="en-US" sz="1800"/>
          </a:p>
          <a:p>
            <a:pPr lvl="1">
              <a:buNone/>
            </a:pPr>
            <a:r>
              <a:rPr lang="en-US" sz="1800" b="1">
                <a:ea typeface="+mn-lt"/>
                <a:cs typeface="+mn-lt"/>
              </a:rPr>
              <a:t>Neighbor ID     Pri   State           Dead Time   Address         Interface</a:t>
            </a:r>
            <a:endParaRPr lang="en-US" sz="1800" b="1"/>
          </a:p>
          <a:p>
            <a:pPr lvl="1">
              <a:buNone/>
            </a:pPr>
            <a:r>
              <a:rPr lang="en-US" sz="1800">
                <a:latin typeface="Aptos Display"/>
                <a:ea typeface="Calibri"/>
                <a:cs typeface="Calibri"/>
              </a:rPr>
              <a:t>10.1.1.1          1   FULL/DROTHER    00:00:34    192.168.1.1     GigabitEthernet0/0</a:t>
            </a:r>
          </a:p>
          <a:p>
            <a:pPr lvl="1">
              <a:buNone/>
            </a:pPr>
            <a:r>
              <a:rPr lang="en-US" sz="1800">
                <a:latin typeface="Aptos Display"/>
                <a:ea typeface="Calibri"/>
                <a:cs typeface="Calibri"/>
              </a:rPr>
              <a:t>10.2.2.2          1   FULL/DROTHER    00:00:30    192.168.1.2     GigabitEthernet0/0</a:t>
            </a:r>
          </a:p>
          <a:p>
            <a:pPr lvl="1">
              <a:buNone/>
            </a:pPr>
            <a:r>
              <a:rPr lang="en-US" sz="1800">
                <a:latin typeface="Aptos Display"/>
                <a:ea typeface="Calibri"/>
                <a:cs typeface="Calibri"/>
              </a:rPr>
              <a:t>192.168.1.254     1   FULL/DR         00:00:36    192.168.1.254   GigabitEthernet0/0</a:t>
            </a:r>
          </a:p>
          <a:p>
            <a:pPr lvl="1">
              <a:buNone/>
            </a:pPr>
            <a:endParaRPr lang="en-US" sz="1800" dirty="0">
              <a:latin typeface="Aptos Display"/>
              <a:ea typeface="Calibri"/>
              <a:cs typeface="Calibri"/>
            </a:endParaRPr>
          </a:p>
          <a:p>
            <a:pPr marL="457200" indent="-457200">
              <a:buAutoNum type="arabicPeriod"/>
            </a:pPr>
            <a:endParaRPr lang="en-US" sz="2200" b="1" dirty="0">
              <a:ea typeface="+mn-lt"/>
              <a:cs typeface="+mn-lt"/>
            </a:endParaRPr>
          </a:p>
          <a:p>
            <a:pPr marL="457200" indent="-457200">
              <a:buAutoNum type="arabicPeriod"/>
            </a:pPr>
            <a:endParaRPr lang="en-US" sz="2200" b="1" dirty="0">
              <a:ea typeface="+mn-lt"/>
              <a:cs typeface="+mn-lt"/>
            </a:endParaRPr>
          </a:p>
          <a:p>
            <a:pPr marL="457200" indent="-457200">
              <a:buAutoNum type="arabicPeriod"/>
            </a:pPr>
            <a:endParaRPr lang="en-US" sz="2200" b="1" dirty="0">
              <a:ea typeface="+mn-lt"/>
              <a:cs typeface="+mn-lt"/>
            </a:endParaRPr>
          </a:p>
          <a:p>
            <a:pPr marL="457200" indent="-457200">
              <a:buAutoNum type="arabicPeriod"/>
            </a:pPr>
            <a:endParaRPr lang="en-US" sz="2200" b="1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sz="2200" b="1" dirty="0">
              <a:ea typeface="+mn-lt"/>
              <a:cs typeface="+mn-lt"/>
            </a:endParaRPr>
          </a:p>
          <a:p>
            <a:pPr marL="457200" indent="-457200">
              <a:buAutoNum type="arabicPeriod"/>
            </a:pPr>
            <a:endParaRPr lang="en-US" sz="2200" b="1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sz="2200" b="1" dirty="0">
              <a:ea typeface="+mn-lt"/>
              <a:cs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FA5939F-A506-AC2C-1DBA-B4848E921D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8718188"/>
              </p:ext>
            </p:extLst>
          </p:nvPr>
        </p:nvGraphicFramePr>
        <p:xfrm>
          <a:off x="4495103" y="3408324"/>
          <a:ext cx="7362466" cy="26954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304">
                  <a:extLst>
                    <a:ext uri="{9D8B030D-6E8A-4147-A177-3AD203B41FA5}">
                      <a16:colId xmlns:a16="http://schemas.microsoft.com/office/drawing/2014/main" val="2743291860"/>
                    </a:ext>
                  </a:extLst>
                </a:gridCol>
                <a:gridCol w="5761162">
                  <a:extLst>
                    <a:ext uri="{9D8B030D-6E8A-4147-A177-3AD203B41FA5}">
                      <a16:colId xmlns:a16="http://schemas.microsoft.com/office/drawing/2014/main" val="354636199"/>
                    </a:ext>
                  </a:extLst>
                </a:gridCol>
              </a:tblGrid>
              <a:tr h="385061">
                <a:tc>
                  <a:txBody>
                    <a:bodyPr/>
                    <a:lstStyle/>
                    <a:p>
                      <a:r>
                        <a:rPr lang="en-US"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2005095"/>
                  </a:ext>
                </a:extLst>
              </a:tr>
              <a:tr h="385061">
                <a:tc>
                  <a:txBody>
                    <a:bodyPr/>
                    <a:lstStyle/>
                    <a:p>
                      <a:r>
                        <a:rPr lang="en-US" b="1"/>
                        <a:t>Neighbor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RID of the  neighbor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4046859"/>
                  </a:ext>
                </a:extLst>
              </a:tr>
              <a:tr h="385061">
                <a:tc>
                  <a:txBody>
                    <a:bodyPr/>
                    <a:lstStyle/>
                    <a:p>
                      <a:r>
                        <a:rPr lang="en-US" b="1"/>
                        <a:t>Pri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Priority of the </a:t>
                      </a:r>
                      <a:r>
                        <a:rPr lang="en-US"/>
                        <a:t>neighbor's</a:t>
                      </a:r>
                      <a:r>
                        <a:rPr lang="en-US" dirty="0"/>
                        <a:t> interface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725512"/>
                  </a:ext>
                </a:extLst>
              </a:tr>
              <a:tr h="385061">
                <a:tc>
                  <a:txBody>
                    <a:bodyPr/>
                    <a:lstStyle/>
                    <a:p>
                      <a:r>
                        <a:rPr lang="en-US" b="1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Adjacency-state/DR-BDR-role of nei</a:t>
                      </a:r>
                      <a:r>
                        <a:rPr lang="en-US"/>
                        <a:t>ghbor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8306922"/>
                  </a:ext>
                </a:extLst>
              </a:tr>
              <a:tr h="385061">
                <a:tc>
                  <a:txBody>
                    <a:bodyPr/>
                    <a:lstStyle/>
                    <a:p>
                      <a:r>
                        <a:rPr lang="en-US" b="1"/>
                        <a:t>Dead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Time left until the neighbor is declared unreachable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2217698"/>
                  </a:ext>
                </a:extLst>
              </a:tr>
              <a:tr h="385061">
                <a:tc>
                  <a:txBody>
                    <a:bodyPr/>
                    <a:lstStyle/>
                    <a:p>
                      <a:r>
                        <a:rPr lang="en-US" b="1"/>
                        <a:t>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Primary IP address of the neighbor's  interface.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984794"/>
                  </a:ext>
                </a:extLst>
              </a:tr>
              <a:tr h="38506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b="1"/>
                        <a:t>Interface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Local OSPF interface the neighbor is discovered.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6933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04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74622-2CAA-89E1-F3AC-7C63BAAD3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8B2022-7696-EEC1-4E96-1B6B50A485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099317"/>
              </p:ext>
            </p:extLst>
          </p:nvPr>
        </p:nvGraphicFramePr>
        <p:xfrm>
          <a:off x="4067175" y="2371725"/>
          <a:ext cx="7790187" cy="4131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014">
                  <a:extLst>
                    <a:ext uri="{9D8B030D-6E8A-4147-A177-3AD203B41FA5}">
                      <a16:colId xmlns:a16="http://schemas.microsoft.com/office/drawing/2014/main" val="624377690"/>
                    </a:ext>
                  </a:extLst>
                </a:gridCol>
                <a:gridCol w="4956173">
                  <a:extLst>
                    <a:ext uri="{9D8B030D-6E8A-4147-A177-3AD203B41FA5}">
                      <a16:colId xmlns:a16="http://schemas.microsoft.com/office/drawing/2014/main" val="4187110598"/>
                    </a:ext>
                  </a:extLst>
                </a:gridCol>
              </a:tblGrid>
              <a:tr h="325521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Field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17272"/>
                  </a:ext>
                </a:extLst>
              </a:tr>
              <a:tr h="325521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Interface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OSPF enabled interface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134735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PID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OSPF PID the interface is associated with</a:t>
                      </a:r>
                      <a:endParaRPr lang="en-US" sz="16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4580012"/>
                  </a:ext>
                </a:extLst>
              </a:tr>
              <a:tr h="325521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Area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OSPF area the interface is in.</a:t>
                      </a:r>
                      <a:endParaRPr lang="en-US" sz="1600"/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706199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IP </a:t>
                      </a: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Address/Mask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Primary IP address/mask of the interface</a:t>
                      </a:r>
                      <a:endParaRPr lang="en-US" sz="16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409822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Cost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Cost metric of the interface assigned and used to calculate path metric.</a:t>
                      </a:r>
                      <a:endParaRPr lang="en-US" sz="1600"/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2182809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State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State of the interface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(DR,BDR,DROTHER,LOOP,DOWN</a:t>
                      </a: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)</a:t>
                      </a:r>
                      <a:endParaRPr lang="en-US" sz="1600"/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515634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dirty="0" err="1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Nbrs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 F</a:t>
                      </a:r>
                    </a:p>
                  </a:txBody>
                  <a:tcPr>
                    <a:lnL w="12697">
                      <a:solidFill>
                        <a:srgbClr val="FFFFFF"/>
                      </a:solidFill>
                    </a:lnL>
                    <a:lnR w="12697">
                      <a:solidFill>
                        <a:srgbClr val="FFFFFF"/>
                      </a:solidFill>
                    </a:lnR>
                    <a:lnT w="12697">
                      <a:solidFill>
                        <a:srgbClr val="FFFFFF"/>
                      </a:solidFill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Number of neighbors for the segment that are fully adjacent.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>
                      <a:solidFill>
                        <a:srgbClr val="FFFFFF"/>
                      </a:solidFill>
                    </a:lnL>
                    <a:lnR w="12697">
                      <a:solidFill>
                        <a:srgbClr val="FFFFFF"/>
                      </a:solidFill>
                    </a:lnR>
                    <a:lnT w="12697">
                      <a:solidFill>
                        <a:srgbClr val="FFFFFF"/>
                      </a:solidFill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10073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 dirty="0" err="1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Nbrs</a:t>
                      </a:r>
                      <a:r>
                        <a:rPr lang="en-US" sz="1800" b="1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 C</a:t>
                      </a:r>
                    </a:p>
                  </a:txBody>
                  <a:tcPr>
                    <a:lnL w="12697">
                      <a:solidFill>
                        <a:srgbClr val="FFFFFF"/>
                      </a:solidFill>
                    </a:lnL>
                    <a:lnR w="12697">
                      <a:solidFill>
                        <a:srgbClr val="FFFFFF"/>
                      </a:solidFill>
                    </a:lnR>
                    <a:lnT w="12697">
                      <a:solidFill>
                        <a:srgbClr val="FFFFFF"/>
                      </a:solidFill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Numbers of neighbors that are discovered/connected.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>
                      <a:solidFill>
                        <a:srgbClr val="FFFFFF"/>
                      </a:solidFill>
                    </a:lnL>
                    <a:lnR w="12697">
                      <a:solidFill>
                        <a:srgbClr val="FFFFFF"/>
                      </a:solidFill>
                    </a:lnR>
                    <a:lnT w="12697">
                      <a:solidFill>
                        <a:srgbClr val="FFFFFF"/>
                      </a:solidFill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191486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07FAA7E2-C387-A6AE-C381-BD2B3D954E76}"/>
              </a:ext>
            </a:extLst>
          </p:cNvPr>
          <p:cNvSpPr txBox="1">
            <a:spLocks/>
          </p:cNvSpPr>
          <p:nvPr/>
        </p:nvSpPr>
        <p:spPr>
          <a:xfrm>
            <a:off x="-2787" y="-4181"/>
            <a:ext cx="3511084" cy="6857768"/>
          </a:xfrm>
          <a:prstGeom prst="rect">
            <a:avLst/>
          </a:prstGeom>
          <a:solidFill>
            <a:srgbClr val="E9713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chemeClr val="bg1"/>
                </a:solidFill>
              </a:rPr>
              <a:t>7. Verification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E1C0DF0-097B-DD9B-F805-DEE3589216D3}"/>
              </a:ext>
            </a:extLst>
          </p:cNvPr>
          <p:cNvSpPr txBox="1">
            <a:spLocks/>
          </p:cNvSpPr>
          <p:nvPr/>
        </p:nvSpPr>
        <p:spPr>
          <a:xfrm>
            <a:off x="3743325" y="244475"/>
            <a:ext cx="8115300" cy="193198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>
                <a:latin typeface="Aptos Display"/>
              </a:rPr>
              <a:t>2. OSPF Interfaces</a:t>
            </a:r>
            <a:endParaRPr lang="en-US" sz="2000" b="1" dirty="0">
              <a:latin typeface="Aptos Display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600" dirty="0">
                <a:latin typeface="Aptos Display"/>
              </a:rPr>
              <a:t>R3#sh </a:t>
            </a:r>
            <a:r>
              <a:rPr lang="en-US" sz="1600" dirty="0" err="1">
                <a:latin typeface="Aptos Display"/>
              </a:rPr>
              <a:t>ip</a:t>
            </a:r>
            <a:r>
              <a:rPr lang="en-US" sz="1600" dirty="0">
                <a:latin typeface="Aptos Display"/>
              </a:rPr>
              <a:t> </a:t>
            </a:r>
            <a:r>
              <a:rPr lang="en-US" sz="1600" dirty="0" err="1">
                <a:latin typeface="Aptos Display"/>
              </a:rPr>
              <a:t>ospf</a:t>
            </a:r>
            <a:r>
              <a:rPr lang="en-US" sz="1600" dirty="0">
                <a:latin typeface="Aptos Display"/>
              </a:rPr>
              <a:t> int b</a:t>
            </a:r>
            <a:endParaRPr lang="en-US"/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600" b="1" dirty="0">
                <a:latin typeface="Aptos Display"/>
              </a:rPr>
              <a:t>Interface    PID   Area            IP Address/Mask    Cost  State </a:t>
            </a:r>
            <a:r>
              <a:rPr lang="en-US" sz="1600" b="1" dirty="0" err="1">
                <a:latin typeface="Aptos Display"/>
              </a:rPr>
              <a:t>Nbrs</a:t>
            </a:r>
            <a:r>
              <a:rPr lang="en-US" sz="1600" b="1" dirty="0">
                <a:latin typeface="Aptos Display"/>
              </a:rPr>
              <a:t> F/C</a:t>
            </a:r>
            <a:endParaRPr lang="en-US" sz="1600" dirty="0">
              <a:latin typeface="Aptos Display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600">
                <a:latin typeface="Aptos Display"/>
              </a:rPr>
              <a:t>Gi0/2        123   0               192.168.40.3/24    1     DR    0/0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600">
                <a:latin typeface="Aptos Display"/>
              </a:rPr>
              <a:t>Gi0/1        123   0               192.168.30.3/24    1     DR    0/0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sz="1600">
                <a:latin typeface="Aptos Display"/>
              </a:rPr>
              <a:t>Gi0/0        123   0               192.168.1.3/24     1     BDR   3/3</a:t>
            </a:r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153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5F30B-3510-E83C-3C13-2D306D259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03246D-4397-8D62-0F27-1D4CD85F2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6750" y="368300"/>
            <a:ext cx="7381875" cy="26368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Aptos Display"/>
              </a:rPr>
              <a:t>3. OSPF Link State </a:t>
            </a:r>
            <a:r>
              <a:rPr lang="en-US" sz="2000" b="1">
                <a:latin typeface="Aptos Display"/>
              </a:rPr>
              <a:t>Database</a:t>
            </a:r>
            <a:r>
              <a:rPr lang="en-US" sz="2000" b="1" dirty="0">
                <a:latin typeface="Aptos Display"/>
              </a:rPr>
              <a:t> (LSDB)</a:t>
            </a:r>
          </a:p>
          <a:p>
            <a:pPr marL="742950" lvl="1" indent="-285750"/>
            <a:r>
              <a:rPr lang="en-US" sz="1600" dirty="0">
                <a:latin typeface="Aptos Display"/>
              </a:rPr>
              <a:t> LSDB groups different Types of LSAs together. In below picture, Router Link LSA (Type 1) and Network Link LSA (Type 2) highlighted below.</a:t>
            </a:r>
          </a:p>
          <a:p>
            <a:pPr marL="742950" lvl="1" indent="-285750"/>
            <a:r>
              <a:rPr lang="en-US" sz="1600">
                <a:latin typeface="Aptos Display"/>
              </a:rPr>
              <a:t>Router LSA (Type 1) are generated by every router in an OSPF area.</a:t>
            </a:r>
          </a:p>
          <a:p>
            <a:pPr marL="742950" lvl="1" indent="-285750"/>
            <a:r>
              <a:rPr lang="en-US" sz="1600">
                <a:latin typeface="Aptos Display"/>
              </a:rPr>
              <a:t>Network LSA (Type 2) are generated by DR on multiaccess network segment.</a:t>
            </a:r>
          </a:p>
          <a:p>
            <a:pPr marL="742950" lvl="1" indent="-285750"/>
            <a:r>
              <a:rPr lang="en-US" sz="1600" dirty="0">
                <a:latin typeface="Aptos Display"/>
              </a:rPr>
              <a:t>Type 2 LSA is showing the network segment 192.168.1.254 advertised by </a:t>
            </a:r>
            <a:r>
              <a:rPr lang="en-US" sz="1600">
                <a:latin typeface="Aptos Display"/>
              </a:rPr>
              <a:t>DR  192.168.1.254 in that segment.</a:t>
            </a:r>
            <a:endParaRPr lang="en-US" sz="1600" dirty="0">
              <a:latin typeface="Aptos Display"/>
            </a:endParaRPr>
          </a:p>
          <a:p>
            <a:pPr marL="742950" lvl="1" indent="-285750"/>
            <a:r>
              <a:rPr lang="en-US" sz="1600" dirty="0">
                <a:latin typeface="Aptos Display"/>
              </a:rPr>
              <a:t>More detailed command 'show </a:t>
            </a:r>
            <a:r>
              <a:rPr lang="en-US" sz="1600" dirty="0" err="1">
                <a:latin typeface="Aptos Display"/>
              </a:rPr>
              <a:t>ip</a:t>
            </a:r>
            <a:r>
              <a:rPr lang="en-US" sz="1600" dirty="0">
                <a:latin typeface="Aptos Display"/>
              </a:rPr>
              <a:t> </a:t>
            </a:r>
            <a:r>
              <a:rPr lang="en-US" sz="1600" dirty="0" err="1">
                <a:latin typeface="Aptos Display"/>
              </a:rPr>
              <a:t>ospf</a:t>
            </a:r>
            <a:r>
              <a:rPr lang="en-US" sz="1600">
                <a:latin typeface="Aptos Display"/>
              </a:rPr>
              <a:t> database router'.</a:t>
            </a:r>
          </a:p>
          <a:p>
            <a:pPr marL="457200" lvl="1" indent="0">
              <a:buNone/>
            </a:pPr>
            <a:endParaRPr lang="en-US" sz="1600" dirty="0">
              <a:latin typeface="Aptos Display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612C54-A901-B69D-FE35-FA62C8E52172}"/>
              </a:ext>
            </a:extLst>
          </p:cNvPr>
          <p:cNvSpPr txBox="1">
            <a:spLocks/>
          </p:cNvSpPr>
          <p:nvPr/>
        </p:nvSpPr>
        <p:spPr>
          <a:xfrm>
            <a:off x="-2787" y="-4181"/>
            <a:ext cx="3730159" cy="1714268"/>
          </a:xfrm>
          <a:prstGeom prst="rect">
            <a:avLst/>
          </a:prstGeom>
          <a:solidFill>
            <a:srgbClr val="E9713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chemeClr val="bg1"/>
                </a:solidFill>
              </a:rPr>
              <a:t>7. Verification</a:t>
            </a:r>
          </a:p>
        </p:txBody>
      </p:sp>
      <p:pic>
        <p:nvPicPr>
          <p:cNvPr id="8" name="Picture 7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4E3F412C-076D-00C0-658F-43CDDFDA8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075" y="3433251"/>
            <a:ext cx="6743700" cy="2896622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0556244-BAFE-5091-D418-FD86D77D4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6236244"/>
              </p:ext>
            </p:extLst>
          </p:nvPr>
        </p:nvGraphicFramePr>
        <p:xfrm>
          <a:off x="257175" y="2028825"/>
          <a:ext cx="4072252" cy="4385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99">
                  <a:extLst>
                    <a:ext uri="{9D8B030D-6E8A-4147-A177-3AD203B41FA5}">
                      <a16:colId xmlns:a16="http://schemas.microsoft.com/office/drawing/2014/main" val="624377690"/>
                    </a:ext>
                  </a:extLst>
                </a:gridCol>
                <a:gridCol w="2662553">
                  <a:extLst>
                    <a:ext uri="{9D8B030D-6E8A-4147-A177-3AD203B41FA5}">
                      <a16:colId xmlns:a16="http://schemas.microsoft.com/office/drawing/2014/main" val="4187110598"/>
                    </a:ext>
                  </a:extLst>
                </a:gridCol>
              </a:tblGrid>
              <a:tr h="41876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Field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17272"/>
                  </a:ext>
                </a:extLst>
              </a:tr>
              <a:tr h="72785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Link ID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LSA ID, usuall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y same as RID of advertising router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13473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ADV Router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RID of the advertising router</a:t>
                      </a:r>
                      <a:endParaRPr lang="en-US" sz="1600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4580012"/>
                  </a:ext>
                </a:extLst>
              </a:tr>
              <a:tr h="41876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Age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LSA age since LSA was generated. Discarded after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max age time. 3600 Sec</a:t>
                      </a:r>
                      <a:endParaRPr lang="en-US" sz="1600"/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7061990"/>
                  </a:ext>
                </a:extLst>
              </a:tr>
              <a:tr h="72785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Seq#</a:t>
                      </a:r>
                      <a:endParaRPr lang="en-US" sz="1800" b="1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LSA seq# to identify old/stale and new LSA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409822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Checksum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LSA Fletcher checksum 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2182809"/>
                  </a:ext>
                </a:extLst>
              </a:tr>
              <a:tr h="727857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Link Count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ts val="2160"/>
                        </a:lnSpc>
                        <a:buNone/>
                      </a:pPr>
                      <a:r>
                        <a:rPr lang="en-US" sz="1600" b="0" i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Number of links connected to advertising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router</a:t>
                      </a:r>
                      <a:endParaRPr lang="en-US" sz="1600" b="0" i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>
                    <a:lnL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51563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263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C4D32-E3E3-11C2-6C69-F96637A7C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2C4A4-274C-AAB3-C0F4-BDE584E20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9650" y="368300"/>
            <a:ext cx="7038975" cy="175356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b="1">
                <a:latin typeface="Aptos Display"/>
              </a:rPr>
              <a:t>4. Routing Table (RIB)</a:t>
            </a:r>
          </a:p>
          <a:p>
            <a:pPr marL="742950" lvl="1" indent="-285750"/>
            <a:r>
              <a:rPr lang="en-US" sz="1600" dirty="0">
                <a:latin typeface="Aptos Display"/>
              </a:rPr>
              <a:t>First Image below shows the routing table on R3 with all the routes (</a:t>
            </a:r>
            <a:r>
              <a:rPr lang="en-US" sz="1600" dirty="0" err="1">
                <a:latin typeface="Aptos Display"/>
              </a:rPr>
              <a:t>Connected,Local</a:t>
            </a:r>
            <a:r>
              <a:rPr lang="en-US" sz="1600" dirty="0">
                <a:latin typeface="Aptos Display"/>
              </a:rPr>
              <a:t> and OSPF).</a:t>
            </a:r>
          </a:p>
          <a:p>
            <a:pPr marL="742950" lvl="1" indent="-285750"/>
            <a:r>
              <a:rPr lang="en-US" sz="1600" dirty="0">
                <a:latin typeface="Aptos Display"/>
              </a:rPr>
              <a:t>Second picture shows only  OSPF routes installed in RIB with 'show </a:t>
            </a:r>
            <a:r>
              <a:rPr lang="en-US" sz="1600" dirty="0" err="1">
                <a:latin typeface="Aptos Display"/>
              </a:rPr>
              <a:t>ip</a:t>
            </a:r>
            <a:r>
              <a:rPr lang="en-US" sz="1600" dirty="0">
                <a:latin typeface="Aptos Display"/>
              </a:rPr>
              <a:t> route </a:t>
            </a:r>
            <a:r>
              <a:rPr lang="en-US" sz="1600" dirty="0" err="1">
                <a:latin typeface="Aptos Display"/>
              </a:rPr>
              <a:t>ospf</a:t>
            </a:r>
            <a:r>
              <a:rPr lang="en-US" sz="1600" dirty="0">
                <a:latin typeface="Aptos Display"/>
              </a:rPr>
              <a:t>' command.</a:t>
            </a:r>
          </a:p>
          <a:p>
            <a:pPr marL="742950" lvl="1" indent="-285750"/>
            <a:r>
              <a:rPr lang="en-US" sz="1600" dirty="0">
                <a:latin typeface="Aptos Display"/>
              </a:rPr>
              <a:t>OSPF routes has 'O' as route types and [AD/cost] </a:t>
            </a:r>
            <a:r>
              <a:rPr lang="en-US" sz="1600">
                <a:latin typeface="Aptos Display"/>
              </a:rPr>
              <a:t>value of [110/2].</a:t>
            </a:r>
            <a:endParaRPr lang="en-US" sz="1600" dirty="0">
              <a:latin typeface="Aptos Display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3D6A29D-A1AF-1234-7943-941C83C91EE3}"/>
              </a:ext>
            </a:extLst>
          </p:cNvPr>
          <p:cNvSpPr txBox="1">
            <a:spLocks/>
          </p:cNvSpPr>
          <p:nvPr/>
        </p:nvSpPr>
        <p:spPr>
          <a:xfrm>
            <a:off x="-2787" y="-42281"/>
            <a:ext cx="4158784" cy="1752368"/>
          </a:xfrm>
          <a:prstGeom prst="rect">
            <a:avLst/>
          </a:prstGeom>
          <a:solidFill>
            <a:srgbClr val="E97132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chemeClr val="bg1"/>
                </a:solidFill>
              </a:rPr>
              <a:t>7. Verification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C930CB7-BF8C-4CEE-9987-9F8F8BA42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679" y="2241078"/>
            <a:ext cx="6530134" cy="4324983"/>
          </a:xfrm>
          <a:prstGeom prst="rect">
            <a:avLst/>
          </a:prstGeom>
        </p:spPr>
      </p:pic>
      <p:pic>
        <p:nvPicPr>
          <p:cNvPr id="2" name="Picture 1" descr="A computer screen shot of a computer screen&#10;&#10;AI-generated content may be incorrect.">
            <a:extLst>
              <a:ext uri="{FF2B5EF4-FFF2-40B4-BE49-F238E27FC236}">
                <a16:creationId xmlns:a16="http://schemas.microsoft.com/office/drawing/2014/main" id="{95CA979E-052E-E1A7-D795-9BFA47E17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67" y="2535057"/>
            <a:ext cx="4901426" cy="23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50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14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Open Shortest Path First  (OSPF)</vt:lpstr>
      <vt:lpstr>1. Foundation  </vt:lpstr>
      <vt:lpstr>1. Foundation  </vt:lpstr>
      <vt:lpstr>1. Foundation  </vt:lpstr>
      <vt:lpstr>2. Inter Router Communication </vt:lpstr>
      <vt:lpstr>3. Network Types </vt:lpstr>
      <vt:lpstr>4. OSPF Neighbors </vt:lpstr>
      <vt:lpstr>5. DR/BDR </vt:lpstr>
      <vt:lpstr>5. DR/BDR</vt:lpstr>
      <vt:lpstr>6. OSPF Configuration</vt:lpstr>
      <vt:lpstr>7. Verification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 </cp:lastModifiedBy>
  <cp:revision>2144</cp:revision>
  <dcterms:created xsi:type="dcterms:W3CDTF">2013-07-15T20:26:40Z</dcterms:created>
  <dcterms:modified xsi:type="dcterms:W3CDTF">2026-06-11T21:21:07Z</dcterms:modified>
</cp:coreProperties>
</file>